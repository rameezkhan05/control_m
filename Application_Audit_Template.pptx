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5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6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7.xml" ContentType="application/vnd.openxmlformats-officedocument.theme+xml"/>
  <Override PartName="/ppt/slideLayouts/slideLayout31.xml" ContentType="application/vnd.openxmlformats-officedocument.presentationml.slideLayout+xml"/>
  <Override PartName="/ppt/theme/theme8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9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10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11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9" r:id="rId4"/>
    <p:sldMasterId id="2147483669" r:id="rId5"/>
    <p:sldMasterId id="2147483707" r:id="rId6"/>
    <p:sldMasterId id="2147483689" r:id="rId7"/>
    <p:sldMasterId id="2147483766" r:id="rId8"/>
    <p:sldMasterId id="2147483691" r:id="rId9"/>
    <p:sldMasterId id="2147483695" r:id="rId10"/>
    <p:sldMasterId id="2147483697" r:id="rId11"/>
    <p:sldMasterId id="2147483703" r:id="rId12"/>
    <p:sldMasterId id="2147483701" r:id="rId13"/>
    <p:sldMasterId id="2147483792" r:id="rId14"/>
    <p:sldMasterId id="2147483802" r:id="rId15"/>
  </p:sldMasterIdLst>
  <p:notesMasterIdLst>
    <p:notesMasterId r:id="rId23"/>
  </p:notesMasterIdLst>
  <p:handoutMasterIdLst>
    <p:handoutMasterId r:id="rId24"/>
  </p:handoutMasterIdLst>
  <p:sldIdLst>
    <p:sldId id="743" r:id="rId16"/>
    <p:sldId id="796" r:id="rId17"/>
    <p:sldId id="797" r:id="rId18"/>
    <p:sldId id="798" r:id="rId19"/>
    <p:sldId id="799" r:id="rId20"/>
    <p:sldId id="800" r:id="rId21"/>
    <p:sldId id="620" r:id="rId22"/>
  </p:sldIdLst>
  <p:sldSz cx="12192000" cy="6858000"/>
  <p:notesSz cx="9144000" cy="6858000"/>
  <p:defaultTextStyle>
    <a:defPPr>
      <a:defRPr lang="en-US"/>
    </a:defPPr>
    <a:lvl1pPr marL="0" algn="l" defTabSz="60955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55" algn="l" defTabSz="60955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10" algn="l" defTabSz="60955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664" algn="l" defTabSz="60955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218" algn="l" defTabSz="60955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772" algn="l" defTabSz="60955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327" algn="l" defTabSz="60955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880" algn="l" defTabSz="60955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435" algn="l" defTabSz="60955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guyen Khang" initials="NK" lastIdx="1" clrIdx="0">
    <p:extLst>
      <p:ext uri="{19B8F6BF-5375-455C-9EA6-DF929625EA0E}">
        <p15:presenceInfo xmlns:p15="http://schemas.microsoft.com/office/powerpoint/2012/main" userId="55e20b5f7ee865b3" providerId="Windows Live"/>
      </p:ext>
    </p:extLst>
  </p:cmAuthor>
  <p:cmAuthor id="2" name="CYMER, Sophie (CA-CIB)" initials="CS(" lastIdx="16" clrIdx="1">
    <p:extLst>
      <p:ext uri="{19B8F6BF-5375-455C-9EA6-DF929625EA0E}">
        <p15:presenceInfo xmlns:p15="http://schemas.microsoft.com/office/powerpoint/2012/main" userId="CYMER, Sophie (CA-CIB)" providerId="None"/>
      </p:ext>
    </p:extLst>
  </p:cmAuthor>
  <p:cmAuthor id="3" name="JAAKIK, Marwane (Prestataire)" initials="MJA" lastIdx="14" clrIdx="2">
    <p:extLst>
      <p:ext uri="{19B8F6BF-5375-455C-9EA6-DF929625EA0E}">
        <p15:presenceInfo xmlns:p15="http://schemas.microsoft.com/office/powerpoint/2012/main" userId="JAAKIK, Marwane (Prestataire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B11F65"/>
    <a:srgbClr val="009257"/>
    <a:srgbClr val="661B4C"/>
    <a:srgbClr val="357CA7"/>
    <a:srgbClr val="4C6194"/>
    <a:srgbClr val="116F6A"/>
    <a:srgbClr val="7C162A"/>
    <a:srgbClr val="A53931"/>
    <a:srgbClr val="4545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5646" autoAdjust="0"/>
  </p:normalViewPr>
  <p:slideViewPr>
    <p:cSldViewPr snapToGrid="0" showGuides="1">
      <p:cViewPr varScale="1">
        <p:scale>
          <a:sx n="112" d="100"/>
          <a:sy n="112" d="100"/>
        </p:scale>
        <p:origin x="546" y="96"/>
      </p:cViewPr>
      <p:guideLst/>
    </p:cSldViewPr>
  </p:slideViewPr>
  <p:outlineViewPr>
    <p:cViewPr>
      <p:scale>
        <a:sx n="33" d="100"/>
        <a:sy n="33" d="100"/>
      </p:scale>
      <p:origin x="0" y="-106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2179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6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2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4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7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C508B19-5E37-B444-AF8B-201683A14C3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2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586D0-7A66-3842-BDA4-0275008910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2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FE5159-520C-9243-9B2C-D14AEF2F44B4}" type="datetimeFigureOut">
              <a:rPr lang="fr-FR" smtClean="0">
                <a:latin typeface="Arial" panose="020B0604020202020204" pitchFamily="34" charset="0"/>
              </a:rPr>
              <a:t>04/11/2025</a:t>
            </a:fld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BDCCC0-9081-3A4B-9F3C-ED70FE6E2D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D59EFA-321E-5E46-B2AC-44849499893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E8BA76-B881-1A4F-804E-548C9A2A47E0}" type="slidenum">
              <a:rPr lang="fr-FR" smtClean="0">
                <a:latin typeface="Arial" panose="020B0604020202020204" pitchFamily="34" charset="0"/>
              </a:rPr>
              <a:t>‹#›</a:t>
            </a:fld>
            <a:endParaRPr lang="fr-F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3620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2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D38FA7-0E41-4264-BB11-33285DA74E9D}" type="datetimeFigureOut">
              <a:rPr lang="vi-VN" smtClean="0"/>
              <a:t>03/11/2025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A3E0E6-18AF-416A-9AFD-0AA5313D5FC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4805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32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A3E0E6-18AF-416A-9AFD-0AA5313D5FC2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51576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ca-cib.com/" TargetMode="External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3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ca-cib.com/" TargetMode="External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3.sv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9.png"/><Relationship Id="rId2" Type="http://schemas.openxmlformats.org/officeDocument/2006/relationships/slideMaster" Target="../slideMasters/slideMaster11.xml"/><Relationship Id="rId1" Type="http://schemas.openxmlformats.org/officeDocument/2006/relationships/tags" Target="../tags/tag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tags" Target="../tags/tag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tags" Target="../tags/tag6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1.xml"/><Relationship Id="rId1" Type="http://schemas.openxmlformats.org/officeDocument/2006/relationships/tags" Target="../tags/tag7.xml"/><Relationship Id="rId4" Type="http://schemas.openxmlformats.org/officeDocument/2006/relationships/image" Target="../media/image6.emf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tags" Target="../tags/tag8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tags" Target="../tags/tag9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C9E19D4-92DA-475C-94FD-8A87AC6CA011}"/>
              </a:ext>
            </a:extLst>
          </p:cNvPr>
          <p:cNvSpPr/>
          <p:nvPr userDrawn="1"/>
        </p:nvSpPr>
        <p:spPr>
          <a:xfrm>
            <a:off x="33867" y="33867"/>
            <a:ext cx="12124267" cy="6790267"/>
          </a:xfrm>
          <a:prstGeom prst="rect">
            <a:avLst/>
          </a:prstGeom>
          <a:solidFill>
            <a:srgbClr val="F5F5F5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noProof="0" dirty="0"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7A5BF4-97BB-4FCD-BDB7-DE607B9A372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01600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noProof="0" dirty="0">
              <a:latin typeface="Arial" panose="020B0604020202020204" pitchFamily="34" charset="0"/>
            </a:endParaRPr>
          </a:p>
        </p:txBody>
      </p:sp>
      <p:sp>
        <p:nvSpPr>
          <p:cNvPr id="15" name="Title 13">
            <a:extLst>
              <a:ext uri="{FF2B5EF4-FFF2-40B4-BE49-F238E27FC236}">
                <a16:creationId xmlns:a16="http://schemas.microsoft.com/office/drawing/2014/main" id="{CCE1E588-7778-4939-887D-3C533B376F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0400" y="1864976"/>
            <a:ext cx="7171200" cy="189745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ctr">
              <a:lnSpc>
                <a:spcPts val="5200"/>
              </a:lnSpc>
              <a:defRPr sz="6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Name of the presentation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94777F7-4C35-4C28-864A-CEF4CF282A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1196" y="3875277"/>
            <a:ext cx="7169613" cy="4924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spc="307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Sub-title of the presentation</a:t>
            </a:r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60E0BBF1-81D0-4A75-938D-3CF6C89BCD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04859" y="4830872"/>
            <a:ext cx="2182284" cy="27759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16E23FF-15B9-4530-AFFA-FB1EDA1CCF0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04859" y="5489226"/>
            <a:ext cx="2182284" cy="27759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Mail Address</a:t>
            </a: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D4E36416-9B14-4300-ACFE-208D7FC56B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04859" y="5818404"/>
            <a:ext cx="2182284" cy="27759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Telephone</a:t>
            </a: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E086908B-9A21-4413-98DB-C5F4798C4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4859" y="5160049"/>
            <a:ext cx="2182284" cy="27759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First And Last Name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79E1B4-4E51-AC43-BFAC-26F5F943C61B}"/>
              </a:ext>
            </a:extLst>
          </p:cNvPr>
          <p:cNvSpPr/>
          <p:nvPr userDrawn="1"/>
        </p:nvSpPr>
        <p:spPr>
          <a:xfrm>
            <a:off x="5684311" y="4473839"/>
            <a:ext cx="823380" cy="99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4A53E8BE-5C77-2449-B758-7C4BA56CFEE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509895" y="5848248"/>
            <a:ext cx="1473836" cy="771272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Insert logo client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F8D6789A-BEEA-E744-9D2D-2E56BD0A8D0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847347" y="5848248"/>
            <a:ext cx="1473836" cy="771272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Insert logo client</a:t>
            </a:r>
          </a:p>
        </p:txBody>
      </p:sp>
      <p:grpSp>
        <p:nvGrpSpPr>
          <p:cNvPr id="66" name="Groupe 10">
            <a:extLst>
              <a:ext uri="{FF2B5EF4-FFF2-40B4-BE49-F238E27FC236}">
                <a16:creationId xmlns:a16="http://schemas.microsoft.com/office/drawing/2014/main" id="{7897383A-EDC2-464E-B80E-D9F8FB1E7BED}"/>
              </a:ext>
            </a:extLst>
          </p:cNvPr>
          <p:cNvGrpSpPr/>
          <p:nvPr userDrawn="1"/>
        </p:nvGrpSpPr>
        <p:grpSpPr>
          <a:xfrm>
            <a:off x="4516462" y="911637"/>
            <a:ext cx="3159077" cy="370307"/>
            <a:chOff x="795669" y="2740365"/>
            <a:chExt cx="2227927" cy="261158"/>
          </a:xfrm>
        </p:grpSpPr>
        <p:sp>
          <p:nvSpPr>
            <p:cNvPr id="67" name="Freeform 84">
              <a:extLst>
                <a:ext uri="{FF2B5EF4-FFF2-40B4-BE49-F238E27FC236}">
                  <a16:creationId xmlns:a16="http://schemas.microsoft.com/office/drawing/2014/main" id="{6034A0CE-44C1-4E98-BD17-2E8845D58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650" y="2937967"/>
              <a:ext cx="65867" cy="63556"/>
            </a:xfrm>
            <a:custGeom>
              <a:avLst/>
              <a:gdLst>
                <a:gd name="T0" fmla="*/ 29 w 50"/>
                <a:gd name="T1" fmla="*/ 0 h 47"/>
                <a:gd name="T2" fmla="*/ 49 w 50"/>
                <a:gd name="T3" fmla="*/ 6 h 47"/>
                <a:gd name="T4" fmla="*/ 44 w 50"/>
                <a:gd name="T5" fmla="*/ 12 h 47"/>
                <a:gd name="T6" fmla="*/ 29 w 50"/>
                <a:gd name="T7" fmla="*/ 7 h 47"/>
                <a:gd name="T8" fmla="*/ 10 w 50"/>
                <a:gd name="T9" fmla="*/ 24 h 47"/>
                <a:gd name="T10" fmla="*/ 29 w 50"/>
                <a:gd name="T11" fmla="*/ 40 h 47"/>
                <a:gd name="T12" fmla="*/ 45 w 50"/>
                <a:gd name="T13" fmla="*/ 35 h 47"/>
                <a:gd name="T14" fmla="*/ 50 w 50"/>
                <a:gd name="T15" fmla="*/ 41 h 47"/>
                <a:gd name="T16" fmla="*/ 29 w 50"/>
                <a:gd name="T17" fmla="*/ 47 h 47"/>
                <a:gd name="T18" fmla="*/ 0 w 50"/>
                <a:gd name="T19" fmla="*/ 23 h 47"/>
                <a:gd name="T20" fmla="*/ 29 w 50"/>
                <a:gd name="T2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7">
                  <a:moveTo>
                    <a:pt x="29" y="0"/>
                  </a:moveTo>
                  <a:cubicBezTo>
                    <a:pt x="36" y="0"/>
                    <a:pt x="43" y="2"/>
                    <a:pt x="49" y="6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0" y="9"/>
                    <a:pt x="36" y="7"/>
                    <a:pt x="29" y="7"/>
                  </a:cubicBezTo>
                  <a:cubicBezTo>
                    <a:pt x="19" y="7"/>
                    <a:pt x="10" y="14"/>
                    <a:pt x="10" y="24"/>
                  </a:cubicBezTo>
                  <a:cubicBezTo>
                    <a:pt x="10" y="33"/>
                    <a:pt x="19" y="40"/>
                    <a:pt x="29" y="40"/>
                  </a:cubicBezTo>
                  <a:cubicBezTo>
                    <a:pt x="36" y="40"/>
                    <a:pt x="40" y="38"/>
                    <a:pt x="45" y="35"/>
                  </a:cubicBezTo>
                  <a:cubicBezTo>
                    <a:pt x="50" y="41"/>
                    <a:pt x="50" y="41"/>
                    <a:pt x="50" y="41"/>
                  </a:cubicBezTo>
                  <a:cubicBezTo>
                    <a:pt x="44" y="45"/>
                    <a:pt x="36" y="47"/>
                    <a:pt x="29" y="47"/>
                  </a:cubicBezTo>
                  <a:cubicBezTo>
                    <a:pt x="14" y="47"/>
                    <a:pt x="0" y="38"/>
                    <a:pt x="0" y="23"/>
                  </a:cubicBezTo>
                  <a:cubicBezTo>
                    <a:pt x="0" y="8"/>
                    <a:pt x="14" y="0"/>
                    <a:pt x="29" y="0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8" name="Freeform 85">
              <a:extLst>
                <a:ext uri="{FF2B5EF4-FFF2-40B4-BE49-F238E27FC236}">
                  <a16:creationId xmlns:a16="http://schemas.microsoft.com/office/drawing/2014/main" id="{58DBD364-95D9-4BB9-B18E-73F4BBA008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19140" y="2937967"/>
              <a:ext cx="77423" cy="63556"/>
            </a:xfrm>
            <a:custGeom>
              <a:avLst/>
              <a:gdLst>
                <a:gd name="T0" fmla="*/ 0 w 58"/>
                <a:gd name="T1" fmla="*/ 24 h 47"/>
                <a:gd name="T2" fmla="*/ 29 w 58"/>
                <a:gd name="T3" fmla="*/ 0 h 47"/>
                <a:gd name="T4" fmla="*/ 58 w 58"/>
                <a:gd name="T5" fmla="*/ 24 h 47"/>
                <a:gd name="T6" fmla="*/ 29 w 58"/>
                <a:gd name="T7" fmla="*/ 47 h 47"/>
                <a:gd name="T8" fmla="*/ 0 w 58"/>
                <a:gd name="T9" fmla="*/ 24 h 47"/>
                <a:gd name="T10" fmla="*/ 10 w 58"/>
                <a:gd name="T11" fmla="*/ 24 h 47"/>
                <a:gd name="T12" fmla="*/ 29 w 58"/>
                <a:gd name="T13" fmla="*/ 40 h 47"/>
                <a:gd name="T14" fmla="*/ 48 w 58"/>
                <a:gd name="T15" fmla="*/ 24 h 47"/>
                <a:gd name="T16" fmla="*/ 29 w 58"/>
                <a:gd name="T17" fmla="*/ 7 h 47"/>
                <a:gd name="T18" fmla="*/ 10 w 58"/>
                <a:gd name="T19" fmla="*/ 24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47">
                  <a:moveTo>
                    <a:pt x="0" y="24"/>
                  </a:moveTo>
                  <a:cubicBezTo>
                    <a:pt x="0" y="11"/>
                    <a:pt x="12" y="0"/>
                    <a:pt x="29" y="0"/>
                  </a:cubicBezTo>
                  <a:cubicBezTo>
                    <a:pt x="46" y="0"/>
                    <a:pt x="58" y="11"/>
                    <a:pt x="58" y="24"/>
                  </a:cubicBezTo>
                  <a:cubicBezTo>
                    <a:pt x="58" y="37"/>
                    <a:pt x="46" y="47"/>
                    <a:pt x="29" y="47"/>
                  </a:cubicBezTo>
                  <a:cubicBezTo>
                    <a:pt x="12" y="47"/>
                    <a:pt x="0" y="37"/>
                    <a:pt x="0" y="24"/>
                  </a:cubicBezTo>
                  <a:close/>
                  <a:moveTo>
                    <a:pt x="10" y="24"/>
                  </a:moveTo>
                  <a:cubicBezTo>
                    <a:pt x="10" y="33"/>
                    <a:pt x="18" y="40"/>
                    <a:pt x="29" y="40"/>
                  </a:cubicBezTo>
                  <a:cubicBezTo>
                    <a:pt x="40" y="40"/>
                    <a:pt x="48" y="33"/>
                    <a:pt x="48" y="24"/>
                  </a:cubicBezTo>
                  <a:cubicBezTo>
                    <a:pt x="48" y="14"/>
                    <a:pt x="40" y="7"/>
                    <a:pt x="29" y="7"/>
                  </a:cubicBezTo>
                  <a:cubicBezTo>
                    <a:pt x="18" y="7"/>
                    <a:pt x="10" y="14"/>
                    <a:pt x="10" y="24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9" name="Freeform 86">
              <a:extLst>
                <a:ext uri="{FF2B5EF4-FFF2-40B4-BE49-F238E27FC236}">
                  <a16:creationId xmlns:a16="http://schemas.microsoft.com/office/drawing/2014/main" id="{9733111B-839C-418B-A437-930FF8CF6E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06962" y="2939122"/>
              <a:ext cx="62400" cy="61245"/>
            </a:xfrm>
            <a:custGeom>
              <a:avLst/>
              <a:gdLst>
                <a:gd name="T0" fmla="*/ 0 w 47"/>
                <a:gd name="T1" fmla="*/ 0 h 45"/>
                <a:gd name="T2" fmla="*/ 24 w 47"/>
                <a:gd name="T3" fmla="*/ 0 h 45"/>
                <a:gd name="T4" fmla="*/ 45 w 47"/>
                <a:gd name="T5" fmla="*/ 14 h 45"/>
                <a:gd name="T6" fmla="*/ 32 w 47"/>
                <a:gd name="T7" fmla="*/ 28 h 45"/>
                <a:gd name="T8" fmla="*/ 47 w 47"/>
                <a:gd name="T9" fmla="*/ 45 h 45"/>
                <a:gd name="T10" fmla="*/ 35 w 47"/>
                <a:gd name="T11" fmla="*/ 45 h 45"/>
                <a:gd name="T12" fmla="*/ 22 w 47"/>
                <a:gd name="T13" fmla="*/ 29 h 45"/>
                <a:gd name="T14" fmla="*/ 10 w 47"/>
                <a:gd name="T15" fmla="*/ 29 h 45"/>
                <a:gd name="T16" fmla="*/ 10 w 47"/>
                <a:gd name="T17" fmla="*/ 45 h 45"/>
                <a:gd name="T18" fmla="*/ 0 w 47"/>
                <a:gd name="T19" fmla="*/ 45 h 45"/>
                <a:gd name="T20" fmla="*/ 0 w 47"/>
                <a:gd name="T21" fmla="*/ 0 h 45"/>
                <a:gd name="T22" fmla="*/ 24 w 47"/>
                <a:gd name="T23" fmla="*/ 22 h 45"/>
                <a:gd name="T24" fmla="*/ 35 w 47"/>
                <a:gd name="T25" fmla="*/ 14 h 45"/>
                <a:gd name="T26" fmla="*/ 24 w 47"/>
                <a:gd name="T27" fmla="*/ 7 h 45"/>
                <a:gd name="T28" fmla="*/ 10 w 47"/>
                <a:gd name="T29" fmla="*/ 7 h 45"/>
                <a:gd name="T30" fmla="*/ 10 w 47"/>
                <a:gd name="T31" fmla="*/ 22 h 45"/>
                <a:gd name="T32" fmla="*/ 24 w 47"/>
                <a:gd name="T33" fmla="*/ 2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" h="45">
                  <a:moveTo>
                    <a:pt x="0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36" y="0"/>
                    <a:pt x="45" y="4"/>
                    <a:pt x="45" y="14"/>
                  </a:cubicBezTo>
                  <a:cubicBezTo>
                    <a:pt x="45" y="22"/>
                    <a:pt x="39" y="26"/>
                    <a:pt x="32" y="28"/>
                  </a:cubicBezTo>
                  <a:cubicBezTo>
                    <a:pt x="47" y="45"/>
                    <a:pt x="47" y="45"/>
                    <a:pt x="47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0" y="45"/>
                    <a:pt x="0" y="45"/>
                    <a:pt x="0" y="45"/>
                  </a:cubicBezTo>
                  <a:lnTo>
                    <a:pt x="0" y="0"/>
                  </a:lnTo>
                  <a:close/>
                  <a:moveTo>
                    <a:pt x="24" y="22"/>
                  </a:moveTo>
                  <a:cubicBezTo>
                    <a:pt x="31" y="22"/>
                    <a:pt x="35" y="19"/>
                    <a:pt x="35" y="14"/>
                  </a:cubicBezTo>
                  <a:cubicBezTo>
                    <a:pt x="35" y="10"/>
                    <a:pt x="31" y="7"/>
                    <a:pt x="24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22"/>
                    <a:pt x="10" y="22"/>
                    <a:pt x="10" y="22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0" name="Freeform 87">
              <a:extLst>
                <a:ext uri="{FF2B5EF4-FFF2-40B4-BE49-F238E27FC236}">
                  <a16:creationId xmlns:a16="http://schemas.microsoft.com/office/drawing/2014/main" id="{38AEE206-B9AE-496C-B4C4-FDFBD06172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82074" y="2939122"/>
              <a:ext cx="61245" cy="61245"/>
            </a:xfrm>
            <a:custGeom>
              <a:avLst/>
              <a:gdLst>
                <a:gd name="T0" fmla="*/ 0 w 46"/>
                <a:gd name="T1" fmla="*/ 0 h 45"/>
                <a:gd name="T2" fmla="*/ 25 w 46"/>
                <a:gd name="T3" fmla="*/ 0 h 45"/>
                <a:gd name="T4" fmla="*/ 46 w 46"/>
                <a:gd name="T5" fmla="*/ 15 h 45"/>
                <a:gd name="T6" fmla="*/ 25 w 46"/>
                <a:gd name="T7" fmla="*/ 32 h 45"/>
                <a:gd name="T8" fmla="*/ 10 w 46"/>
                <a:gd name="T9" fmla="*/ 32 h 45"/>
                <a:gd name="T10" fmla="*/ 10 w 46"/>
                <a:gd name="T11" fmla="*/ 45 h 45"/>
                <a:gd name="T12" fmla="*/ 0 w 46"/>
                <a:gd name="T13" fmla="*/ 45 h 45"/>
                <a:gd name="T14" fmla="*/ 0 w 46"/>
                <a:gd name="T15" fmla="*/ 0 h 45"/>
                <a:gd name="T16" fmla="*/ 25 w 46"/>
                <a:gd name="T17" fmla="*/ 24 h 45"/>
                <a:gd name="T18" fmla="*/ 36 w 46"/>
                <a:gd name="T19" fmla="*/ 15 h 45"/>
                <a:gd name="T20" fmla="*/ 24 w 46"/>
                <a:gd name="T21" fmla="*/ 7 h 45"/>
                <a:gd name="T22" fmla="*/ 10 w 46"/>
                <a:gd name="T23" fmla="*/ 7 h 45"/>
                <a:gd name="T24" fmla="*/ 10 w 46"/>
                <a:gd name="T25" fmla="*/ 24 h 45"/>
                <a:gd name="T26" fmla="*/ 25 w 46"/>
                <a:gd name="T27" fmla="*/ 24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6" h="45">
                  <a:moveTo>
                    <a:pt x="0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37" y="0"/>
                    <a:pt x="46" y="5"/>
                    <a:pt x="46" y="15"/>
                  </a:cubicBezTo>
                  <a:cubicBezTo>
                    <a:pt x="46" y="26"/>
                    <a:pt x="37" y="32"/>
                    <a:pt x="25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0" y="45"/>
                    <a:pt x="0" y="45"/>
                    <a:pt x="0" y="45"/>
                  </a:cubicBezTo>
                  <a:lnTo>
                    <a:pt x="0" y="0"/>
                  </a:lnTo>
                  <a:close/>
                  <a:moveTo>
                    <a:pt x="25" y="24"/>
                  </a:moveTo>
                  <a:cubicBezTo>
                    <a:pt x="31" y="24"/>
                    <a:pt x="36" y="21"/>
                    <a:pt x="36" y="15"/>
                  </a:cubicBezTo>
                  <a:cubicBezTo>
                    <a:pt x="36" y="10"/>
                    <a:pt x="32" y="7"/>
                    <a:pt x="24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24"/>
                    <a:pt x="10" y="24"/>
                    <a:pt x="10" y="24"/>
                  </a:cubicBezTo>
                  <a:lnTo>
                    <a:pt x="25" y="24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1" name="Freeform 88">
              <a:extLst>
                <a:ext uri="{FF2B5EF4-FFF2-40B4-BE49-F238E27FC236}">
                  <a16:creationId xmlns:a16="http://schemas.microsoft.com/office/drawing/2014/main" id="{AD4E3AE9-3ADB-46CA-81AA-FFEABCA759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46785" y="2937967"/>
              <a:ext cx="77423" cy="63556"/>
            </a:xfrm>
            <a:custGeom>
              <a:avLst/>
              <a:gdLst>
                <a:gd name="T0" fmla="*/ 0 w 58"/>
                <a:gd name="T1" fmla="*/ 24 h 47"/>
                <a:gd name="T2" fmla="*/ 29 w 58"/>
                <a:gd name="T3" fmla="*/ 0 h 47"/>
                <a:gd name="T4" fmla="*/ 58 w 58"/>
                <a:gd name="T5" fmla="*/ 24 h 47"/>
                <a:gd name="T6" fmla="*/ 29 w 58"/>
                <a:gd name="T7" fmla="*/ 47 h 47"/>
                <a:gd name="T8" fmla="*/ 0 w 58"/>
                <a:gd name="T9" fmla="*/ 24 h 47"/>
                <a:gd name="T10" fmla="*/ 10 w 58"/>
                <a:gd name="T11" fmla="*/ 24 h 47"/>
                <a:gd name="T12" fmla="*/ 29 w 58"/>
                <a:gd name="T13" fmla="*/ 40 h 47"/>
                <a:gd name="T14" fmla="*/ 48 w 58"/>
                <a:gd name="T15" fmla="*/ 24 h 47"/>
                <a:gd name="T16" fmla="*/ 29 w 58"/>
                <a:gd name="T17" fmla="*/ 7 h 47"/>
                <a:gd name="T18" fmla="*/ 10 w 58"/>
                <a:gd name="T19" fmla="*/ 24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47">
                  <a:moveTo>
                    <a:pt x="0" y="24"/>
                  </a:moveTo>
                  <a:cubicBezTo>
                    <a:pt x="0" y="11"/>
                    <a:pt x="12" y="0"/>
                    <a:pt x="29" y="0"/>
                  </a:cubicBezTo>
                  <a:cubicBezTo>
                    <a:pt x="46" y="0"/>
                    <a:pt x="58" y="11"/>
                    <a:pt x="58" y="24"/>
                  </a:cubicBezTo>
                  <a:cubicBezTo>
                    <a:pt x="58" y="37"/>
                    <a:pt x="46" y="47"/>
                    <a:pt x="29" y="47"/>
                  </a:cubicBezTo>
                  <a:cubicBezTo>
                    <a:pt x="12" y="47"/>
                    <a:pt x="0" y="37"/>
                    <a:pt x="0" y="24"/>
                  </a:cubicBezTo>
                  <a:close/>
                  <a:moveTo>
                    <a:pt x="10" y="24"/>
                  </a:moveTo>
                  <a:cubicBezTo>
                    <a:pt x="10" y="33"/>
                    <a:pt x="18" y="40"/>
                    <a:pt x="29" y="40"/>
                  </a:cubicBezTo>
                  <a:cubicBezTo>
                    <a:pt x="40" y="40"/>
                    <a:pt x="48" y="33"/>
                    <a:pt x="48" y="24"/>
                  </a:cubicBezTo>
                  <a:cubicBezTo>
                    <a:pt x="48" y="14"/>
                    <a:pt x="40" y="7"/>
                    <a:pt x="29" y="7"/>
                  </a:cubicBezTo>
                  <a:cubicBezTo>
                    <a:pt x="18" y="7"/>
                    <a:pt x="10" y="14"/>
                    <a:pt x="10" y="24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2" name="Freeform 89">
              <a:extLst>
                <a:ext uri="{FF2B5EF4-FFF2-40B4-BE49-F238E27FC236}">
                  <a16:creationId xmlns:a16="http://schemas.microsoft.com/office/drawing/2014/main" id="{BC5CC1BD-FC02-42F2-A08C-04BB798BE0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36919" y="2939122"/>
              <a:ext cx="61245" cy="61245"/>
            </a:xfrm>
            <a:custGeom>
              <a:avLst/>
              <a:gdLst>
                <a:gd name="T0" fmla="*/ 0 w 46"/>
                <a:gd name="T1" fmla="*/ 0 h 45"/>
                <a:gd name="T2" fmla="*/ 24 w 46"/>
                <a:gd name="T3" fmla="*/ 0 h 45"/>
                <a:gd name="T4" fmla="*/ 45 w 46"/>
                <a:gd name="T5" fmla="*/ 14 h 45"/>
                <a:gd name="T6" fmla="*/ 32 w 46"/>
                <a:gd name="T7" fmla="*/ 28 h 45"/>
                <a:gd name="T8" fmla="*/ 46 w 46"/>
                <a:gd name="T9" fmla="*/ 45 h 45"/>
                <a:gd name="T10" fmla="*/ 35 w 46"/>
                <a:gd name="T11" fmla="*/ 45 h 45"/>
                <a:gd name="T12" fmla="*/ 22 w 46"/>
                <a:gd name="T13" fmla="*/ 29 h 45"/>
                <a:gd name="T14" fmla="*/ 9 w 46"/>
                <a:gd name="T15" fmla="*/ 29 h 45"/>
                <a:gd name="T16" fmla="*/ 9 w 46"/>
                <a:gd name="T17" fmla="*/ 45 h 45"/>
                <a:gd name="T18" fmla="*/ 0 w 46"/>
                <a:gd name="T19" fmla="*/ 45 h 45"/>
                <a:gd name="T20" fmla="*/ 0 w 46"/>
                <a:gd name="T21" fmla="*/ 0 h 45"/>
                <a:gd name="T22" fmla="*/ 24 w 46"/>
                <a:gd name="T23" fmla="*/ 22 h 45"/>
                <a:gd name="T24" fmla="*/ 35 w 46"/>
                <a:gd name="T25" fmla="*/ 14 h 45"/>
                <a:gd name="T26" fmla="*/ 24 w 46"/>
                <a:gd name="T27" fmla="*/ 7 h 45"/>
                <a:gd name="T28" fmla="*/ 9 w 46"/>
                <a:gd name="T29" fmla="*/ 7 h 45"/>
                <a:gd name="T30" fmla="*/ 9 w 46"/>
                <a:gd name="T31" fmla="*/ 22 h 45"/>
                <a:gd name="T32" fmla="*/ 24 w 46"/>
                <a:gd name="T33" fmla="*/ 2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45">
                  <a:moveTo>
                    <a:pt x="0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36" y="0"/>
                    <a:pt x="45" y="4"/>
                    <a:pt x="45" y="14"/>
                  </a:cubicBezTo>
                  <a:cubicBezTo>
                    <a:pt x="45" y="22"/>
                    <a:pt x="39" y="26"/>
                    <a:pt x="32" y="28"/>
                  </a:cubicBezTo>
                  <a:cubicBezTo>
                    <a:pt x="46" y="45"/>
                    <a:pt x="46" y="45"/>
                    <a:pt x="46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0" y="45"/>
                    <a:pt x="0" y="45"/>
                    <a:pt x="0" y="45"/>
                  </a:cubicBezTo>
                  <a:lnTo>
                    <a:pt x="0" y="0"/>
                  </a:lnTo>
                  <a:close/>
                  <a:moveTo>
                    <a:pt x="24" y="22"/>
                  </a:moveTo>
                  <a:cubicBezTo>
                    <a:pt x="30" y="22"/>
                    <a:pt x="35" y="19"/>
                    <a:pt x="35" y="14"/>
                  </a:cubicBezTo>
                  <a:cubicBezTo>
                    <a:pt x="35" y="10"/>
                    <a:pt x="31" y="7"/>
                    <a:pt x="24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22"/>
                    <a:pt x="9" y="22"/>
                    <a:pt x="9" y="22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3" name="Freeform 90">
              <a:extLst>
                <a:ext uri="{FF2B5EF4-FFF2-40B4-BE49-F238E27FC236}">
                  <a16:creationId xmlns:a16="http://schemas.microsoft.com/office/drawing/2014/main" id="{DA611FB8-1E46-4372-884E-348A15930A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1631" y="2939122"/>
              <a:ext cx="76267" cy="61245"/>
            </a:xfrm>
            <a:custGeom>
              <a:avLst/>
              <a:gdLst>
                <a:gd name="T0" fmla="*/ 47 w 66"/>
                <a:gd name="T1" fmla="*/ 40 h 53"/>
                <a:gd name="T2" fmla="*/ 18 w 66"/>
                <a:gd name="T3" fmla="*/ 40 h 53"/>
                <a:gd name="T4" fmla="*/ 12 w 66"/>
                <a:gd name="T5" fmla="*/ 53 h 53"/>
                <a:gd name="T6" fmla="*/ 0 w 66"/>
                <a:gd name="T7" fmla="*/ 53 h 53"/>
                <a:gd name="T8" fmla="*/ 28 w 66"/>
                <a:gd name="T9" fmla="*/ 0 h 53"/>
                <a:gd name="T10" fmla="*/ 40 w 66"/>
                <a:gd name="T11" fmla="*/ 0 h 53"/>
                <a:gd name="T12" fmla="*/ 66 w 66"/>
                <a:gd name="T13" fmla="*/ 53 h 53"/>
                <a:gd name="T14" fmla="*/ 53 w 66"/>
                <a:gd name="T15" fmla="*/ 53 h 53"/>
                <a:gd name="T16" fmla="*/ 47 w 66"/>
                <a:gd name="T17" fmla="*/ 40 h 53"/>
                <a:gd name="T18" fmla="*/ 43 w 66"/>
                <a:gd name="T19" fmla="*/ 32 h 53"/>
                <a:gd name="T20" fmla="*/ 33 w 66"/>
                <a:gd name="T21" fmla="*/ 11 h 53"/>
                <a:gd name="T22" fmla="*/ 22 w 66"/>
                <a:gd name="T23" fmla="*/ 32 h 53"/>
                <a:gd name="T24" fmla="*/ 43 w 66"/>
                <a:gd name="T25" fmla="*/ 3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53">
                  <a:moveTo>
                    <a:pt x="47" y="40"/>
                  </a:moveTo>
                  <a:lnTo>
                    <a:pt x="18" y="40"/>
                  </a:lnTo>
                  <a:lnTo>
                    <a:pt x="12" y="53"/>
                  </a:lnTo>
                  <a:lnTo>
                    <a:pt x="0" y="53"/>
                  </a:lnTo>
                  <a:lnTo>
                    <a:pt x="28" y="0"/>
                  </a:lnTo>
                  <a:lnTo>
                    <a:pt x="40" y="0"/>
                  </a:lnTo>
                  <a:lnTo>
                    <a:pt x="66" y="53"/>
                  </a:lnTo>
                  <a:lnTo>
                    <a:pt x="53" y="53"/>
                  </a:lnTo>
                  <a:lnTo>
                    <a:pt x="47" y="40"/>
                  </a:lnTo>
                  <a:close/>
                  <a:moveTo>
                    <a:pt x="43" y="32"/>
                  </a:moveTo>
                  <a:lnTo>
                    <a:pt x="33" y="11"/>
                  </a:lnTo>
                  <a:lnTo>
                    <a:pt x="22" y="32"/>
                  </a:lnTo>
                  <a:lnTo>
                    <a:pt x="43" y="32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4" name="Freeform 91">
              <a:extLst>
                <a:ext uri="{FF2B5EF4-FFF2-40B4-BE49-F238E27FC236}">
                  <a16:creationId xmlns:a16="http://schemas.microsoft.com/office/drawing/2014/main" id="{1E764392-F1A4-4374-864C-3DC51B0AFB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3276" y="2939122"/>
              <a:ext cx="60089" cy="61245"/>
            </a:xfrm>
            <a:custGeom>
              <a:avLst/>
              <a:gdLst>
                <a:gd name="T0" fmla="*/ 0 w 52"/>
                <a:gd name="T1" fmla="*/ 8 h 53"/>
                <a:gd name="T2" fmla="*/ 0 w 52"/>
                <a:gd name="T3" fmla="*/ 0 h 53"/>
                <a:gd name="T4" fmla="*/ 52 w 52"/>
                <a:gd name="T5" fmla="*/ 0 h 53"/>
                <a:gd name="T6" fmla="*/ 52 w 52"/>
                <a:gd name="T7" fmla="*/ 8 h 53"/>
                <a:gd name="T8" fmla="*/ 31 w 52"/>
                <a:gd name="T9" fmla="*/ 8 h 53"/>
                <a:gd name="T10" fmla="*/ 31 w 52"/>
                <a:gd name="T11" fmla="*/ 53 h 53"/>
                <a:gd name="T12" fmla="*/ 20 w 52"/>
                <a:gd name="T13" fmla="*/ 53 h 53"/>
                <a:gd name="T14" fmla="*/ 20 w 52"/>
                <a:gd name="T15" fmla="*/ 8 h 53"/>
                <a:gd name="T16" fmla="*/ 0 w 52"/>
                <a:gd name="T17" fmla="*/ 8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3">
                  <a:moveTo>
                    <a:pt x="0" y="8"/>
                  </a:moveTo>
                  <a:lnTo>
                    <a:pt x="0" y="0"/>
                  </a:lnTo>
                  <a:lnTo>
                    <a:pt x="52" y="0"/>
                  </a:lnTo>
                  <a:lnTo>
                    <a:pt x="52" y="8"/>
                  </a:lnTo>
                  <a:lnTo>
                    <a:pt x="31" y="8"/>
                  </a:lnTo>
                  <a:lnTo>
                    <a:pt x="31" y="53"/>
                  </a:lnTo>
                  <a:lnTo>
                    <a:pt x="20" y="53"/>
                  </a:lnTo>
                  <a:lnTo>
                    <a:pt x="20" y="8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5" name="Freeform 92">
              <a:extLst>
                <a:ext uri="{FF2B5EF4-FFF2-40B4-BE49-F238E27FC236}">
                  <a16:creationId xmlns:a16="http://schemas.microsoft.com/office/drawing/2014/main" id="{6E47E1D8-4938-4725-9E6C-A69E68E2F7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3765" y="2939122"/>
              <a:ext cx="55467" cy="61245"/>
            </a:xfrm>
            <a:custGeom>
              <a:avLst/>
              <a:gdLst>
                <a:gd name="T0" fmla="*/ 0 w 42"/>
                <a:gd name="T1" fmla="*/ 32 h 45"/>
                <a:gd name="T2" fmla="*/ 0 w 42"/>
                <a:gd name="T3" fmla="*/ 0 h 45"/>
                <a:gd name="T4" fmla="*/ 41 w 42"/>
                <a:gd name="T5" fmla="*/ 0 h 45"/>
                <a:gd name="T6" fmla="*/ 41 w 42"/>
                <a:gd name="T7" fmla="*/ 7 h 45"/>
                <a:gd name="T8" fmla="*/ 9 w 42"/>
                <a:gd name="T9" fmla="*/ 7 h 45"/>
                <a:gd name="T10" fmla="*/ 9 w 42"/>
                <a:gd name="T11" fmla="*/ 18 h 45"/>
                <a:gd name="T12" fmla="*/ 38 w 42"/>
                <a:gd name="T13" fmla="*/ 18 h 45"/>
                <a:gd name="T14" fmla="*/ 38 w 42"/>
                <a:gd name="T15" fmla="*/ 25 h 45"/>
                <a:gd name="T16" fmla="*/ 9 w 42"/>
                <a:gd name="T17" fmla="*/ 25 h 45"/>
                <a:gd name="T18" fmla="*/ 9 w 42"/>
                <a:gd name="T19" fmla="*/ 32 h 45"/>
                <a:gd name="T20" fmla="*/ 15 w 42"/>
                <a:gd name="T21" fmla="*/ 38 h 45"/>
                <a:gd name="T22" fmla="*/ 42 w 42"/>
                <a:gd name="T23" fmla="*/ 38 h 45"/>
                <a:gd name="T24" fmla="*/ 42 w 42"/>
                <a:gd name="T25" fmla="*/ 45 h 45"/>
                <a:gd name="T26" fmla="*/ 13 w 42"/>
                <a:gd name="T27" fmla="*/ 45 h 45"/>
                <a:gd name="T28" fmla="*/ 0 w 42"/>
                <a:gd name="T29" fmla="*/ 3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45">
                  <a:moveTo>
                    <a:pt x="0" y="3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6"/>
                    <a:pt x="11" y="38"/>
                    <a:pt x="15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5" y="45"/>
                    <a:pt x="0" y="41"/>
                    <a:pt x="0" y="32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6" name="Freeform 93">
              <a:extLst>
                <a:ext uri="{FF2B5EF4-FFF2-40B4-BE49-F238E27FC236}">
                  <a16:creationId xmlns:a16="http://schemas.microsoft.com/office/drawing/2014/main" id="{CFBD105D-7DFE-469D-85D1-3B1421DEBF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30432" y="2937967"/>
              <a:ext cx="54312" cy="63556"/>
            </a:xfrm>
            <a:custGeom>
              <a:avLst/>
              <a:gdLst>
                <a:gd name="T0" fmla="*/ 29 w 41"/>
                <a:gd name="T1" fmla="*/ 41 h 47"/>
                <a:gd name="T2" fmla="*/ 15 w 41"/>
                <a:gd name="T3" fmla="*/ 47 h 47"/>
                <a:gd name="T4" fmla="*/ 0 w 41"/>
                <a:gd name="T5" fmla="*/ 34 h 47"/>
                <a:gd name="T6" fmla="*/ 0 w 41"/>
                <a:gd name="T7" fmla="*/ 34 h 47"/>
                <a:gd name="T8" fmla="*/ 10 w 41"/>
                <a:gd name="T9" fmla="*/ 21 h 47"/>
                <a:gd name="T10" fmla="*/ 6 w 41"/>
                <a:gd name="T11" fmla="*/ 11 h 47"/>
                <a:gd name="T12" fmla="*/ 6 w 41"/>
                <a:gd name="T13" fmla="*/ 11 h 47"/>
                <a:gd name="T14" fmla="*/ 19 w 41"/>
                <a:gd name="T15" fmla="*/ 0 h 47"/>
                <a:gd name="T16" fmla="*/ 31 w 41"/>
                <a:gd name="T17" fmla="*/ 11 h 47"/>
                <a:gd name="T18" fmla="*/ 31 w 41"/>
                <a:gd name="T19" fmla="*/ 11 h 47"/>
                <a:gd name="T20" fmla="*/ 21 w 41"/>
                <a:gd name="T21" fmla="*/ 23 h 47"/>
                <a:gd name="T22" fmla="*/ 29 w 41"/>
                <a:gd name="T23" fmla="*/ 31 h 47"/>
                <a:gd name="T24" fmla="*/ 34 w 41"/>
                <a:gd name="T25" fmla="*/ 22 h 47"/>
                <a:gd name="T26" fmla="*/ 40 w 41"/>
                <a:gd name="T27" fmla="*/ 25 h 47"/>
                <a:gd name="T28" fmla="*/ 34 w 41"/>
                <a:gd name="T29" fmla="*/ 36 h 47"/>
                <a:gd name="T30" fmla="*/ 41 w 41"/>
                <a:gd name="T31" fmla="*/ 43 h 47"/>
                <a:gd name="T32" fmla="*/ 35 w 41"/>
                <a:gd name="T33" fmla="*/ 47 h 47"/>
                <a:gd name="T34" fmla="*/ 29 w 41"/>
                <a:gd name="T35" fmla="*/ 41 h 47"/>
                <a:gd name="T36" fmla="*/ 24 w 41"/>
                <a:gd name="T37" fmla="*/ 36 h 47"/>
                <a:gd name="T38" fmla="*/ 14 w 41"/>
                <a:gd name="T39" fmla="*/ 26 h 47"/>
                <a:gd name="T40" fmla="*/ 8 w 41"/>
                <a:gd name="T41" fmla="*/ 34 h 47"/>
                <a:gd name="T42" fmla="*/ 8 w 41"/>
                <a:gd name="T43" fmla="*/ 34 h 47"/>
                <a:gd name="T44" fmla="*/ 16 w 41"/>
                <a:gd name="T45" fmla="*/ 40 h 47"/>
                <a:gd name="T46" fmla="*/ 24 w 41"/>
                <a:gd name="T47" fmla="*/ 36 h 47"/>
                <a:gd name="T48" fmla="*/ 24 w 41"/>
                <a:gd name="T49" fmla="*/ 11 h 47"/>
                <a:gd name="T50" fmla="*/ 24 w 41"/>
                <a:gd name="T51" fmla="*/ 11 h 47"/>
                <a:gd name="T52" fmla="*/ 19 w 41"/>
                <a:gd name="T53" fmla="*/ 6 h 47"/>
                <a:gd name="T54" fmla="*/ 14 w 41"/>
                <a:gd name="T55" fmla="*/ 12 h 47"/>
                <a:gd name="T56" fmla="*/ 14 w 41"/>
                <a:gd name="T57" fmla="*/ 12 h 47"/>
                <a:gd name="T58" fmla="*/ 17 w 41"/>
                <a:gd name="T59" fmla="*/ 19 h 47"/>
                <a:gd name="T60" fmla="*/ 24 w 41"/>
                <a:gd name="T61" fmla="*/ 1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1" h="47">
                  <a:moveTo>
                    <a:pt x="29" y="41"/>
                  </a:moveTo>
                  <a:cubicBezTo>
                    <a:pt x="25" y="45"/>
                    <a:pt x="20" y="47"/>
                    <a:pt x="15" y="47"/>
                  </a:cubicBezTo>
                  <a:cubicBezTo>
                    <a:pt x="6" y="47"/>
                    <a:pt x="0" y="42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28"/>
                    <a:pt x="4" y="24"/>
                    <a:pt x="10" y="21"/>
                  </a:cubicBezTo>
                  <a:cubicBezTo>
                    <a:pt x="7" y="18"/>
                    <a:pt x="6" y="15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5"/>
                    <a:pt x="11" y="0"/>
                    <a:pt x="19" y="0"/>
                  </a:cubicBezTo>
                  <a:cubicBezTo>
                    <a:pt x="26" y="0"/>
                    <a:pt x="31" y="5"/>
                    <a:pt x="31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1" y="17"/>
                    <a:pt x="27" y="21"/>
                    <a:pt x="21" y="23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31" y="28"/>
                    <a:pt x="32" y="25"/>
                    <a:pt x="34" y="22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9"/>
                    <a:pt x="36" y="33"/>
                    <a:pt x="34" y="36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35" y="47"/>
                    <a:pt x="35" y="47"/>
                    <a:pt x="35" y="47"/>
                  </a:cubicBezTo>
                  <a:lnTo>
                    <a:pt x="29" y="41"/>
                  </a:lnTo>
                  <a:close/>
                  <a:moveTo>
                    <a:pt x="24" y="36"/>
                  </a:moveTo>
                  <a:cubicBezTo>
                    <a:pt x="14" y="26"/>
                    <a:pt x="14" y="26"/>
                    <a:pt x="14" y="26"/>
                  </a:cubicBezTo>
                  <a:cubicBezTo>
                    <a:pt x="10" y="28"/>
                    <a:pt x="8" y="31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8"/>
                    <a:pt x="11" y="40"/>
                    <a:pt x="16" y="40"/>
                  </a:cubicBezTo>
                  <a:cubicBezTo>
                    <a:pt x="19" y="40"/>
                    <a:pt x="22" y="39"/>
                    <a:pt x="24" y="36"/>
                  </a:cubicBezTo>
                  <a:close/>
                  <a:moveTo>
                    <a:pt x="24" y="11"/>
                  </a:moveTo>
                  <a:cubicBezTo>
                    <a:pt x="24" y="11"/>
                    <a:pt x="24" y="11"/>
                    <a:pt x="24" y="11"/>
                  </a:cubicBezTo>
                  <a:cubicBezTo>
                    <a:pt x="24" y="8"/>
                    <a:pt x="22" y="6"/>
                    <a:pt x="19" y="6"/>
                  </a:cubicBezTo>
                  <a:cubicBezTo>
                    <a:pt x="16" y="6"/>
                    <a:pt x="14" y="8"/>
                    <a:pt x="14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4" y="14"/>
                    <a:pt x="14" y="16"/>
                    <a:pt x="17" y="19"/>
                  </a:cubicBezTo>
                  <a:cubicBezTo>
                    <a:pt x="22" y="17"/>
                    <a:pt x="24" y="15"/>
                    <a:pt x="24" y="11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7" name="Rectangle 94">
              <a:extLst>
                <a:ext uri="{FF2B5EF4-FFF2-40B4-BE49-F238E27FC236}">
                  <a16:creationId xmlns:a16="http://schemas.microsoft.com/office/drawing/2014/main" id="{04AE7D9D-281C-4BF7-95CE-D4F26FC4B9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411" y="2939122"/>
              <a:ext cx="12712" cy="61245"/>
            </a:xfrm>
            <a:prstGeom prst="rect">
              <a:avLst/>
            </a:pr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8" name="Freeform 95">
              <a:extLst>
                <a:ext uri="{FF2B5EF4-FFF2-40B4-BE49-F238E27FC236}">
                  <a16:creationId xmlns:a16="http://schemas.microsoft.com/office/drawing/2014/main" id="{57010873-6375-4116-9B3C-86E7862994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0611" y="2939122"/>
              <a:ext cx="62400" cy="61245"/>
            </a:xfrm>
            <a:custGeom>
              <a:avLst/>
              <a:gdLst>
                <a:gd name="T0" fmla="*/ 11 w 54"/>
                <a:gd name="T1" fmla="*/ 16 h 53"/>
                <a:gd name="T2" fmla="*/ 11 w 54"/>
                <a:gd name="T3" fmla="*/ 53 h 53"/>
                <a:gd name="T4" fmla="*/ 0 w 54"/>
                <a:gd name="T5" fmla="*/ 53 h 53"/>
                <a:gd name="T6" fmla="*/ 0 w 54"/>
                <a:gd name="T7" fmla="*/ 0 h 53"/>
                <a:gd name="T8" fmla="*/ 11 w 54"/>
                <a:gd name="T9" fmla="*/ 0 h 53"/>
                <a:gd name="T10" fmla="*/ 43 w 54"/>
                <a:gd name="T11" fmla="*/ 38 h 53"/>
                <a:gd name="T12" fmla="*/ 43 w 54"/>
                <a:gd name="T13" fmla="*/ 0 h 53"/>
                <a:gd name="T14" fmla="*/ 54 w 54"/>
                <a:gd name="T15" fmla="*/ 0 h 53"/>
                <a:gd name="T16" fmla="*/ 54 w 54"/>
                <a:gd name="T17" fmla="*/ 53 h 53"/>
                <a:gd name="T18" fmla="*/ 43 w 54"/>
                <a:gd name="T19" fmla="*/ 53 h 53"/>
                <a:gd name="T20" fmla="*/ 11 w 54"/>
                <a:gd name="T21" fmla="*/ 1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53">
                  <a:moveTo>
                    <a:pt x="11" y="16"/>
                  </a:moveTo>
                  <a:lnTo>
                    <a:pt x="11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11" y="0"/>
                  </a:lnTo>
                  <a:lnTo>
                    <a:pt x="43" y="38"/>
                  </a:lnTo>
                  <a:lnTo>
                    <a:pt x="43" y="0"/>
                  </a:lnTo>
                  <a:lnTo>
                    <a:pt x="54" y="0"/>
                  </a:lnTo>
                  <a:lnTo>
                    <a:pt x="54" y="53"/>
                  </a:lnTo>
                  <a:lnTo>
                    <a:pt x="43" y="53"/>
                  </a:lnTo>
                  <a:lnTo>
                    <a:pt x="11" y="16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9" name="Freeform 96">
              <a:extLst>
                <a:ext uri="{FF2B5EF4-FFF2-40B4-BE49-F238E27FC236}">
                  <a16:creationId xmlns:a16="http://schemas.microsoft.com/office/drawing/2014/main" id="{C68A0CC3-DF45-4436-B589-ED5213CF9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2256" y="2939122"/>
              <a:ext cx="73956" cy="61245"/>
            </a:xfrm>
            <a:custGeom>
              <a:avLst/>
              <a:gdLst>
                <a:gd name="T0" fmla="*/ 64 w 64"/>
                <a:gd name="T1" fmla="*/ 0 h 53"/>
                <a:gd name="T2" fmla="*/ 38 w 64"/>
                <a:gd name="T3" fmla="*/ 53 h 53"/>
                <a:gd name="T4" fmla="*/ 27 w 64"/>
                <a:gd name="T5" fmla="*/ 53 h 53"/>
                <a:gd name="T6" fmla="*/ 0 w 64"/>
                <a:gd name="T7" fmla="*/ 0 h 53"/>
                <a:gd name="T8" fmla="*/ 13 w 64"/>
                <a:gd name="T9" fmla="*/ 0 h 53"/>
                <a:gd name="T10" fmla="*/ 33 w 64"/>
                <a:gd name="T11" fmla="*/ 42 h 53"/>
                <a:gd name="T12" fmla="*/ 52 w 64"/>
                <a:gd name="T13" fmla="*/ 0 h 53"/>
                <a:gd name="T14" fmla="*/ 64 w 64"/>
                <a:gd name="T15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4" h="53">
                  <a:moveTo>
                    <a:pt x="64" y="0"/>
                  </a:moveTo>
                  <a:lnTo>
                    <a:pt x="38" y="53"/>
                  </a:lnTo>
                  <a:lnTo>
                    <a:pt x="27" y="53"/>
                  </a:lnTo>
                  <a:lnTo>
                    <a:pt x="0" y="0"/>
                  </a:lnTo>
                  <a:lnTo>
                    <a:pt x="13" y="0"/>
                  </a:lnTo>
                  <a:lnTo>
                    <a:pt x="33" y="42"/>
                  </a:lnTo>
                  <a:lnTo>
                    <a:pt x="52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0" name="Freeform 97">
              <a:extLst>
                <a:ext uri="{FF2B5EF4-FFF2-40B4-BE49-F238E27FC236}">
                  <a16:creationId xmlns:a16="http://schemas.microsoft.com/office/drawing/2014/main" id="{585F66F9-2FB0-43CA-B9FA-A18CB23DC9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3145" y="2939122"/>
              <a:ext cx="55467" cy="61245"/>
            </a:xfrm>
            <a:custGeom>
              <a:avLst/>
              <a:gdLst>
                <a:gd name="T0" fmla="*/ 0 w 42"/>
                <a:gd name="T1" fmla="*/ 32 h 45"/>
                <a:gd name="T2" fmla="*/ 0 w 42"/>
                <a:gd name="T3" fmla="*/ 0 h 45"/>
                <a:gd name="T4" fmla="*/ 42 w 42"/>
                <a:gd name="T5" fmla="*/ 0 h 45"/>
                <a:gd name="T6" fmla="*/ 42 w 42"/>
                <a:gd name="T7" fmla="*/ 7 h 45"/>
                <a:gd name="T8" fmla="*/ 10 w 42"/>
                <a:gd name="T9" fmla="*/ 7 h 45"/>
                <a:gd name="T10" fmla="*/ 10 w 42"/>
                <a:gd name="T11" fmla="*/ 18 h 45"/>
                <a:gd name="T12" fmla="*/ 39 w 42"/>
                <a:gd name="T13" fmla="*/ 18 h 45"/>
                <a:gd name="T14" fmla="*/ 39 w 42"/>
                <a:gd name="T15" fmla="*/ 25 h 45"/>
                <a:gd name="T16" fmla="*/ 10 w 42"/>
                <a:gd name="T17" fmla="*/ 25 h 45"/>
                <a:gd name="T18" fmla="*/ 10 w 42"/>
                <a:gd name="T19" fmla="*/ 32 h 45"/>
                <a:gd name="T20" fmla="*/ 16 w 42"/>
                <a:gd name="T21" fmla="*/ 38 h 45"/>
                <a:gd name="T22" fmla="*/ 42 w 42"/>
                <a:gd name="T23" fmla="*/ 38 h 45"/>
                <a:gd name="T24" fmla="*/ 42 w 42"/>
                <a:gd name="T25" fmla="*/ 45 h 45"/>
                <a:gd name="T26" fmla="*/ 14 w 42"/>
                <a:gd name="T27" fmla="*/ 45 h 45"/>
                <a:gd name="T28" fmla="*/ 0 w 42"/>
                <a:gd name="T29" fmla="*/ 3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45">
                  <a:moveTo>
                    <a:pt x="0" y="3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0" y="36"/>
                    <a:pt x="12" y="38"/>
                    <a:pt x="16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5" y="45"/>
                    <a:pt x="0" y="41"/>
                    <a:pt x="0" y="32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1" name="Freeform 98">
              <a:extLst>
                <a:ext uri="{FF2B5EF4-FFF2-40B4-BE49-F238E27FC236}">
                  <a16:creationId xmlns:a16="http://schemas.microsoft.com/office/drawing/2014/main" id="{ED903328-2E4F-41F7-BEB2-35496825D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9013" y="2937967"/>
              <a:ext cx="64712" cy="63556"/>
            </a:xfrm>
            <a:custGeom>
              <a:avLst/>
              <a:gdLst>
                <a:gd name="T0" fmla="*/ 0 w 48"/>
                <a:gd name="T1" fmla="*/ 40 h 47"/>
                <a:gd name="T2" fmla="*/ 4 w 48"/>
                <a:gd name="T3" fmla="*/ 33 h 47"/>
                <a:gd name="T4" fmla="*/ 25 w 48"/>
                <a:gd name="T5" fmla="*/ 40 h 47"/>
                <a:gd name="T6" fmla="*/ 38 w 48"/>
                <a:gd name="T7" fmla="*/ 34 h 47"/>
                <a:gd name="T8" fmla="*/ 24 w 48"/>
                <a:gd name="T9" fmla="*/ 28 h 47"/>
                <a:gd name="T10" fmla="*/ 1 w 48"/>
                <a:gd name="T11" fmla="*/ 14 h 47"/>
                <a:gd name="T12" fmla="*/ 24 w 48"/>
                <a:gd name="T13" fmla="*/ 0 h 47"/>
                <a:gd name="T14" fmla="*/ 47 w 48"/>
                <a:gd name="T15" fmla="*/ 6 h 47"/>
                <a:gd name="T16" fmla="*/ 43 w 48"/>
                <a:gd name="T17" fmla="*/ 13 h 47"/>
                <a:gd name="T18" fmla="*/ 24 w 48"/>
                <a:gd name="T19" fmla="*/ 7 h 47"/>
                <a:gd name="T20" fmla="*/ 11 w 48"/>
                <a:gd name="T21" fmla="*/ 12 h 47"/>
                <a:gd name="T22" fmla="*/ 25 w 48"/>
                <a:gd name="T23" fmla="*/ 18 h 47"/>
                <a:gd name="T24" fmla="*/ 48 w 48"/>
                <a:gd name="T25" fmla="*/ 33 h 47"/>
                <a:gd name="T26" fmla="*/ 25 w 48"/>
                <a:gd name="T27" fmla="*/ 47 h 47"/>
                <a:gd name="T28" fmla="*/ 0 w 48"/>
                <a:gd name="T29" fmla="*/ 4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" h="47">
                  <a:moveTo>
                    <a:pt x="0" y="40"/>
                  </a:moveTo>
                  <a:cubicBezTo>
                    <a:pt x="4" y="33"/>
                    <a:pt x="4" y="33"/>
                    <a:pt x="4" y="33"/>
                  </a:cubicBezTo>
                  <a:cubicBezTo>
                    <a:pt x="10" y="38"/>
                    <a:pt x="18" y="40"/>
                    <a:pt x="25" y="40"/>
                  </a:cubicBezTo>
                  <a:cubicBezTo>
                    <a:pt x="32" y="40"/>
                    <a:pt x="38" y="38"/>
                    <a:pt x="38" y="34"/>
                  </a:cubicBezTo>
                  <a:cubicBezTo>
                    <a:pt x="38" y="31"/>
                    <a:pt x="32" y="29"/>
                    <a:pt x="24" y="28"/>
                  </a:cubicBezTo>
                  <a:cubicBezTo>
                    <a:pt x="14" y="25"/>
                    <a:pt x="1" y="23"/>
                    <a:pt x="1" y="14"/>
                  </a:cubicBezTo>
                  <a:cubicBezTo>
                    <a:pt x="1" y="5"/>
                    <a:pt x="12" y="0"/>
                    <a:pt x="24" y="0"/>
                  </a:cubicBezTo>
                  <a:cubicBezTo>
                    <a:pt x="32" y="0"/>
                    <a:pt x="41" y="2"/>
                    <a:pt x="47" y="6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37" y="9"/>
                    <a:pt x="30" y="7"/>
                    <a:pt x="24" y="7"/>
                  </a:cubicBezTo>
                  <a:cubicBezTo>
                    <a:pt x="18" y="7"/>
                    <a:pt x="11" y="9"/>
                    <a:pt x="11" y="12"/>
                  </a:cubicBezTo>
                  <a:cubicBezTo>
                    <a:pt x="11" y="16"/>
                    <a:pt x="17" y="17"/>
                    <a:pt x="25" y="18"/>
                  </a:cubicBezTo>
                  <a:cubicBezTo>
                    <a:pt x="35" y="20"/>
                    <a:pt x="48" y="23"/>
                    <a:pt x="48" y="33"/>
                  </a:cubicBezTo>
                  <a:cubicBezTo>
                    <a:pt x="48" y="42"/>
                    <a:pt x="37" y="47"/>
                    <a:pt x="25" y="47"/>
                  </a:cubicBezTo>
                  <a:cubicBezTo>
                    <a:pt x="16" y="47"/>
                    <a:pt x="6" y="44"/>
                    <a:pt x="0" y="40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2" name="Freeform 99">
              <a:extLst>
                <a:ext uri="{FF2B5EF4-FFF2-40B4-BE49-F238E27FC236}">
                  <a16:creationId xmlns:a16="http://schemas.microsoft.com/office/drawing/2014/main" id="{250F7E15-727A-42DD-B063-63EACF3A96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8347" y="2939122"/>
              <a:ext cx="60089" cy="61245"/>
            </a:xfrm>
            <a:custGeom>
              <a:avLst/>
              <a:gdLst>
                <a:gd name="T0" fmla="*/ 0 w 52"/>
                <a:gd name="T1" fmla="*/ 8 h 53"/>
                <a:gd name="T2" fmla="*/ 0 w 52"/>
                <a:gd name="T3" fmla="*/ 0 h 53"/>
                <a:gd name="T4" fmla="*/ 52 w 52"/>
                <a:gd name="T5" fmla="*/ 0 h 53"/>
                <a:gd name="T6" fmla="*/ 52 w 52"/>
                <a:gd name="T7" fmla="*/ 8 h 53"/>
                <a:gd name="T8" fmla="*/ 33 w 52"/>
                <a:gd name="T9" fmla="*/ 8 h 53"/>
                <a:gd name="T10" fmla="*/ 33 w 52"/>
                <a:gd name="T11" fmla="*/ 53 h 53"/>
                <a:gd name="T12" fmla="*/ 21 w 52"/>
                <a:gd name="T13" fmla="*/ 53 h 53"/>
                <a:gd name="T14" fmla="*/ 21 w 52"/>
                <a:gd name="T15" fmla="*/ 8 h 53"/>
                <a:gd name="T16" fmla="*/ 0 w 52"/>
                <a:gd name="T17" fmla="*/ 8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3">
                  <a:moveTo>
                    <a:pt x="0" y="8"/>
                  </a:moveTo>
                  <a:lnTo>
                    <a:pt x="0" y="0"/>
                  </a:lnTo>
                  <a:lnTo>
                    <a:pt x="52" y="0"/>
                  </a:lnTo>
                  <a:lnTo>
                    <a:pt x="52" y="8"/>
                  </a:lnTo>
                  <a:lnTo>
                    <a:pt x="33" y="8"/>
                  </a:lnTo>
                  <a:lnTo>
                    <a:pt x="33" y="53"/>
                  </a:lnTo>
                  <a:lnTo>
                    <a:pt x="21" y="53"/>
                  </a:lnTo>
                  <a:lnTo>
                    <a:pt x="21" y="8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3" name="Freeform 100">
              <a:extLst>
                <a:ext uri="{FF2B5EF4-FFF2-40B4-BE49-F238E27FC236}">
                  <a16:creationId xmlns:a16="http://schemas.microsoft.com/office/drawing/2014/main" id="{BEC847D4-77BF-4547-860D-DF5A6771D7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9991" y="2939122"/>
              <a:ext cx="70490" cy="61245"/>
            </a:xfrm>
            <a:custGeom>
              <a:avLst/>
              <a:gdLst>
                <a:gd name="T0" fmla="*/ 49 w 61"/>
                <a:gd name="T1" fmla="*/ 0 h 53"/>
                <a:gd name="T2" fmla="*/ 61 w 61"/>
                <a:gd name="T3" fmla="*/ 0 h 53"/>
                <a:gd name="T4" fmla="*/ 61 w 61"/>
                <a:gd name="T5" fmla="*/ 53 h 53"/>
                <a:gd name="T6" fmla="*/ 50 w 61"/>
                <a:gd name="T7" fmla="*/ 53 h 53"/>
                <a:gd name="T8" fmla="*/ 50 w 61"/>
                <a:gd name="T9" fmla="*/ 13 h 53"/>
                <a:gd name="T10" fmla="*/ 30 w 61"/>
                <a:gd name="T11" fmla="*/ 44 h 53"/>
                <a:gd name="T12" fmla="*/ 9 w 61"/>
                <a:gd name="T13" fmla="*/ 14 h 53"/>
                <a:gd name="T14" fmla="*/ 9 w 61"/>
                <a:gd name="T15" fmla="*/ 53 h 53"/>
                <a:gd name="T16" fmla="*/ 0 w 61"/>
                <a:gd name="T17" fmla="*/ 53 h 53"/>
                <a:gd name="T18" fmla="*/ 0 w 61"/>
                <a:gd name="T19" fmla="*/ 0 h 53"/>
                <a:gd name="T20" fmla="*/ 11 w 61"/>
                <a:gd name="T21" fmla="*/ 0 h 53"/>
                <a:gd name="T22" fmla="*/ 30 w 61"/>
                <a:gd name="T23" fmla="*/ 27 h 53"/>
                <a:gd name="T24" fmla="*/ 49 w 61"/>
                <a:gd name="T25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1" h="53">
                  <a:moveTo>
                    <a:pt x="49" y="0"/>
                  </a:moveTo>
                  <a:lnTo>
                    <a:pt x="61" y="0"/>
                  </a:lnTo>
                  <a:lnTo>
                    <a:pt x="61" y="53"/>
                  </a:lnTo>
                  <a:lnTo>
                    <a:pt x="50" y="53"/>
                  </a:lnTo>
                  <a:lnTo>
                    <a:pt x="50" y="13"/>
                  </a:lnTo>
                  <a:lnTo>
                    <a:pt x="30" y="44"/>
                  </a:lnTo>
                  <a:lnTo>
                    <a:pt x="9" y="14"/>
                  </a:lnTo>
                  <a:lnTo>
                    <a:pt x="9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11" y="0"/>
                  </a:lnTo>
                  <a:lnTo>
                    <a:pt x="30" y="27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4" name="Freeform 101">
              <a:extLst>
                <a:ext uri="{FF2B5EF4-FFF2-40B4-BE49-F238E27FC236}">
                  <a16:creationId xmlns:a16="http://schemas.microsoft.com/office/drawing/2014/main" id="{569DF2F6-C668-4CC2-9F23-4B09865CA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6658" y="2939122"/>
              <a:ext cx="55467" cy="61245"/>
            </a:xfrm>
            <a:custGeom>
              <a:avLst/>
              <a:gdLst>
                <a:gd name="T0" fmla="*/ 0 w 42"/>
                <a:gd name="T1" fmla="*/ 32 h 45"/>
                <a:gd name="T2" fmla="*/ 0 w 42"/>
                <a:gd name="T3" fmla="*/ 0 h 45"/>
                <a:gd name="T4" fmla="*/ 41 w 42"/>
                <a:gd name="T5" fmla="*/ 0 h 45"/>
                <a:gd name="T6" fmla="*/ 41 w 42"/>
                <a:gd name="T7" fmla="*/ 7 h 45"/>
                <a:gd name="T8" fmla="*/ 10 w 42"/>
                <a:gd name="T9" fmla="*/ 7 h 45"/>
                <a:gd name="T10" fmla="*/ 10 w 42"/>
                <a:gd name="T11" fmla="*/ 18 h 45"/>
                <a:gd name="T12" fmla="*/ 38 w 42"/>
                <a:gd name="T13" fmla="*/ 18 h 45"/>
                <a:gd name="T14" fmla="*/ 38 w 42"/>
                <a:gd name="T15" fmla="*/ 25 h 45"/>
                <a:gd name="T16" fmla="*/ 10 w 42"/>
                <a:gd name="T17" fmla="*/ 25 h 45"/>
                <a:gd name="T18" fmla="*/ 10 w 42"/>
                <a:gd name="T19" fmla="*/ 32 h 45"/>
                <a:gd name="T20" fmla="*/ 15 w 42"/>
                <a:gd name="T21" fmla="*/ 38 h 45"/>
                <a:gd name="T22" fmla="*/ 42 w 42"/>
                <a:gd name="T23" fmla="*/ 38 h 45"/>
                <a:gd name="T24" fmla="*/ 42 w 42"/>
                <a:gd name="T25" fmla="*/ 45 h 45"/>
                <a:gd name="T26" fmla="*/ 13 w 42"/>
                <a:gd name="T27" fmla="*/ 45 h 45"/>
                <a:gd name="T28" fmla="*/ 0 w 42"/>
                <a:gd name="T29" fmla="*/ 3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45">
                  <a:moveTo>
                    <a:pt x="0" y="3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0" y="36"/>
                    <a:pt x="11" y="38"/>
                    <a:pt x="15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5" y="45"/>
                    <a:pt x="0" y="41"/>
                    <a:pt x="0" y="32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5" name="Freeform 102">
              <a:extLst>
                <a:ext uri="{FF2B5EF4-FFF2-40B4-BE49-F238E27FC236}">
                  <a16:creationId xmlns:a16="http://schemas.microsoft.com/office/drawing/2014/main" id="{DD04DBD0-61AD-4815-88D9-C3BEEF731D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148" y="2939122"/>
              <a:ext cx="62400" cy="61245"/>
            </a:xfrm>
            <a:custGeom>
              <a:avLst/>
              <a:gdLst>
                <a:gd name="T0" fmla="*/ 10 w 54"/>
                <a:gd name="T1" fmla="*/ 16 h 53"/>
                <a:gd name="T2" fmla="*/ 10 w 54"/>
                <a:gd name="T3" fmla="*/ 53 h 53"/>
                <a:gd name="T4" fmla="*/ 0 w 54"/>
                <a:gd name="T5" fmla="*/ 53 h 53"/>
                <a:gd name="T6" fmla="*/ 0 w 54"/>
                <a:gd name="T7" fmla="*/ 0 h 53"/>
                <a:gd name="T8" fmla="*/ 10 w 54"/>
                <a:gd name="T9" fmla="*/ 0 h 53"/>
                <a:gd name="T10" fmla="*/ 43 w 54"/>
                <a:gd name="T11" fmla="*/ 38 h 53"/>
                <a:gd name="T12" fmla="*/ 43 w 54"/>
                <a:gd name="T13" fmla="*/ 0 h 53"/>
                <a:gd name="T14" fmla="*/ 54 w 54"/>
                <a:gd name="T15" fmla="*/ 0 h 53"/>
                <a:gd name="T16" fmla="*/ 54 w 54"/>
                <a:gd name="T17" fmla="*/ 53 h 53"/>
                <a:gd name="T18" fmla="*/ 43 w 54"/>
                <a:gd name="T19" fmla="*/ 53 h 53"/>
                <a:gd name="T20" fmla="*/ 10 w 54"/>
                <a:gd name="T21" fmla="*/ 1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53">
                  <a:moveTo>
                    <a:pt x="10" y="16"/>
                  </a:moveTo>
                  <a:lnTo>
                    <a:pt x="10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10" y="0"/>
                  </a:lnTo>
                  <a:lnTo>
                    <a:pt x="43" y="38"/>
                  </a:lnTo>
                  <a:lnTo>
                    <a:pt x="43" y="0"/>
                  </a:lnTo>
                  <a:lnTo>
                    <a:pt x="54" y="0"/>
                  </a:lnTo>
                  <a:lnTo>
                    <a:pt x="54" y="53"/>
                  </a:lnTo>
                  <a:lnTo>
                    <a:pt x="43" y="53"/>
                  </a:lnTo>
                  <a:lnTo>
                    <a:pt x="10" y="16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6" name="Freeform 103">
              <a:extLst>
                <a:ext uri="{FF2B5EF4-FFF2-40B4-BE49-F238E27FC236}">
                  <a16:creationId xmlns:a16="http://schemas.microsoft.com/office/drawing/2014/main" id="{1410667B-FB08-4950-A03F-D47FBA2013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8793" y="2939122"/>
              <a:ext cx="60089" cy="61245"/>
            </a:xfrm>
            <a:custGeom>
              <a:avLst/>
              <a:gdLst>
                <a:gd name="T0" fmla="*/ 0 w 52"/>
                <a:gd name="T1" fmla="*/ 8 h 53"/>
                <a:gd name="T2" fmla="*/ 0 w 52"/>
                <a:gd name="T3" fmla="*/ 0 h 53"/>
                <a:gd name="T4" fmla="*/ 52 w 52"/>
                <a:gd name="T5" fmla="*/ 0 h 53"/>
                <a:gd name="T6" fmla="*/ 52 w 52"/>
                <a:gd name="T7" fmla="*/ 8 h 53"/>
                <a:gd name="T8" fmla="*/ 33 w 52"/>
                <a:gd name="T9" fmla="*/ 8 h 53"/>
                <a:gd name="T10" fmla="*/ 33 w 52"/>
                <a:gd name="T11" fmla="*/ 53 h 53"/>
                <a:gd name="T12" fmla="*/ 21 w 52"/>
                <a:gd name="T13" fmla="*/ 53 h 53"/>
                <a:gd name="T14" fmla="*/ 21 w 52"/>
                <a:gd name="T15" fmla="*/ 8 h 53"/>
                <a:gd name="T16" fmla="*/ 0 w 52"/>
                <a:gd name="T17" fmla="*/ 8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3">
                  <a:moveTo>
                    <a:pt x="0" y="8"/>
                  </a:moveTo>
                  <a:lnTo>
                    <a:pt x="0" y="0"/>
                  </a:lnTo>
                  <a:lnTo>
                    <a:pt x="52" y="0"/>
                  </a:lnTo>
                  <a:lnTo>
                    <a:pt x="52" y="8"/>
                  </a:lnTo>
                  <a:lnTo>
                    <a:pt x="33" y="8"/>
                  </a:lnTo>
                  <a:lnTo>
                    <a:pt x="33" y="53"/>
                  </a:lnTo>
                  <a:lnTo>
                    <a:pt x="21" y="53"/>
                  </a:lnTo>
                  <a:lnTo>
                    <a:pt x="21" y="8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7" name="Freeform 104">
              <a:extLst>
                <a:ext uri="{FF2B5EF4-FFF2-40B4-BE49-F238E27FC236}">
                  <a16:creationId xmlns:a16="http://schemas.microsoft.com/office/drawing/2014/main" id="{68A88F78-5653-4B99-A4FC-C03802B9AB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33549" y="2939122"/>
              <a:ext cx="63556" cy="61245"/>
            </a:xfrm>
            <a:custGeom>
              <a:avLst/>
              <a:gdLst>
                <a:gd name="T0" fmla="*/ 47 w 47"/>
                <a:gd name="T1" fmla="*/ 33 h 45"/>
                <a:gd name="T2" fmla="*/ 28 w 47"/>
                <a:gd name="T3" fmla="*/ 45 h 45"/>
                <a:gd name="T4" fmla="*/ 0 w 47"/>
                <a:gd name="T5" fmla="*/ 45 h 45"/>
                <a:gd name="T6" fmla="*/ 0 w 47"/>
                <a:gd name="T7" fmla="*/ 0 h 45"/>
                <a:gd name="T8" fmla="*/ 26 w 47"/>
                <a:gd name="T9" fmla="*/ 0 h 45"/>
                <a:gd name="T10" fmla="*/ 45 w 47"/>
                <a:gd name="T11" fmla="*/ 12 h 45"/>
                <a:gd name="T12" fmla="*/ 38 w 47"/>
                <a:gd name="T13" fmla="*/ 22 h 45"/>
                <a:gd name="T14" fmla="*/ 47 w 47"/>
                <a:gd name="T15" fmla="*/ 33 h 45"/>
                <a:gd name="T16" fmla="*/ 9 w 47"/>
                <a:gd name="T17" fmla="*/ 7 h 45"/>
                <a:gd name="T18" fmla="*/ 9 w 47"/>
                <a:gd name="T19" fmla="*/ 19 h 45"/>
                <a:gd name="T20" fmla="*/ 26 w 47"/>
                <a:gd name="T21" fmla="*/ 19 h 45"/>
                <a:gd name="T22" fmla="*/ 35 w 47"/>
                <a:gd name="T23" fmla="*/ 13 h 45"/>
                <a:gd name="T24" fmla="*/ 26 w 47"/>
                <a:gd name="T25" fmla="*/ 7 h 45"/>
                <a:gd name="T26" fmla="*/ 9 w 47"/>
                <a:gd name="T27" fmla="*/ 7 h 45"/>
                <a:gd name="T28" fmla="*/ 37 w 47"/>
                <a:gd name="T29" fmla="*/ 32 h 45"/>
                <a:gd name="T30" fmla="*/ 28 w 47"/>
                <a:gd name="T31" fmla="*/ 26 h 45"/>
                <a:gd name="T32" fmla="*/ 9 w 47"/>
                <a:gd name="T33" fmla="*/ 26 h 45"/>
                <a:gd name="T34" fmla="*/ 9 w 47"/>
                <a:gd name="T35" fmla="*/ 38 h 45"/>
                <a:gd name="T36" fmla="*/ 27 w 47"/>
                <a:gd name="T37" fmla="*/ 38 h 45"/>
                <a:gd name="T38" fmla="*/ 37 w 47"/>
                <a:gd name="T39" fmla="*/ 3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7" h="45">
                  <a:moveTo>
                    <a:pt x="47" y="33"/>
                  </a:moveTo>
                  <a:cubicBezTo>
                    <a:pt x="47" y="41"/>
                    <a:pt x="39" y="45"/>
                    <a:pt x="28" y="45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37" y="0"/>
                    <a:pt x="45" y="4"/>
                    <a:pt x="45" y="12"/>
                  </a:cubicBezTo>
                  <a:cubicBezTo>
                    <a:pt x="45" y="17"/>
                    <a:pt x="42" y="20"/>
                    <a:pt x="38" y="22"/>
                  </a:cubicBezTo>
                  <a:cubicBezTo>
                    <a:pt x="43" y="24"/>
                    <a:pt x="47" y="27"/>
                    <a:pt x="47" y="33"/>
                  </a:cubicBezTo>
                  <a:close/>
                  <a:moveTo>
                    <a:pt x="9" y="7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31" y="19"/>
                    <a:pt x="35" y="17"/>
                    <a:pt x="35" y="13"/>
                  </a:cubicBezTo>
                  <a:cubicBezTo>
                    <a:pt x="35" y="9"/>
                    <a:pt x="31" y="7"/>
                    <a:pt x="26" y="7"/>
                  </a:cubicBezTo>
                  <a:lnTo>
                    <a:pt x="9" y="7"/>
                  </a:lnTo>
                  <a:close/>
                  <a:moveTo>
                    <a:pt x="37" y="32"/>
                  </a:moveTo>
                  <a:cubicBezTo>
                    <a:pt x="37" y="28"/>
                    <a:pt x="33" y="26"/>
                    <a:pt x="28" y="26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33" y="38"/>
                    <a:pt x="37" y="36"/>
                    <a:pt x="37" y="32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8" name="Freeform 105">
              <a:extLst>
                <a:ext uri="{FF2B5EF4-FFF2-40B4-BE49-F238E27FC236}">
                  <a16:creationId xmlns:a16="http://schemas.microsoft.com/office/drawing/2014/main" id="{BE6DB05A-EC72-4A7D-9142-8D5224C0F5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98261" y="2939122"/>
              <a:ext cx="76267" cy="61245"/>
            </a:xfrm>
            <a:custGeom>
              <a:avLst/>
              <a:gdLst>
                <a:gd name="T0" fmla="*/ 47 w 66"/>
                <a:gd name="T1" fmla="*/ 40 h 53"/>
                <a:gd name="T2" fmla="*/ 18 w 66"/>
                <a:gd name="T3" fmla="*/ 40 h 53"/>
                <a:gd name="T4" fmla="*/ 11 w 66"/>
                <a:gd name="T5" fmla="*/ 53 h 53"/>
                <a:gd name="T6" fmla="*/ 0 w 66"/>
                <a:gd name="T7" fmla="*/ 53 h 53"/>
                <a:gd name="T8" fmla="*/ 28 w 66"/>
                <a:gd name="T9" fmla="*/ 0 h 53"/>
                <a:gd name="T10" fmla="*/ 39 w 66"/>
                <a:gd name="T11" fmla="*/ 0 h 53"/>
                <a:gd name="T12" fmla="*/ 66 w 66"/>
                <a:gd name="T13" fmla="*/ 53 h 53"/>
                <a:gd name="T14" fmla="*/ 53 w 66"/>
                <a:gd name="T15" fmla="*/ 53 h 53"/>
                <a:gd name="T16" fmla="*/ 47 w 66"/>
                <a:gd name="T17" fmla="*/ 40 h 53"/>
                <a:gd name="T18" fmla="*/ 43 w 66"/>
                <a:gd name="T19" fmla="*/ 32 h 53"/>
                <a:gd name="T20" fmla="*/ 32 w 66"/>
                <a:gd name="T21" fmla="*/ 11 h 53"/>
                <a:gd name="T22" fmla="*/ 22 w 66"/>
                <a:gd name="T23" fmla="*/ 32 h 53"/>
                <a:gd name="T24" fmla="*/ 43 w 66"/>
                <a:gd name="T25" fmla="*/ 3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53">
                  <a:moveTo>
                    <a:pt x="47" y="40"/>
                  </a:moveTo>
                  <a:lnTo>
                    <a:pt x="18" y="40"/>
                  </a:lnTo>
                  <a:lnTo>
                    <a:pt x="11" y="53"/>
                  </a:lnTo>
                  <a:lnTo>
                    <a:pt x="0" y="53"/>
                  </a:lnTo>
                  <a:lnTo>
                    <a:pt x="28" y="0"/>
                  </a:lnTo>
                  <a:lnTo>
                    <a:pt x="39" y="0"/>
                  </a:lnTo>
                  <a:lnTo>
                    <a:pt x="66" y="53"/>
                  </a:lnTo>
                  <a:lnTo>
                    <a:pt x="53" y="53"/>
                  </a:lnTo>
                  <a:lnTo>
                    <a:pt x="47" y="40"/>
                  </a:lnTo>
                  <a:close/>
                  <a:moveTo>
                    <a:pt x="43" y="32"/>
                  </a:moveTo>
                  <a:lnTo>
                    <a:pt x="32" y="11"/>
                  </a:lnTo>
                  <a:lnTo>
                    <a:pt x="22" y="32"/>
                  </a:lnTo>
                  <a:lnTo>
                    <a:pt x="43" y="32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9" name="Freeform 106">
              <a:extLst>
                <a:ext uri="{FF2B5EF4-FFF2-40B4-BE49-F238E27FC236}">
                  <a16:creationId xmlns:a16="http://schemas.microsoft.com/office/drawing/2014/main" id="{424CDF48-E42C-4F43-B6E8-E6F869B10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305" y="2939122"/>
              <a:ext cx="63556" cy="61245"/>
            </a:xfrm>
            <a:custGeom>
              <a:avLst/>
              <a:gdLst>
                <a:gd name="T0" fmla="*/ 11 w 55"/>
                <a:gd name="T1" fmla="*/ 16 h 53"/>
                <a:gd name="T2" fmla="*/ 11 w 55"/>
                <a:gd name="T3" fmla="*/ 53 h 53"/>
                <a:gd name="T4" fmla="*/ 0 w 55"/>
                <a:gd name="T5" fmla="*/ 53 h 53"/>
                <a:gd name="T6" fmla="*/ 0 w 55"/>
                <a:gd name="T7" fmla="*/ 0 h 53"/>
                <a:gd name="T8" fmla="*/ 11 w 55"/>
                <a:gd name="T9" fmla="*/ 0 h 53"/>
                <a:gd name="T10" fmla="*/ 43 w 55"/>
                <a:gd name="T11" fmla="*/ 38 h 53"/>
                <a:gd name="T12" fmla="*/ 43 w 55"/>
                <a:gd name="T13" fmla="*/ 0 h 53"/>
                <a:gd name="T14" fmla="*/ 55 w 55"/>
                <a:gd name="T15" fmla="*/ 0 h 53"/>
                <a:gd name="T16" fmla="*/ 55 w 55"/>
                <a:gd name="T17" fmla="*/ 53 h 53"/>
                <a:gd name="T18" fmla="*/ 43 w 55"/>
                <a:gd name="T19" fmla="*/ 53 h 53"/>
                <a:gd name="T20" fmla="*/ 11 w 55"/>
                <a:gd name="T21" fmla="*/ 1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5" h="53">
                  <a:moveTo>
                    <a:pt x="11" y="16"/>
                  </a:moveTo>
                  <a:lnTo>
                    <a:pt x="11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11" y="0"/>
                  </a:lnTo>
                  <a:lnTo>
                    <a:pt x="43" y="38"/>
                  </a:lnTo>
                  <a:lnTo>
                    <a:pt x="43" y="0"/>
                  </a:lnTo>
                  <a:lnTo>
                    <a:pt x="55" y="0"/>
                  </a:lnTo>
                  <a:lnTo>
                    <a:pt x="55" y="53"/>
                  </a:lnTo>
                  <a:lnTo>
                    <a:pt x="43" y="53"/>
                  </a:lnTo>
                  <a:lnTo>
                    <a:pt x="11" y="16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0" name="Freeform 107">
              <a:extLst>
                <a:ext uri="{FF2B5EF4-FFF2-40B4-BE49-F238E27FC236}">
                  <a16:creationId xmlns:a16="http://schemas.microsoft.com/office/drawing/2014/main" id="{9261D823-8A50-483B-B9BB-6D7FB90C6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040" y="2939122"/>
              <a:ext cx="63556" cy="61245"/>
            </a:xfrm>
            <a:custGeom>
              <a:avLst/>
              <a:gdLst>
                <a:gd name="T0" fmla="*/ 20 w 55"/>
                <a:gd name="T1" fmla="*/ 28 h 53"/>
                <a:gd name="T2" fmla="*/ 11 w 55"/>
                <a:gd name="T3" fmla="*/ 37 h 53"/>
                <a:gd name="T4" fmla="*/ 11 w 55"/>
                <a:gd name="T5" fmla="*/ 53 h 53"/>
                <a:gd name="T6" fmla="*/ 0 w 55"/>
                <a:gd name="T7" fmla="*/ 53 h 53"/>
                <a:gd name="T8" fmla="*/ 0 w 55"/>
                <a:gd name="T9" fmla="*/ 0 h 53"/>
                <a:gd name="T10" fmla="*/ 11 w 55"/>
                <a:gd name="T11" fmla="*/ 0 h 53"/>
                <a:gd name="T12" fmla="*/ 11 w 55"/>
                <a:gd name="T13" fmla="*/ 26 h 53"/>
                <a:gd name="T14" fmla="*/ 39 w 55"/>
                <a:gd name="T15" fmla="*/ 0 h 53"/>
                <a:gd name="T16" fmla="*/ 53 w 55"/>
                <a:gd name="T17" fmla="*/ 0 h 53"/>
                <a:gd name="T18" fmla="*/ 28 w 55"/>
                <a:gd name="T19" fmla="*/ 21 h 53"/>
                <a:gd name="T20" fmla="*/ 55 w 55"/>
                <a:gd name="T21" fmla="*/ 53 h 53"/>
                <a:gd name="T22" fmla="*/ 41 w 55"/>
                <a:gd name="T23" fmla="*/ 53 h 53"/>
                <a:gd name="T24" fmla="*/ 20 w 55"/>
                <a:gd name="T25" fmla="*/ 28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5" h="53">
                  <a:moveTo>
                    <a:pt x="20" y="28"/>
                  </a:moveTo>
                  <a:lnTo>
                    <a:pt x="11" y="37"/>
                  </a:lnTo>
                  <a:lnTo>
                    <a:pt x="11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11" y="0"/>
                  </a:lnTo>
                  <a:lnTo>
                    <a:pt x="11" y="26"/>
                  </a:lnTo>
                  <a:lnTo>
                    <a:pt x="39" y="0"/>
                  </a:lnTo>
                  <a:lnTo>
                    <a:pt x="53" y="0"/>
                  </a:lnTo>
                  <a:lnTo>
                    <a:pt x="28" y="21"/>
                  </a:lnTo>
                  <a:lnTo>
                    <a:pt x="55" y="53"/>
                  </a:lnTo>
                  <a:lnTo>
                    <a:pt x="41" y="53"/>
                  </a:lnTo>
                  <a:lnTo>
                    <a:pt x="20" y="28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1" name="Freeform 108">
              <a:extLst>
                <a:ext uri="{FF2B5EF4-FFF2-40B4-BE49-F238E27FC236}">
                  <a16:creationId xmlns:a16="http://schemas.microsoft.com/office/drawing/2014/main" id="{CF325F9E-56CF-474C-BE58-8AAA7E595A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4515" y="2889433"/>
              <a:ext cx="70490" cy="63556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2" name="Rectangle 109">
              <a:extLst>
                <a:ext uri="{FF2B5EF4-FFF2-40B4-BE49-F238E27FC236}">
                  <a16:creationId xmlns:a16="http://schemas.microsoft.com/office/drawing/2014/main" id="{39AFCF51-EA1D-432A-8FC1-79605E3919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692" y="2973789"/>
              <a:ext cx="323558" cy="27734"/>
            </a:xfrm>
            <a:prstGeom prst="rect">
              <a:avLst/>
            </a:prstGeom>
            <a:solidFill>
              <a:srgbClr val="72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grpSp>
          <p:nvGrpSpPr>
            <p:cNvPr id="93" name="Groupe 2">
              <a:extLst>
                <a:ext uri="{FF2B5EF4-FFF2-40B4-BE49-F238E27FC236}">
                  <a16:creationId xmlns:a16="http://schemas.microsoft.com/office/drawing/2014/main" id="{3E1C2649-66B9-457E-AD6A-2804DDBED7AD}"/>
                </a:ext>
              </a:extLst>
            </p:cNvPr>
            <p:cNvGrpSpPr/>
            <p:nvPr/>
          </p:nvGrpSpPr>
          <p:grpSpPr>
            <a:xfrm>
              <a:off x="1070693" y="2740365"/>
              <a:ext cx="1947124" cy="144446"/>
              <a:chOff x="1070693" y="2740365"/>
              <a:chExt cx="1947124" cy="144446"/>
            </a:xfrm>
          </p:grpSpPr>
          <p:sp>
            <p:nvSpPr>
              <p:cNvPr id="95" name="Freeform 70">
                <a:extLst>
                  <a:ext uri="{FF2B5EF4-FFF2-40B4-BE49-F238E27FC236}">
                    <a16:creationId xmlns:a16="http://schemas.microsoft.com/office/drawing/2014/main" id="{24F515C4-3BF2-4AD9-8220-2D3BBA9EB9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028" y="2770410"/>
                <a:ext cx="121335" cy="114401"/>
              </a:xfrm>
              <a:custGeom>
                <a:avLst/>
                <a:gdLst>
                  <a:gd name="T0" fmla="*/ 52 w 91"/>
                  <a:gd name="T1" fmla="*/ 0 h 85"/>
                  <a:gd name="T2" fmla="*/ 89 w 91"/>
                  <a:gd name="T3" fmla="*/ 12 h 85"/>
                  <a:gd name="T4" fmla="*/ 81 w 91"/>
                  <a:gd name="T5" fmla="*/ 22 h 85"/>
                  <a:gd name="T6" fmla="*/ 53 w 91"/>
                  <a:gd name="T7" fmla="*/ 13 h 85"/>
                  <a:gd name="T8" fmla="*/ 19 w 91"/>
                  <a:gd name="T9" fmla="*/ 43 h 85"/>
                  <a:gd name="T10" fmla="*/ 53 w 91"/>
                  <a:gd name="T11" fmla="*/ 72 h 85"/>
                  <a:gd name="T12" fmla="*/ 82 w 91"/>
                  <a:gd name="T13" fmla="*/ 62 h 85"/>
                  <a:gd name="T14" fmla="*/ 91 w 91"/>
                  <a:gd name="T15" fmla="*/ 73 h 85"/>
                  <a:gd name="T16" fmla="*/ 52 w 91"/>
                  <a:gd name="T17" fmla="*/ 85 h 85"/>
                  <a:gd name="T18" fmla="*/ 0 w 91"/>
                  <a:gd name="T19" fmla="*/ 43 h 85"/>
                  <a:gd name="T20" fmla="*/ 52 w 91"/>
                  <a:gd name="T21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1" h="85">
                    <a:moveTo>
                      <a:pt x="52" y="0"/>
                    </a:moveTo>
                    <a:cubicBezTo>
                      <a:pt x="65" y="0"/>
                      <a:pt x="78" y="4"/>
                      <a:pt x="89" y="12"/>
                    </a:cubicBezTo>
                    <a:cubicBezTo>
                      <a:pt x="81" y="22"/>
                      <a:pt x="81" y="22"/>
                      <a:pt x="81" y="22"/>
                    </a:cubicBezTo>
                    <a:cubicBezTo>
                      <a:pt x="72" y="16"/>
                      <a:pt x="65" y="13"/>
                      <a:pt x="53" y="13"/>
                    </a:cubicBezTo>
                    <a:cubicBezTo>
                      <a:pt x="34" y="13"/>
                      <a:pt x="19" y="25"/>
                      <a:pt x="19" y="43"/>
                    </a:cubicBezTo>
                    <a:cubicBezTo>
                      <a:pt x="19" y="60"/>
                      <a:pt x="34" y="72"/>
                      <a:pt x="53" y="72"/>
                    </a:cubicBezTo>
                    <a:cubicBezTo>
                      <a:pt x="65" y="72"/>
                      <a:pt x="73" y="69"/>
                      <a:pt x="82" y="62"/>
                    </a:cubicBezTo>
                    <a:cubicBezTo>
                      <a:pt x="91" y="73"/>
                      <a:pt x="91" y="73"/>
                      <a:pt x="91" y="73"/>
                    </a:cubicBezTo>
                    <a:cubicBezTo>
                      <a:pt x="80" y="81"/>
                      <a:pt x="66" y="85"/>
                      <a:pt x="52" y="85"/>
                    </a:cubicBezTo>
                    <a:cubicBezTo>
                      <a:pt x="26" y="85"/>
                      <a:pt x="0" y="70"/>
                      <a:pt x="0" y="43"/>
                    </a:cubicBezTo>
                    <a:cubicBezTo>
                      <a:pt x="0" y="16"/>
                      <a:pt x="26" y="0"/>
                      <a:pt x="52" y="0"/>
                    </a:cubicBez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6" name="Freeform 71">
                <a:extLst>
                  <a:ext uri="{FF2B5EF4-FFF2-40B4-BE49-F238E27FC236}">
                    <a16:creationId xmlns:a16="http://schemas.microsoft.com/office/drawing/2014/main" id="{DFCC7435-9991-406D-929F-B65C176A7E4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90785" y="2771566"/>
                <a:ext cx="112090" cy="112090"/>
              </a:xfrm>
              <a:custGeom>
                <a:avLst/>
                <a:gdLst>
                  <a:gd name="T0" fmla="*/ 0 w 84"/>
                  <a:gd name="T1" fmla="*/ 0 h 83"/>
                  <a:gd name="T2" fmla="*/ 44 w 84"/>
                  <a:gd name="T3" fmla="*/ 0 h 83"/>
                  <a:gd name="T4" fmla="*/ 82 w 84"/>
                  <a:gd name="T5" fmla="*/ 27 h 83"/>
                  <a:gd name="T6" fmla="*/ 57 w 84"/>
                  <a:gd name="T7" fmla="*/ 52 h 83"/>
                  <a:gd name="T8" fmla="*/ 84 w 84"/>
                  <a:gd name="T9" fmla="*/ 83 h 83"/>
                  <a:gd name="T10" fmla="*/ 64 w 84"/>
                  <a:gd name="T11" fmla="*/ 83 h 83"/>
                  <a:gd name="T12" fmla="*/ 39 w 84"/>
                  <a:gd name="T13" fmla="*/ 54 h 83"/>
                  <a:gd name="T14" fmla="*/ 17 w 84"/>
                  <a:gd name="T15" fmla="*/ 54 h 83"/>
                  <a:gd name="T16" fmla="*/ 17 w 84"/>
                  <a:gd name="T17" fmla="*/ 83 h 83"/>
                  <a:gd name="T18" fmla="*/ 0 w 84"/>
                  <a:gd name="T19" fmla="*/ 83 h 83"/>
                  <a:gd name="T20" fmla="*/ 0 w 84"/>
                  <a:gd name="T21" fmla="*/ 0 h 83"/>
                  <a:gd name="T22" fmla="*/ 43 w 84"/>
                  <a:gd name="T23" fmla="*/ 41 h 83"/>
                  <a:gd name="T24" fmla="*/ 63 w 84"/>
                  <a:gd name="T25" fmla="*/ 27 h 83"/>
                  <a:gd name="T26" fmla="*/ 43 w 84"/>
                  <a:gd name="T27" fmla="*/ 14 h 83"/>
                  <a:gd name="T28" fmla="*/ 17 w 84"/>
                  <a:gd name="T29" fmla="*/ 14 h 83"/>
                  <a:gd name="T30" fmla="*/ 17 w 84"/>
                  <a:gd name="T31" fmla="*/ 41 h 83"/>
                  <a:gd name="T32" fmla="*/ 43 w 84"/>
                  <a:gd name="T33" fmla="*/ 41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4" h="83">
                    <a:moveTo>
                      <a:pt x="0" y="0"/>
                    </a:moveTo>
                    <a:cubicBezTo>
                      <a:pt x="44" y="0"/>
                      <a:pt x="44" y="0"/>
                      <a:pt x="44" y="0"/>
                    </a:cubicBezTo>
                    <a:cubicBezTo>
                      <a:pt x="65" y="0"/>
                      <a:pt x="82" y="9"/>
                      <a:pt x="82" y="27"/>
                    </a:cubicBezTo>
                    <a:cubicBezTo>
                      <a:pt x="82" y="41"/>
                      <a:pt x="71" y="48"/>
                      <a:pt x="57" y="52"/>
                    </a:cubicBezTo>
                    <a:cubicBezTo>
                      <a:pt x="84" y="83"/>
                      <a:pt x="84" y="83"/>
                      <a:pt x="84" y="83"/>
                    </a:cubicBezTo>
                    <a:cubicBezTo>
                      <a:pt x="64" y="83"/>
                      <a:pt x="64" y="83"/>
                      <a:pt x="64" y="83"/>
                    </a:cubicBezTo>
                    <a:cubicBezTo>
                      <a:pt x="39" y="54"/>
                      <a:pt x="39" y="54"/>
                      <a:pt x="39" y="54"/>
                    </a:cubicBezTo>
                    <a:cubicBezTo>
                      <a:pt x="17" y="54"/>
                      <a:pt x="17" y="54"/>
                      <a:pt x="17" y="54"/>
                    </a:cubicBezTo>
                    <a:cubicBezTo>
                      <a:pt x="17" y="83"/>
                      <a:pt x="17" y="83"/>
                      <a:pt x="17" y="83"/>
                    </a:cubicBezTo>
                    <a:cubicBezTo>
                      <a:pt x="0" y="83"/>
                      <a:pt x="0" y="83"/>
                      <a:pt x="0" y="83"/>
                    </a:cubicBezTo>
                    <a:lnTo>
                      <a:pt x="0" y="0"/>
                    </a:lnTo>
                    <a:close/>
                    <a:moveTo>
                      <a:pt x="43" y="41"/>
                    </a:moveTo>
                    <a:cubicBezTo>
                      <a:pt x="55" y="41"/>
                      <a:pt x="63" y="36"/>
                      <a:pt x="63" y="27"/>
                    </a:cubicBezTo>
                    <a:cubicBezTo>
                      <a:pt x="63" y="18"/>
                      <a:pt x="56" y="14"/>
                      <a:pt x="43" y="14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41"/>
                      <a:pt x="17" y="41"/>
                      <a:pt x="17" y="41"/>
                    </a:cubicBezTo>
                    <a:lnTo>
                      <a:pt x="43" y="41"/>
                    </a:ln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7" name="Freeform 72">
                <a:extLst>
                  <a:ext uri="{FF2B5EF4-FFF2-40B4-BE49-F238E27FC236}">
                    <a16:creationId xmlns:a16="http://schemas.microsoft.com/office/drawing/2014/main" id="{FEBE8C61-8210-4B94-8B27-C9BA1371A4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28296" y="2740365"/>
                <a:ext cx="101690" cy="143290"/>
              </a:xfrm>
              <a:custGeom>
                <a:avLst/>
                <a:gdLst>
                  <a:gd name="T0" fmla="*/ 0 w 76"/>
                  <a:gd name="T1" fmla="*/ 82 h 106"/>
                  <a:gd name="T2" fmla="*/ 0 w 76"/>
                  <a:gd name="T3" fmla="*/ 23 h 106"/>
                  <a:gd name="T4" fmla="*/ 74 w 76"/>
                  <a:gd name="T5" fmla="*/ 23 h 106"/>
                  <a:gd name="T6" fmla="*/ 74 w 76"/>
                  <a:gd name="T7" fmla="*/ 37 h 106"/>
                  <a:gd name="T8" fmla="*/ 17 w 76"/>
                  <a:gd name="T9" fmla="*/ 37 h 106"/>
                  <a:gd name="T10" fmla="*/ 17 w 76"/>
                  <a:gd name="T11" fmla="*/ 57 h 106"/>
                  <a:gd name="T12" fmla="*/ 70 w 76"/>
                  <a:gd name="T13" fmla="*/ 57 h 106"/>
                  <a:gd name="T14" fmla="*/ 70 w 76"/>
                  <a:gd name="T15" fmla="*/ 69 h 106"/>
                  <a:gd name="T16" fmla="*/ 17 w 76"/>
                  <a:gd name="T17" fmla="*/ 69 h 106"/>
                  <a:gd name="T18" fmla="*/ 17 w 76"/>
                  <a:gd name="T19" fmla="*/ 82 h 106"/>
                  <a:gd name="T20" fmla="*/ 28 w 76"/>
                  <a:gd name="T21" fmla="*/ 93 h 106"/>
                  <a:gd name="T22" fmla="*/ 76 w 76"/>
                  <a:gd name="T23" fmla="*/ 93 h 106"/>
                  <a:gd name="T24" fmla="*/ 76 w 76"/>
                  <a:gd name="T25" fmla="*/ 106 h 106"/>
                  <a:gd name="T26" fmla="*/ 24 w 76"/>
                  <a:gd name="T27" fmla="*/ 106 h 106"/>
                  <a:gd name="T28" fmla="*/ 0 w 76"/>
                  <a:gd name="T29" fmla="*/ 82 h 106"/>
                  <a:gd name="T30" fmla="*/ 57 w 76"/>
                  <a:gd name="T31" fmla="*/ 0 h 106"/>
                  <a:gd name="T32" fmla="*/ 43 w 76"/>
                  <a:gd name="T33" fmla="*/ 14 h 106"/>
                  <a:gd name="T34" fmla="*/ 28 w 76"/>
                  <a:gd name="T35" fmla="*/ 14 h 106"/>
                  <a:gd name="T36" fmla="*/ 38 w 76"/>
                  <a:gd name="T37" fmla="*/ 0 h 106"/>
                  <a:gd name="T38" fmla="*/ 57 w 76"/>
                  <a:gd name="T3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6" h="106">
                    <a:moveTo>
                      <a:pt x="0" y="82"/>
                    </a:moveTo>
                    <a:cubicBezTo>
                      <a:pt x="0" y="23"/>
                      <a:pt x="0" y="23"/>
                      <a:pt x="0" y="23"/>
                    </a:cubicBezTo>
                    <a:cubicBezTo>
                      <a:pt x="74" y="23"/>
                      <a:pt x="74" y="23"/>
                      <a:pt x="74" y="23"/>
                    </a:cubicBezTo>
                    <a:cubicBezTo>
                      <a:pt x="74" y="37"/>
                      <a:pt x="74" y="37"/>
                      <a:pt x="74" y="37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70" y="57"/>
                      <a:pt x="70" y="57"/>
                      <a:pt x="70" y="57"/>
                    </a:cubicBezTo>
                    <a:cubicBezTo>
                      <a:pt x="70" y="69"/>
                      <a:pt x="70" y="69"/>
                      <a:pt x="70" y="69"/>
                    </a:cubicBezTo>
                    <a:cubicBezTo>
                      <a:pt x="17" y="69"/>
                      <a:pt x="17" y="69"/>
                      <a:pt x="17" y="69"/>
                    </a:cubicBezTo>
                    <a:cubicBezTo>
                      <a:pt x="17" y="82"/>
                      <a:pt x="17" y="82"/>
                      <a:pt x="17" y="82"/>
                    </a:cubicBezTo>
                    <a:cubicBezTo>
                      <a:pt x="17" y="89"/>
                      <a:pt x="21" y="93"/>
                      <a:pt x="28" y="93"/>
                    </a:cubicBezTo>
                    <a:cubicBezTo>
                      <a:pt x="76" y="93"/>
                      <a:pt x="76" y="93"/>
                      <a:pt x="76" y="93"/>
                    </a:cubicBezTo>
                    <a:cubicBezTo>
                      <a:pt x="76" y="106"/>
                      <a:pt x="76" y="106"/>
                      <a:pt x="76" y="106"/>
                    </a:cubicBezTo>
                    <a:cubicBezTo>
                      <a:pt x="24" y="106"/>
                      <a:pt x="24" y="106"/>
                      <a:pt x="24" y="106"/>
                    </a:cubicBezTo>
                    <a:cubicBezTo>
                      <a:pt x="8" y="106"/>
                      <a:pt x="0" y="97"/>
                      <a:pt x="0" y="82"/>
                    </a:cubicBezTo>
                    <a:close/>
                    <a:moveTo>
                      <a:pt x="57" y="0"/>
                    </a:moveTo>
                    <a:cubicBezTo>
                      <a:pt x="43" y="14"/>
                      <a:pt x="43" y="14"/>
                      <a:pt x="43" y="14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38" y="0"/>
                      <a:pt x="38" y="0"/>
                      <a:pt x="38" y="0"/>
                    </a:cubicBez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8" name="Freeform 73">
                <a:extLst>
                  <a:ext uri="{FF2B5EF4-FFF2-40B4-BE49-F238E27FC236}">
                    <a16:creationId xmlns:a16="http://schemas.microsoft.com/office/drawing/2014/main" id="{6E43F42F-32A2-4CDE-A9AC-A6C7AEB2773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661186" y="2771566"/>
                <a:ext cx="119023" cy="112090"/>
              </a:xfrm>
              <a:custGeom>
                <a:avLst/>
                <a:gdLst>
                  <a:gd name="T0" fmla="*/ 0 w 90"/>
                  <a:gd name="T1" fmla="*/ 0 h 83"/>
                  <a:gd name="T2" fmla="*/ 37 w 90"/>
                  <a:gd name="T3" fmla="*/ 0 h 83"/>
                  <a:gd name="T4" fmla="*/ 90 w 90"/>
                  <a:gd name="T5" fmla="*/ 42 h 83"/>
                  <a:gd name="T6" fmla="*/ 37 w 90"/>
                  <a:gd name="T7" fmla="*/ 83 h 83"/>
                  <a:gd name="T8" fmla="*/ 0 w 90"/>
                  <a:gd name="T9" fmla="*/ 83 h 83"/>
                  <a:gd name="T10" fmla="*/ 0 w 90"/>
                  <a:gd name="T11" fmla="*/ 0 h 83"/>
                  <a:gd name="T12" fmla="*/ 38 w 90"/>
                  <a:gd name="T13" fmla="*/ 70 h 83"/>
                  <a:gd name="T14" fmla="*/ 71 w 90"/>
                  <a:gd name="T15" fmla="*/ 42 h 83"/>
                  <a:gd name="T16" fmla="*/ 38 w 90"/>
                  <a:gd name="T17" fmla="*/ 14 h 83"/>
                  <a:gd name="T18" fmla="*/ 17 w 90"/>
                  <a:gd name="T19" fmla="*/ 14 h 83"/>
                  <a:gd name="T20" fmla="*/ 17 w 90"/>
                  <a:gd name="T21" fmla="*/ 70 h 83"/>
                  <a:gd name="T22" fmla="*/ 38 w 90"/>
                  <a:gd name="T23" fmla="*/ 7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0" h="83">
                    <a:moveTo>
                      <a:pt x="0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69" y="0"/>
                      <a:pt x="90" y="17"/>
                      <a:pt x="90" y="42"/>
                    </a:cubicBezTo>
                    <a:cubicBezTo>
                      <a:pt x="90" y="66"/>
                      <a:pt x="69" y="83"/>
                      <a:pt x="37" y="83"/>
                    </a:cubicBezTo>
                    <a:cubicBezTo>
                      <a:pt x="0" y="83"/>
                      <a:pt x="0" y="83"/>
                      <a:pt x="0" y="83"/>
                    </a:cubicBezTo>
                    <a:lnTo>
                      <a:pt x="0" y="0"/>
                    </a:lnTo>
                    <a:close/>
                    <a:moveTo>
                      <a:pt x="38" y="70"/>
                    </a:moveTo>
                    <a:cubicBezTo>
                      <a:pt x="58" y="70"/>
                      <a:pt x="71" y="59"/>
                      <a:pt x="71" y="42"/>
                    </a:cubicBezTo>
                    <a:cubicBezTo>
                      <a:pt x="71" y="25"/>
                      <a:pt x="58" y="14"/>
                      <a:pt x="38" y="14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70"/>
                      <a:pt x="17" y="70"/>
                      <a:pt x="17" y="70"/>
                    </a:cubicBezTo>
                    <a:lnTo>
                      <a:pt x="38" y="70"/>
                    </a:ln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9" name="Rectangle 74">
                <a:extLst>
                  <a:ext uri="{FF2B5EF4-FFF2-40B4-BE49-F238E27FC236}">
                    <a16:creationId xmlns:a16="http://schemas.microsoft.com/office/drawing/2014/main" id="{41C8B30D-2228-4E04-ABE8-5F011A8663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7943" y="2771566"/>
                <a:ext cx="23111" cy="112090"/>
              </a:xfrm>
              <a:prstGeom prst="rect">
                <a:avLst/>
              </a:pr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0" name="Freeform 75">
                <a:extLst>
                  <a:ext uri="{FF2B5EF4-FFF2-40B4-BE49-F238E27FC236}">
                    <a16:creationId xmlns:a16="http://schemas.microsoft.com/office/drawing/2014/main" id="{6C7AF74C-8BDA-44E1-A08C-AA20C51D2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6476" y="2771566"/>
                <a:ext cx="108623" cy="112090"/>
              </a:xfrm>
              <a:custGeom>
                <a:avLst/>
                <a:gdLst>
                  <a:gd name="T0" fmla="*/ 0 w 94"/>
                  <a:gd name="T1" fmla="*/ 16 h 97"/>
                  <a:gd name="T2" fmla="*/ 0 w 94"/>
                  <a:gd name="T3" fmla="*/ 0 h 97"/>
                  <a:gd name="T4" fmla="*/ 94 w 94"/>
                  <a:gd name="T5" fmla="*/ 0 h 97"/>
                  <a:gd name="T6" fmla="*/ 94 w 94"/>
                  <a:gd name="T7" fmla="*/ 16 h 97"/>
                  <a:gd name="T8" fmla="*/ 57 w 94"/>
                  <a:gd name="T9" fmla="*/ 16 h 97"/>
                  <a:gd name="T10" fmla="*/ 57 w 94"/>
                  <a:gd name="T11" fmla="*/ 97 h 97"/>
                  <a:gd name="T12" fmla="*/ 36 w 94"/>
                  <a:gd name="T13" fmla="*/ 97 h 97"/>
                  <a:gd name="T14" fmla="*/ 36 w 94"/>
                  <a:gd name="T15" fmla="*/ 16 h 97"/>
                  <a:gd name="T16" fmla="*/ 0 w 94"/>
                  <a:gd name="T17" fmla="*/ 16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4" h="97">
                    <a:moveTo>
                      <a:pt x="0" y="16"/>
                    </a:moveTo>
                    <a:lnTo>
                      <a:pt x="0" y="0"/>
                    </a:lnTo>
                    <a:lnTo>
                      <a:pt x="94" y="0"/>
                    </a:lnTo>
                    <a:lnTo>
                      <a:pt x="94" y="16"/>
                    </a:lnTo>
                    <a:lnTo>
                      <a:pt x="57" y="16"/>
                    </a:lnTo>
                    <a:lnTo>
                      <a:pt x="57" y="97"/>
                    </a:lnTo>
                    <a:lnTo>
                      <a:pt x="36" y="97"/>
                    </a:lnTo>
                    <a:lnTo>
                      <a:pt x="36" y="16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1" name="Freeform 76">
                <a:extLst>
                  <a:ext uri="{FF2B5EF4-FFF2-40B4-BE49-F238E27FC236}">
                    <a16:creationId xmlns:a16="http://schemas.microsoft.com/office/drawing/2014/main" id="{268024D5-C1B6-4E92-933D-2B74EEA2C9F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015944" y="2771566"/>
                <a:ext cx="137512" cy="112090"/>
              </a:xfrm>
              <a:custGeom>
                <a:avLst/>
                <a:gdLst>
                  <a:gd name="T0" fmla="*/ 84 w 119"/>
                  <a:gd name="T1" fmla="*/ 74 h 97"/>
                  <a:gd name="T2" fmla="*/ 31 w 119"/>
                  <a:gd name="T3" fmla="*/ 74 h 97"/>
                  <a:gd name="T4" fmla="*/ 21 w 119"/>
                  <a:gd name="T5" fmla="*/ 97 h 97"/>
                  <a:gd name="T6" fmla="*/ 0 w 119"/>
                  <a:gd name="T7" fmla="*/ 97 h 97"/>
                  <a:gd name="T8" fmla="*/ 48 w 119"/>
                  <a:gd name="T9" fmla="*/ 0 h 97"/>
                  <a:gd name="T10" fmla="*/ 69 w 119"/>
                  <a:gd name="T11" fmla="*/ 0 h 97"/>
                  <a:gd name="T12" fmla="*/ 119 w 119"/>
                  <a:gd name="T13" fmla="*/ 97 h 97"/>
                  <a:gd name="T14" fmla="*/ 96 w 119"/>
                  <a:gd name="T15" fmla="*/ 97 h 97"/>
                  <a:gd name="T16" fmla="*/ 84 w 119"/>
                  <a:gd name="T17" fmla="*/ 74 h 97"/>
                  <a:gd name="T18" fmla="*/ 76 w 119"/>
                  <a:gd name="T19" fmla="*/ 59 h 97"/>
                  <a:gd name="T20" fmla="*/ 58 w 119"/>
                  <a:gd name="T21" fmla="*/ 20 h 97"/>
                  <a:gd name="T22" fmla="*/ 39 w 119"/>
                  <a:gd name="T23" fmla="*/ 59 h 97"/>
                  <a:gd name="T24" fmla="*/ 76 w 119"/>
                  <a:gd name="T25" fmla="*/ 59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9" h="97">
                    <a:moveTo>
                      <a:pt x="84" y="74"/>
                    </a:moveTo>
                    <a:lnTo>
                      <a:pt x="31" y="74"/>
                    </a:lnTo>
                    <a:lnTo>
                      <a:pt x="21" y="97"/>
                    </a:lnTo>
                    <a:lnTo>
                      <a:pt x="0" y="97"/>
                    </a:lnTo>
                    <a:lnTo>
                      <a:pt x="48" y="0"/>
                    </a:lnTo>
                    <a:lnTo>
                      <a:pt x="69" y="0"/>
                    </a:lnTo>
                    <a:lnTo>
                      <a:pt x="119" y="97"/>
                    </a:lnTo>
                    <a:lnTo>
                      <a:pt x="96" y="97"/>
                    </a:lnTo>
                    <a:lnTo>
                      <a:pt x="84" y="74"/>
                    </a:lnTo>
                    <a:close/>
                    <a:moveTo>
                      <a:pt x="76" y="59"/>
                    </a:moveTo>
                    <a:lnTo>
                      <a:pt x="58" y="20"/>
                    </a:lnTo>
                    <a:lnTo>
                      <a:pt x="39" y="59"/>
                    </a:lnTo>
                    <a:lnTo>
                      <a:pt x="76" y="59"/>
                    </a:ln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2" name="Freeform 77">
                <a:extLst>
                  <a:ext uri="{FF2B5EF4-FFF2-40B4-BE49-F238E27FC236}">
                    <a16:creationId xmlns:a16="http://schemas.microsoft.com/office/drawing/2014/main" id="{69ED379E-F81C-4FAD-AF33-2C89F5E105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2701" y="2770410"/>
                <a:ext cx="123646" cy="114401"/>
              </a:xfrm>
              <a:custGeom>
                <a:avLst/>
                <a:gdLst>
                  <a:gd name="T0" fmla="*/ 52 w 93"/>
                  <a:gd name="T1" fmla="*/ 0 h 85"/>
                  <a:gd name="T2" fmla="*/ 88 w 93"/>
                  <a:gd name="T3" fmla="*/ 12 h 85"/>
                  <a:gd name="T4" fmla="*/ 80 w 93"/>
                  <a:gd name="T5" fmla="*/ 22 h 85"/>
                  <a:gd name="T6" fmla="*/ 53 w 93"/>
                  <a:gd name="T7" fmla="*/ 13 h 85"/>
                  <a:gd name="T8" fmla="*/ 18 w 93"/>
                  <a:gd name="T9" fmla="*/ 42 h 85"/>
                  <a:gd name="T10" fmla="*/ 52 w 93"/>
                  <a:gd name="T11" fmla="*/ 72 h 85"/>
                  <a:gd name="T12" fmla="*/ 75 w 93"/>
                  <a:gd name="T13" fmla="*/ 66 h 85"/>
                  <a:gd name="T14" fmla="*/ 75 w 93"/>
                  <a:gd name="T15" fmla="*/ 50 h 85"/>
                  <a:gd name="T16" fmla="*/ 51 w 93"/>
                  <a:gd name="T17" fmla="*/ 50 h 85"/>
                  <a:gd name="T18" fmla="*/ 51 w 93"/>
                  <a:gd name="T19" fmla="*/ 38 h 85"/>
                  <a:gd name="T20" fmla="*/ 93 w 93"/>
                  <a:gd name="T21" fmla="*/ 38 h 85"/>
                  <a:gd name="T22" fmla="*/ 93 w 93"/>
                  <a:gd name="T23" fmla="*/ 72 h 85"/>
                  <a:gd name="T24" fmla="*/ 51 w 93"/>
                  <a:gd name="T25" fmla="*/ 85 h 85"/>
                  <a:gd name="T26" fmla="*/ 0 w 93"/>
                  <a:gd name="T27" fmla="*/ 43 h 85"/>
                  <a:gd name="T28" fmla="*/ 52 w 93"/>
                  <a:gd name="T29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3" h="85">
                    <a:moveTo>
                      <a:pt x="52" y="0"/>
                    </a:moveTo>
                    <a:cubicBezTo>
                      <a:pt x="64" y="0"/>
                      <a:pt x="78" y="4"/>
                      <a:pt x="88" y="12"/>
                    </a:cubicBezTo>
                    <a:cubicBezTo>
                      <a:pt x="80" y="22"/>
                      <a:pt x="80" y="22"/>
                      <a:pt x="80" y="22"/>
                    </a:cubicBezTo>
                    <a:cubicBezTo>
                      <a:pt x="71" y="16"/>
                      <a:pt x="64" y="13"/>
                      <a:pt x="53" y="13"/>
                    </a:cubicBezTo>
                    <a:cubicBezTo>
                      <a:pt x="33" y="13"/>
                      <a:pt x="18" y="25"/>
                      <a:pt x="18" y="42"/>
                    </a:cubicBezTo>
                    <a:cubicBezTo>
                      <a:pt x="18" y="60"/>
                      <a:pt x="32" y="72"/>
                      <a:pt x="52" y="72"/>
                    </a:cubicBezTo>
                    <a:cubicBezTo>
                      <a:pt x="61" y="72"/>
                      <a:pt x="70" y="70"/>
                      <a:pt x="75" y="66"/>
                    </a:cubicBezTo>
                    <a:cubicBezTo>
                      <a:pt x="75" y="50"/>
                      <a:pt x="75" y="50"/>
                      <a:pt x="75" y="50"/>
                    </a:cubicBezTo>
                    <a:cubicBezTo>
                      <a:pt x="51" y="50"/>
                      <a:pt x="51" y="50"/>
                      <a:pt x="51" y="50"/>
                    </a:cubicBezTo>
                    <a:cubicBezTo>
                      <a:pt x="51" y="38"/>
                      <a:pt x="51" y="38"/>
                      <a:pt x="51" y="38"/>
                    </a:cubicBezTo>
                    <a:cubicBezTo>
                      <a:pt x="93" y="38"/>
                      <a:pt x="93" y="38"/>
                      <a:pt x="93" y="38"/>
                    </a:cubicBezTo>
                    <a:cubicBezTo>
                      <a:pt x="93" y="72"/>
                      <a:pt x="93" y="72"/>
                      <a:pt x="93" y="72"/>
                    </a:cubicBezTo>
                    <a:cubicBezTo>
                      <a:pt x="83" y="79"/>
                      <a:pt x="69" y="85"/>
                      <a:pt x="51" y="85"/>
                    </a:cubicBezTo>
                    <a:cubicBezTo>
                      <a:pt x="20" y="85"/>
                      <a:pt x="0" y="67"/>
                      <a:pt x="0" y="43"/>
                    </a:cubicBezTo>
                    <a:cubicBezTo>
                      <a:pt x="0" y="16"/>
                      <a:pt x="25" y="0"/>
                      <a:pt x="52" y="0"/>
                    </a:cubicBez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3" name="Freeform 78">
                <a:extLst>
                  <a:ext uri="{FF2B5EF4-FFF2-40B4-BE49-F238E27FC236}">
                    <a16:creationId xmlns:a16="http://schemas.microsoft.com/office/drawing/2014/main" id="{1B3357CA-03EC-478C-B1E5-4135BB00A65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18702" y="2771566"/>
                <a:ext cx="113245" cy="112090"/>
              </a:xfrm>
              <a:custGeom>
                <a:avLst/>
                <a:gdLst>
                  <a:gd name="T0" fmla="*/ 0 w 85"/>
                  <a:gd name="T1" fmla="*/ 0 h 83"/>
                  <a:gd name="T2" fmla="*/ 44 w 85"/>
                  <a:gd name="T3" fmla="*/ 0 h 83"/>
                  <a:gd name="T4" fmla="*/ 82 w 85"/>
                  <a:gd name="T5" fmla="*/ 27 h 83"/>
                  <a:gd name="T6" fmla="*/ 58 w 85"/>
                  <a:gd name="T7" fmla="*/ 52 h 83"/>
                  <a:gd name="T8" fmla="*/ 85 w 85"/>
                  <a:gd name="T9" fmla="*/ 83 h 83"/>
                  <a:gd name="T10" fmla="*/ 64 w 85"/>
                  <a:gd name="T11" fmla="*/ 83 h 83"/>
                  <a:gd name="T12" fmla="*/ 39 w 85"/>
                  <a:gd name="T13" fmla="*/ 54 h 83"/>
                  <a:gd name="T14" fmla="*/ 17 w 85"/>
                  <a:gd name="T15" fmla="*/ 54 h 83"/>
                  <a:gd name="T16" fmla="*/ 17 w 85"/>
                  <a:gd name="T17" fmla="*/ 83 h 83"/>
                  <a:gd name="T18" fmla="*/ 0 w 85"/>
                  <a:gd name="T19" fmla="*/ 83 h 83"/>
                  <a:gd name="T20" fmla="*/ 0 w 85"/>
                  <a:gd name="T21" fmla="*/ 0 h 83"/>
                  <a:gd name="T22" fmla="*/ 43 w 85"/>
                  <a:gd name="T23" fmla="*/ 41 h 83"/>
                  <a:gd name="T24" fmla="*/ 64 w 85"/>
                  <a:gd name="T25" fmla="*/ 27 h 83"/>
                  <a:gd name="T26" fmla="*/ 43 w 85"/>
                  <a:gd name="T27" fmla="*/ 14 h 83"/>
                  <a:gd name="T28" fmla="*/ 17 w 85"/>
                  <a:gd name="T29" fmla="*/ 14 h 83"/>
                  <a:gd name="T30" fmla="*/ 17 w 85"/>
                  <a:gd name="T31" fmla="*/ 41 h 83"/>
                  <a:gd name="T32" fmla="*/ 43 w 85"/>
                  <a:gd name="T33" fmla="*/ 41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5" h="83">
                    <a:moveTo>
                      <a:pt x="0" y="0"/>
                    </a:moveTo>
                    <a:cubicBezTo>
                      <a:pt x="44" y="0"/>
                      <a:pt x="44" y="0"/>
                      <a:pt x="44" y="0"/>
                    </a:cubicBezTo>
                    <a:cubicBezTo>
                      <a:pt x="65" y="0"/>
                      <a:pt x="82" y="9"/>
                      <a:pt x="82" y="27"/>
                    </a:cubicBezTo>
                    <a:cubicBezTo>
                      <a:pt x="82" y="41"/>
                      <a:pt x="72" y="48"/>
                      <a:pt x="58" y="52"/>
                    </a:cubicBezTo>
                    <a:cubicBezTo>
                      <a:pt x="85" y="83"/>
                      <a:pt x="85" y="83"/>
                      <a:pt x="85" y="83"/>
                    </a:cubicBezTo>
                    <a:cubicBezTo>
                      <a:pt x="64" y="83"/>
                      <a:pt x="64" y="83"/>
                      <a:pt x="64" y="83"/>
                    </a:cubicBezTo>
                    <a:cubicBezTo>
                      <a:pt x="39" y="54"/>
                      <a:pt x="39" y="54"/>
                      <a:pt x="39" y="54"/>
                    </a:cubicBezTo>
                    <a:cubicBezTo>
                      <a:pt x="17" y="54"/>
                      <a:pt x="17" y="54"/>
                      <a:pt x="17" y="54"/>
                    </a:cubicBezTo>
                    <a:cubicBezTo>
                      <a:pt x="17" y="83"/>
                      <a:pt x="17" y="83"/>
                      <a:pt x="17" y="83"/>
                    </a:cubicBezTo>
                    <a:cubicBezTo>
                      <a:pt x="0" y="83"/>
                      <a:pt x="0" y="83"/>
                      <a:pt x="0" y="83"/>
                    </a:cubicBezTo>
                    <a:lnTo>
                      <a:pt x="0" y="0"/>
                    </a:lnTo>
                    <a:close/>
                    <a:moveTo>
                      <a:pt x="43" y="41"/>
                    </a:moveTo>
                    <a:cubicBezTo>
                      <a:pt x="56" y="41"/>
                      <a:pt x="64" y="36"/>
                      <a:pt x="64" y="27"/>
                    </a:cubicBezTo>
                    <a:cubicBezTo>
                      <a:pt x="64" y="18"/>
                      <a:pt x="56" y="14"/>
                      <a:pt x="43" y="14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41"/>
                      <a:pt x="17" y="41"/>
                      <a:pt x="17" y="41"/>
                    </a:cubicBezTo>
                    <a:lnTo>
                      <a:pt x="43" y="41"/>
                    </a:ln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4" name="Rectangle 79">
                <a:extLst>
                  <a:ext uri="{FF2B5EF4-FFF2-40B4-BE49-F238E27FC236}">
                    <a16:creationId xmlns:a16="http://schemas.microsoft.com/office/drawing/2014/main" id="{2385EBB3-3A42-454F-A1C7-D06B307A10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0836" y="2771566"/>
                <a:ext cx="23111" cy="112090"/>
              </a:xfrm>
              <a:prstGeom prst="rect">
                <a:avLst/>
              </a:pr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5" name="Freeform 80">
                <a:extLst>
                  <a:ext uri="{FF2B5EF4-FFF2-40B4-BE49-F238E27FC236}">
                    <a16:creationId xmlns:a16="http://schemas.microsoft.com/office/drawing/2014/main" id="{99D0E180-57F7-480F-8285-0BD5F2F8D9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2836" y="2770410"/>
                <a:ext cx="120179" cy="114401"/>
              </a:xfrm>
              <a:custGeom>
                <a:avLst/>
                <a:gdLst>
                  <a:gd name="T0" fmla="*/ 52 w 90"/>
                  <a:gd name="T1" fmla="*/ 0 h 85"/>
                  <a:gd name="T2" fmla="*/ 89 w 90"/>
                  <a:gd name="T3" fmla="*/ 12 h 85"/>
                  <a:gd name="T4" fmla="*/ 80 w 90"/>
                  <a:gd name="T5" fmla="*/ 22 h 85"/>
                  <a:gd name="T6" fmla="*/ 53 w 90"/>
                  <a:gd name="T7" fmla="*/ 13 h 85"/>
                  <a:gd name="T8" fmla="*/ 18 w 90"/>
                  <a:gd name="T9" fmla="*/ 43 h 85"/>
                  <a:gd name="T10" fmla="*/ 53 w 90"/>
                  <a:gd name="T11" fmla="*/ 72 h 85"/>
                  <a:gd name="T12" fmla="*/ 82 w 90"/>
                  <a:gd name="T13" fmla="*/ 62 h 85"/>
                  <a:gd name="T14" fmla="*/ 90 w 90"/>
                  <a:gd name="T15" fmla="*/ 73 h 85"/>
                  <a:gd name="T16" fmla="*/ 52 w 90"/>
                  <a:gd name="T17" fmla="*/ 85 h 85"/>
                  <a:gd name="T18" fmla="*/ 0 w 90"/>
                  <a:gd name="T19" fmla="*/ 43 h 85"/>
                  <a:gd name="T20" fmla="*/ 52 w 90"/>
                  <a:gd name="T21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0" h="85">
                    <a:moveTo>
                      <a:pt x="52" y="0"/>
                    </a:moveTo>
                    <a:cubicBezTo>
                      <a:pt x="65" y="0"/>
                      <a:pt x="78" y="4"/>
                      <a:pt x="89" y="12"/>
                    </a:cubicBezTo>
                    <a:cubicBezTo>
                      <a:pt x="80" y="22"/>
                      <a:pt x="80" y="22"/>
                      <a:pt x="80" y="22"/>
                    </a:cubicBezTo>
                    <a:cubicBezTo>
                      <a:pt x="71" y="16"/>
                      <a:pt x="64" y="13"/>
                      <a:pt x="53" y="13"/>
                    </a:cubicBezTo>
                    <a:cubicBezTo>
                      <a:pt x="33" y="13"/>
                      <a:pt x="18" y="25"/>
                      <a:pt x="18" y="43"/>
                    </a:cubicBezTo>
                    <a:cubicBezTo>
                      <a:pt x="18" y="60"/>
                      <a:pt x="33" y="72"/>
                      <a:pt x="53" y="72"/>
                    </a:cubicBezTo>
                    <a:cubicBezTo>
                      <a:pt x="65" y="72"/>
                      <a:pt x="72" y="69"/>
                      <a:pt x="82" y="62"/>
                    </a:cubicBezTo>
                    <a:cubicBezTo>
                      <a:pt x="90" y="73"/>
                      <a:pt x="90" y="73"/>
                      <a:pt x="90" y="73"/>
                    </a:cubicBezTo>
                    <a:cubicBezTo>
                      <a:pt x="79" y="81"/>
                      <a:pt x="65" y="85"/>
                      <a:pt x="52" y="85"/>
                    </a:cubicBezTo>
                    <a:cubicBezTo>
                      <a:pt x="25" y="85"/>
                      <a:pt x="0" y="70"/>
                      <a:pt x="0" y="43"/>
                    </a:cubicBezTo>
                    <a:cubicBezTo>
                      <a:pt x="0" y="16"/>
                      <a:pt x="25" y="0"/>
                      <a:pt x="52" y="0"/>
                    </a:cubicBez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6" name="Freeform 81">
                <a:extLst>
                  <a:ext uri="{FF2B5EF4-FFF2-40B4-BE49-F238E27FC236}">
                    <a16:creationId xmlns:a16="http://schemas.microsoft.com/office/drawing/2014/main" id="{495385B7-DA51-4B56-84B4-9EB0222BB08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643415" y="2770410"/>
                <a:ext cx="138668" cy="114401"/>
              </a:xfrm>
              <a:custGeom>
                <a:avLst/>
                <a:gdLst>
                  <a:gd name="T0" fmla="*/ 0 w 104"/>
                  <a:gd name="T1" fmla="*/ 43 h 85"/>
                  <a:gd name="T2" fmla="*/ 52 w 104"/>
                  <a:gd name="T3" fmla="*/ 0 h 85"/>
                  <a:gd name="T4" fmla="*/ 104 w 104"/>
                  <a:gd name="T5" fmla="*/ 43 h 85"/>
                  <a:gd name="T6" fmla="*/ 52 w 104"/>
                  <a:gd name="T7" fmla="*/ 85 h 85"/>
                  <a:gd name="T8" fmla="*/ 0 w 104"/>
                  <a:gd name="T9" fmla="*/ 43 h 85"/>
                  <a:gd name="T10" fmla="*/ 18 w 104"/>
                  <a:gd name="T11" fmla="*/ 43 h 85"/>
                  <a:gd name="T12" fmla="*/ 52 w 104"/>
                  <a:gd name="T13" fmla="*/ 72 h 85"/>
                  <a:gd name="T14" fmla="*/ 86 w 104"/>
                  <a:gd name="T15" fmla="*/ 43 h 85"/>
                  <a:gd name="T16" fmla="*/ 52 w 104"/>
                  <a:gd name="T17" fmla="*/ 13 h 85"/>
                  <a:gd name="T18" fmla="*/ 18 w 104"/>
                  <a:gd name="T19" fmla="*/ 43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4" h="85">
                    <a:moveTo>
                      <a:pt x="0" y="43"/>
                    </a:moveTo>
                    <a:cubicBezTo>
                      <a:pt x="0" y="19"/>
                      <a:pt x="22" y="0"/>
                      <a:pt x="52" y="0"/>
                    </a:cubicBezTo>
                    <a:cubicBezTo>
                      <a:pt x="83" y="0"/>
                      <a:pt x="104" y="19"/>
                      <a:pt x="104" y="43"/>
                    </a:cubicBezTo>
                    <a:cubicBezTo>
                      <a:pt x="104" y="66"/>
                      <a:pt x="83" y="85"/>
                      <a:pt x="52" y="85"/>
                    </a:cubicBezTo>
                    <a:cubicBezTo>
                      <a:pt x="22" y="85"/>
                      <a:pt x="0" y="66"/>
                      <a:pt x="0" y="43"/>
                    </a:cubicBezTo>
                    <a:close/>
                    <a:moveTo>
                      <a:pt x="18" y="43"/>
                    </a:moveTo>
                    <a:cubicBezTo>
                      <a:pt x="18" y="59"/>
                      <a:pt x="32" y="72"/>
                      <a:pt x="52" y="72"/>
                    </a:cubicBezTo>
                    <a:cubicBezTo>
                      <a:pt x="72" y="72"/>
                      <a:pt x="86" y="59"/>
                      <a:pt x="86" y="43"/>
                    </a:cubicBezTo>
                    <a:cubicBezTo>
                      <a:pt x="86" y="26"/>
                      <a:pt x="72" y="13"/>
                      <a:pt x="52" y="13"/>
                    </a:cubicBezTo>
                    <a:cubicBezTo>
                      <a:pt x="32" y="13"/>
                      <a:pt x="18" y="26"/>
                      <a:pt x="18" y="43"/>
                    </a:cubicBez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7" name="Freeform 82">
                <a:extLst>
                  <a:ext uri="{FF2B5EF4-FFF2-40B4-BE49-F238E27FC236}">
                    <a16:creationId xmlns:a16="http://schemas.microsoft.com/office/drawing/2014/main" id="{DD501B28-8F96-4808-9903-9A25D58C73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6349" y="2771566"/>
                <a:ext cx="93601" cy="112090"/>
              </a:xfrm>
              <a:custGeom>
                <a:avLst/>
                <a:gdLst>
                  <a:gd name="T0" fmla="*/ 0 w 81"/>
                  <a:gd name="T1" fmla="*/ 0 h 97"/>
                  <a:gd name="T2" fmla="*/ 21 w 81"/>
                  <a:gd name="T3" fmla="*/ 0 h 97"/>
                  <a:gd name="T4" fmla="*/ 21 w 81"/>
                  <a:gd name="T5" fmla="*/ 82 h 97"/>
                  <a:gd name="T6" fmla="*/ 81 w 81"/>
                  <a:gd name="T7" fmla="*/ 82 h 97"/>
                  <a:gd name="T8" fmla="*/ 81 w 81"/>
                  <a:gd name="T9" fmla="*/ 97 h 97"/>
                  <a:gd name="T10" fmla="*/ 0 w 81"/>
                  <a:gd name="T11" fmla="*/ 97 h 97"/>
                  <a:gd name="T12" fmla="*/ 0 w 81"/>
                  <a:gd name="T13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" h="97">
                    <a:moveTo>
                      <a:pt x="0" y="0"/>
                    </a:moveTo>
                    <a:lnTo>
                      <a:pt x="21" y="0"/>
                    </a:lnTo>
                    <a:lnTo>
                      <a:pt x="21" y="82"/>
                    </a:lnTo>
                    <a:lnTo>
                      <a:pt x="81" y="82"/>
                    </a:lnTo>
                    <a:lnTo>
                      <a:pt x="81" y="97"/>
                    </a:lnTo>
                    <a:lnTo>
                      <a:pt x="0" y="9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8" name="Freeform 83">
                <a:extLst>
                  <a:ext uri="{FF2B5EF4-FFF2-40B4-BE49-F238E27FC236}">
                    <a16:creationId xmlns:a16="http://schemas.microsoft.com/office/drawing/2014/main" id="{C0D42BDF-E993-4E8E-B9B8-E6B9688718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7283" y="2771566"/>
                <a:ext cx="100534" cy="112090"/>
              </a:xfrm>
              <a:custGeom>
                <a:avLst/>
                <a:gdLst>
                  <a:gd name="T0" fmla="*/ 0 w 76"/>
                  <a:gd name="T1" fmla="*/ 59 h 83"/>
                  <a:gd name="T2" fmla="*/ 0 w 76"/>
                  <a:gd name="T3" fmla="*/ 0 h 83"/>
                  <a:gd name="T4" fmla="*/ 74 w 76"/>
                  <a:gd name="T5" fmla="*/ 0 h 83"/>
                  <a:gd name="T6" fmla="*/ 74 w 76"/>
                  <a:gd name="T7" fmla="*/ 14 h 83"/>
                  <a:gd name="T8" fmla="*/ 17 w 76"/>
                  <a:gd name="T9" fmla="*/ 14 h 83"/>
                  <a:gd name="T10" fmla="*/ 17 w 76"/>
                  <a:gd name="T11" fmla="*/ 34 h 83"/>
                  <a:gd name="T12" fmla="*/ 70 w 76"/>
                  <a:gd name="T13" fmla="*/ 34 h 83"/>
                  <a:gd name="T14" fmla="*/ 70 w 76"/>
                  <a:gd name="T15" fmla="*/ 46 h 83"/>
                  <a:gd name="T16" fmla="*/ 17 w 76"/>
                  <a:gd name="T17" fmla="*/ 46 h 83"/>
                  <a:gd name="T18" fmla="*/ 17 w 76"/>
                  <a:gd name="T19" fmla="*/ 59 h 83"/>
                  <a:gd name="T20" fmla="*/ 28 w 76"/>
                  <a:gd name="T21" fmla="*/ 70 h 83"/>
                  <a:gd name="T22" fmla="*/ 76 w 76"/>
                  <a:gd name="T23" fmla="*/ 70 h 83"/>
                  <a:gd name="T24" fmla="*/ 76 w 76"/>
                  <a:gd name="T25" fmla="*/ 83 h 83"/>
                  <a:gd name="T26" fmla="*/ 23 w 76"/>
                  <a:gd name="T27" fmla="*/ 83 h 83"/>
                  <a:gd name="T28" fmla="*/ 0 w 76"/>
                  <a:gd name="T29" fmla="*/ 59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6" h="83">
                    <a:moveTo>
                      <a:pt x="0" y="59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74" y="0"/>
                      <a:pt x="74" y="0"/>
                      <a:pt x="74" y="0"/>
                    </a:cubicBezTo>
                    <a:cubicBezTo>
                      <a:pt x="74" y="14"/>
                      <a:pt x="74" y="14"/>
                      <a:pt x="74" y="14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70" y="34"/>
                      <a:pt x="70" y="34"/>
                      <a:pt x="70" y="34"/>
                    </a:cubicBezTo>
                    <a:cubicBezTo>
                      <a:pt x="70" y="46"/>
                      <a:pt x="70" y="46"/>
                      <a:pt x="70" y="46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7" y="59"/>
                      <a:pt x="17" y="59"/>
                      <a:pt x="17" y="59"/>
                    </a:cubicBezTo>
                    <a:cubicBezTo>
                      <a:pt x="17" y="66"/>
                      <a:pt x="21" y="70"/>
                      <a:pt x="28" y="70"/>
                    </a:cubicBezTo>
                    <a:cubicBezTo>
                      <a:pt x="76" y="70"/>
                      <a:pt x="76" y="70"/>
                      <a:pt x="76" y="70"/>
                    </a:cubicBezTo>
                    <a:cubicBezTo>
                      <a:pt x="76" y="83"/>
                      <a:pt x="76" y="83"/>
                      <a:pt x="76" y="83"/>
                    </a:cubicBezTo>
                    <a:cubicBezTo>
                      <a:pt x="23" y="83"/>
                      <a:pt x="23" y="83"/>
                      <a:pt x="23" y="83"/>
                    </a:cubicBezTo>
                    <a:cubicBezTo>
                      <a:pt x="8" y="83"/>
                      <a:pt x="0" y="74"/>
                      <a:pt x="0" y="59"/>
                    </a:cubicBez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9" name="Freeform 110">
                <a:extLst>
                  <a:ext uri="{FF2B5EF4-FFF2-40B4-BE49-F238E27FC236}">
                    <a16:creationId xmlns:a16="http://schemas.microsoft.com/office/drawing/2014/main" id="{A22D5F5E-8D9F-48EC-8ACD-04F415B366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0693" y="2753077"/>
                <a:ext cx="87823" cy="71645"/>
              </a:xfrm>
              <a:custGeom>
                <a:avLst/>
                <a:gdLst>
                  <a:gd name="T0" fmla="*/ 66 w 66"/>
                  <a:gd name="T1" fmla="*/ 25 h 53"/>
                  <a:gd name="T2" fmla="*/ 19 w 66"/>
                  <a:gd name="T3" fmla="*/ 50 h 53"/>
                  <a:gd name="T4" fmla="*/ 7 w 66"/>
                  <a:gd name="T5" fmla="*/ 48 h 53"/>
                  <a:gd name="T6" fmla="*/ 0 w 66"/>
                  <a:gd name="T7" fmla="*/ 31 h 53"/>
                  <a:gd name="T8" fmla="*/ 8 w 66"/>
                  <a:gd name="T9" fmla="*/ 31 h 53"/>
                  <a:gd name="T10" fmla="*/ 66 w 66"/>
                  <a:gd name="T11" fmla="*/ 0 h 53"/>
                  <a:gd name="T12" fmla="*/ 66 w 66"/>
                  <a:gd name="T13" fmla="*/ 2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6" h="53">
                    <a:moveTo>
                      <a:pt x="66" y="25"/>
                    </a:moveTo>
                    <a:cubicBezTo>
                      <a:pt x="66" y="25"/>
                      <a:pt x="28" y="47"/>
                      <a:pt x="19" y="50"/>
                    </a:cubicBezTo>
                    <a:cubicBezTo>
                      <a:pt x="11" y="53"/>
                      <a:pt x="8" y="49"/>
                      <a:pt x="7" y="48"/>
                    </a:cubicBezTo>
                    <a:cubicBezTo>
                      <a:pt x="4" y="44"/>
                      <a:pt x="1" y="33"/>
                      <a:pt x="0" y="31"/>
                    </a:cubicBezTo>
                    <a:cubicBezTo>
                      <a:pt x="1" y="31"/>
                      <a:pt x="3" y="32"/>
                      <a:pt x="8" y="31"/>
                    </a:cubicBezTo>
                    <a:cubicBezTo>
                      <a:pt x="13" y="29"/>
                      <a:pt x="66" y="0"/>
                      <a:pt x="66" y="0"/>
                    </a:cubicBezTo>
                    <a:cubicBezTo>
                      <a:pt x="66" y="25"/>
                      <a:pt x="66" y="25"/>
                      <a:pt x="66" y="25"/>
                    </a:cubicBez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sp>
          <p:nvSpPr>
            <p:cNvPr id="94" name="Freeform 111">
              <a:extLst>
                <a:ext uri="{FF2B5EF4-FFF2-40B4-BE49-F238E27FC236}">
                  <a16:creationId xmlns:a16="http://schemas.microsoft.com/office/drawing/2014/main" id="{173EF13D-BF52-40A3-AA95-B3542454E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669" y="2766943"/>
              <a:ext cx="362847" cy="21031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799960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DEC424-1FFF-8342-A326-17A828458145}"/>
              </a:ext>
            </a:extLst>
          </p:cNvPr>
          <p:cNvSpPr/>
          <p:nvPr userDrawn="1"/>
        </p:nvSpPr>
        <p:spPr>
          <a:xfrm>
            <a:off x="33867" y="33867"/>
            <a:ext cx="12124267" cy="6790267"/>
          </a:xfrm>
          <a:prstGeom prst="rect">
            <a:avLst/>
          </a:prstGeom>
          <a:solidFill>
            <a:srgbClr val="F5F5F5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noProof="0" dirty="0">
              <a:latin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B12900-6C18-A240-99AE-A7A95A1720BC}"/>
              </a:ext>
            </a:extLst>
          </p:cNvPr>
          <p:cNvSpPr/>
          <p:nvPr userDrawn="1"/>
        </p:nvSpPr>
        <p:spPr>
          <a:xfrm>
            <a:off x="33869" y="2101210"/>
            <a:ext cx="12124267" cy="2703223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noProof="0" dirty="0"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7A5BF4-97BB-4FCD-BDB7-DE607B9A372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01600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noProof="0" dirty="0">
              <a:latin typeface="Arial" panose="020B0604020202020204" pitchFamily="34" charset="0"/>
            </a:endParaRPr>
          </a:p>
        </p:txBody>
      </p:sp>
      <p:sp>
        <p:nvSpPr>
          <p:cNvPr id="15" name="Title 13">
            <a:extLst>
              <a:ext uri="{FF2B5EF4-FFF2-40B4-BE49-F238E27FC236}">
                <a16:creationId xmlns:a16="http://schemas.microsoft.com/office/drawing/2014/main" id="{CCE1E588-7778-4939-887D-3C533B376F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0400" y="2101210"/>
            <a:ext cx="7171200" cy="1927927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ctr">
              <a:lnSpc>
                <a:spcPts val="5200"/>
              </a:lnSpc>
              <a:defRPr sz="6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Name of the presentation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94777F7-4C35-4C28-864A-CEF4CF282A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1196" y="4141985"/>
            <a:ext cx="7169613" cy="4924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spc="307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Sub-title of the presentation</a:t>
            </a:r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60E0BBF1-81D0-4A75-938D-3CF6C89BCD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04859" y="5089970"/>
            <a:ext cx="2182284" cy="29281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16E23FF-15B9-4530-AFFA-FB1EDA1CCF0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04859" y="5748324"/>
            <a:ext cx="2182284" cy="29281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Mail Address</a:t>
            </a: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D4E36416-9B14-4300-ACFE-208D7FC56B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04859" y="6077502"/>
            <a:ext cx="2182284" cy="29281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Telephone</a:t>
            </a: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E086908B-9A21-4413-98DB-C5F4798C4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4859" y="5419147"/>
            <a:ext cx="2182284" cy="29281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First And Last Name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79E1B4-4E51-AC43-BFAC-26F5F943C61B}"/>
              </a:ext>
            </a:extLst>
          </p:cNvPr>
          <p:cNvSpPr/>
          <p:nvPr userDrawn="1"/>
        </p:nvSpPr>
        <p:spPr>
          <a:xfrm>
            <a:off x="5684311" y="4750071"/>
            <a:ext cx="823380" cy="99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9953D7C-3863-544E-81A5-151160A30E4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509895" y="5848248"/>
            <a:ext cx="1473836" cy="771272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Insert logo client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51747D02-7D0C-8045-B446-E694D5095C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847347" y="5848248"/>
            <a:ext cx="1473836" cy="771272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Insert logo client</a:t>
            </a:r>
          </a:p>
        </p:txBody>
      </p:sp>
      <p:grpSp>
        <p:nvGrpSpPr>
          <p:cNvPr id="19" name="Groupe 10">
            <a:extLst>
              <a:ext uri="{FF2B5EF4-FFF2-40B4-BE49-F238E27FC236}">
                <a16:creationId xmlns:a16="http://schemas.microsoft.com/office/drawing/2014/main" id="{EE12DCCC-B3EF-4662-A171-8CCD17C6066B}"/>
              </a:ext>
            </a:extLst>
          </p:cNvPr>
          <p:cNvGrpSpPr/>
          <p:nvPr userDrawn="1"/>
        </p:nvGrpSpPr>
        <p:grpSpPr>
          <a:xfrm>
            <a:off x="4516462" y="911637"/>
            <a:ext cx="3159077" cy="370307"/>
            <a:chOff x="795669" y="2740365"/>
            <a:chExt cx="2227927" cy="261158"/>
          </a:xfrm>
        </p:grpSpPr>
        <p:sp>
          <p:nvSpPr>
            <p:cNvPr id="20" name="Freeform 84">
              <a:extLst>
                <a:ext uri="{FF2B5EF4-FFF2-40B4-BE49-F238E27FC236}">
                  <a16:creationId xmlns:a16="http://schemas.microsoft.com/office/drawing/2014/main" id="{C9952939-ACE3-4131-BA19-33CB26395D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650" y="2937967"/>
              <a:ext cx="65867" cy="63556"/>
            </a:xfrm>
            <a:custGeom>
              <a:avLst/>
              <a:gdLst>
                <a:gd name="T0" fmla="*/ 29 w 50"/>
                <a:gd name="T1" fmla="*/ 0 h 47"/>
                <a:gd name="T2" fmla="*/ 49 w 50"/>
                <a:gd name="T3" fmla="*/ 6 h 47"/>
                <a:gd name="T4" fmla="*/ 44 w 50"/>
                <a:gd name="T5" fmla="*/ 12 h 47"/>
                <a:gd name="T6" fmla="*/ 29 w 50"/>
                <a:gd name="T7" fmla="*/ 7 h 47"/>
                <a:gd name="T8" fmla="*/ 10 w 50"/>
                <a:gd name="T9" fmla="*/ 24 h 47"/>
                <a:gd name="T10" fmla="*/ 29 w 50"/>
                <a:gd name="T11" fmla="*/ 40 h 47"/>
                <a:gd name="T12" fmla="*/ 45 w 50"/>
                <a:gd name="T13" fmla="*/ 35 h 47"/>
                <a:gd name="T14" fmla="*/ 50 w 50"/>
                <a:gd name="T15" fmla="*/ 41 h 47"/>
                <a:gd name="T16" fmla="*/ 29 w 50"/>
                <a:gd name="T17" fmla="*/ 47 h 47"/>
                <a:gd name="T18" fmla="*/ 0 w 50"/>
                <a:gd name="T19" fmla="*/ 23 h 47"/>
                <a:gd name="T20" fmla="*/ 29 w 50"/>
                <a:gd name="T2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7">
                  <a:moveTo>
                    <a:pt x="29" y="0"/>
                  </a:moveTo>
                  <a:cubicBezTo>
                    <a:pt x="36" y="0"/>
                    <a:pt x="43" y="2"/>
                    <a:pt x="49" y="6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0" y="9"/>
                    <a:pt x="36" y="7"/>
                    <a:pt x="29" y="7"/>
                  </a:cubicBezTo>
                  <a:cubicBezTo>
                    <a:pt x="19" y="7"/>
                    <a:pt x="10" y="14"/>
                    <a:pt x="10" y="24"/>
                  </a:cubicBezTo>
                  <a:cubicBezTo>
                    <a:pt x="10" y="33"/>
                    <a:pt x="19" y="40"/>
                    <a:pt x="29" y="40"/>
                  </a:cubicBezTo>
                  <a:cubicBezTo>
                    <a:pt x="36" y="40"/>
                    <a:pt x="40" y="38"/>
                    <a:pt x="45" y="35"/>
                  </a:cubicBezTo>
                  <a:cubicBezTo>
                    <a:pt x="50" y="41"/>
                    <a:pt x="50" y="41"/>
                    <a:pt x="50" y="41"/>
                  </a:cubicBezTo>
                  <a:cubicBezTo>
                    <a:pt x="44" y="45"/>
                    <a:pt x="36" y="47"/>
                    <a:pt x="29" y="47"/>
                  </a:cubicBezTo>
                  <a:cubicBezTo>
                    <a:pt x="14" y="47"/>
                    <a:pt x="0" y="38"/>
                    <a:pt x="0" y="23"/>
                  </a:cubicBezTo>
                  <a:cubicBezTo>
                    <a:pt x="0" y="8"/>
                    <a:pt x="14" y="0"/>
                    <a:pt x="29" y="0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85">
              <a:extLst>
                <a:ext uri="{FF2B5EF4-FFF2-40B4-BE49-F238E27FC236}">
                  <a16:creationId xmlns:a16="http://schemas.microsoft.com/office/drawing/2014/main" id="{051CA7BF-EF1B-4565-8391-5381E0C4AC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19140" y="2937967"/>
              <a:ext cx="77423" cy="63556"/>
            </a:xfrm>
            <a:custGeom>
              <a:avLst/>
              <a:gdLst>
                <a:gd name="T0" fmla="*/ 0 w 58"/>
                <a:gd name="T1" fmla="*/ 24 h 47"/>
                <a:gd name="T2" fmla="*/ 29 w 58"/>
                <a:gd name="T3" fmla="*/ 0 h 47"/>
                <a:gd name="T4" fmla="*/ 58 w 58"/>
                <a:gd name="T5" fmla="*/ 24 h 47"/>
                <a:gd name="T6" fmla="*/ 29 w 58"/>
                <a:gd name="T7" fmla="*/ 47 h 47"/>
                <a:gd name="T8" fmla="*/ 0 w 58"/>
                <a:gd name="T9" fmla="*/ 24 h 47"/>
                <a:gd name="T10" fmla="*/ 10 w 58"/>
                <a:gd name="T11" fmla="*/ 24 h 47"/>
                <a:gd name="T12" fmla="*/ 29 w 58"/>
                <a:gd name="T13" fmla="*/ 40 h 47"/>
                <a:gd name="T14" fmla="*/ 48 w 58"/>
                <a:gd name="T15" fmla="*/ 24 h 47"/>
                <a:gd name="T16" fmla="*/ 29 w 58"/>
                <a:gd name="T17" fmla="*/ 7 h 47"/>
                <a:gd name="T18" fmla="*/ 10 w 58"/>
                <a:gd name="T19" fmla="*/ 24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47">
                  <a:moveTo>
                    <a:pt x="0" y="24"/>
                  </a:moveTo>
                  <a:cubicBezTo>
                    <a:pt x="0" y="11"/>
                    <a:pt x="12" y="0"/>
                    <a:pt x="29" y="0"/>
                  </a:cubicBezTo>
                  <a:cubicBezTo>
                    <a:pt x="46" y="0"/>
                    <a:pt x="58" y="11"/>
                    <a:pt x="58" y="24"/>
                  </a:cubicBezTo>
                  <a:cubicBezTo>
                    <a:pt x="58" y="37"/>
                    <a:pt x="46" y="47"/>
                    <a:pt x="29" y="47"/>
                  </a:cubicBezTo>
                  <a:cubicBezTo>
                    <a:pt x="12" y="47"/>
                    <a:pt x="0" y="37"/>
                    <a:pt x="0" y="24"/>
                  </a:cubicBezTo>
                  <a:close/>
                  <a:moveTo>
                    <a:pt x="10" y="24"/>
                  </a:moveTo>
                  <a:cubicBezTo>
                    <a:pt x="10" y="33"/>
                    <a:pt x="18" y="40"/>
                    <a:pt x="29" y="40"/>
                  </a:cubicBezTo>
                  <a:cubicBezTo>
                    <a:pt x="40" y="40"/>
                    <a:pt x="48" y="33"/>
                    <a:pt x="48" y="24"/>
                  </a:cubicBezTo>
                  <a:cubicBezTo>
                    <a:pt x="48" y="14"/>
                    <a:pt x="40" y="7"/>
                    <a:pt x="29" y="7"/>
                  </a:cubicBezTo>
                  <a:cubicBezTo>
                    <a:pt x="18" y="7"/>
                    <a:pt x="10" y="14"/>
                    <a:pt x="10" y="24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Freeform 86">
              <a:extLst>
                <a:ext uri="{FF2B5EF4-FFF2-40B4-BE49-F238E27FC236}">
                  <a16:creationId xmlns:a16="http://schemas.microsoft.com/office/drawing/2014/main" id="{42922062-C576-4BB6-B266-8186706BE4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06962" y="2939122"/>
              <a:ext cx="62400" cy="61245"/>
            </a:xfrm>
            <a:custGeom>
              <a:avLst/>
              <a:gdLst>
                <a:gd name="T0" fmla="*/ 0 w 47"/>
                <a:gd name="T1" fmla="*/ 0 h 45"/>
                <a:gd name="T2" fmla="*/ 24 w 47"/>
                <a:gd name="T3" fmla="*/ 0 h 45"/>
                <a:gd name="T4" fmla="*/ 45 w 47"/>
                <a:gd name="T5" fmla="*/ 14 h 45"/>
                <a:gd name="T6" fmla="*/ 32 w 47"/>
                <a:gd name="T7" fmla="*/ 28 h 45"/>
                <a:gd name="T8" fmla="*/ 47 w 47"/>
                <a:gd name="T9" fmla="*/ 45 h 45"/>
                <a:gd name="T10" fmla="*/ 35 w 47"/>
                <a:gd name="T11" fmla="*/ 45 h 45"/>
                <a:gd name="T12" fmla="*/ 22 w 47"/>
                <a:gd name="T13" fmla="*/ 29 h 45"/>
                <a:gd name="T14" fmla="*/ 10 w 47"/>
                <a:gd name="T15" fmla="*/ 29 h 45"/>
                <a:gd name="T16" fmla="*/ 10 w 47"/>
                <a:gd name="T17" fmla="*/ 45 h 45"/>
                <a:gd name="T18" fmla="*/ 0 w 47"/>
                <a:gd name="T19" fmla="*/ 45 h 45"/>
                <a:gd name="T20" fmla="*/ 0 w 47"/>
                <a:gd name="T21" fmla="*/ 0 h 45"/>
                <a:gd name="T22" fmla="*/ 24 w 47"/>
                <a:gd name="T23" fmla="*/ 22 h 45"/>
                <a:gd name="T24" fmla="*/ 35 w 47"/>
                <a:gd name="T25" fmla="*/ 14 h 45"/>
                <a:gd name="T26" fmla="*/ 24 w 47"/>
                <a:gd name="T27" fmla="*/ 7 h 45"/>
                <a:gd name="T28" fmla="*/ 10 w 47"/>
                <a:gd name="T29" fmla="*/ 7 h 45"/>
                <a:gd name="T30" fmla="*/ 10 w 47"/>
                <a:gd name="T31" fmla="*/ 22 h 45"/>
                <a:gd name="T32" fmla="*/ 24 w 47"/>
                <a:gd name="T33" fmla="*/ 2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" h="45">
                  <a:moveTo>
                    <a:pt x="0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36" y="0"/>
                    <a:pt x="45" y="4"/>
                    <a:pt x="45" y="14"/>
                  </a:cubicBezTo>
                  <a:cubicBezTo>
                    <a:pt x="45" y="22"/>
                    <a:pt x="39" y="26"/>
                    <a:pt x="32" y="28"/>
                  </a:cubicBezTo>
                  <a:cubicBezTo>
                    <a:pt x="47" y="45"/>
                    <a:pt x="47" y="45"/>
                    <a:pt x="47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0" y="45"/>
                    <a:pt x="0" y="45"/>
                    <a:pt x="0" y="45"/>
                  </a:cubicBezTo>
                  <a:lnTo>
                    <a:pt x="0" y="0"/>
                  </a:lnTo>
                  <a:close/>
                  <a:moveTo>
                    <a:pt x="24" y="22"/>
                  </a:moveTo>
                  <a:cubicBezTo>
                    <a:pt x="31" y="22"/>
                    <a:pt x="35" y="19"/>
                    <a:pt x="35" y="14"/>
                  </a:cubicBezTo>
                  <a:cubicBezTo>
                    <a:pt x="35" y="10"/>
                    <a:pt x="31" y="7"/>
                    <a:pt x="24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22"/>
                    <a:pt x="10" y="22"/>
                    <a:pt x="10" y="22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Freeform 87">
              <a:extLst>
                <a:ext uri="{FF2B5EF4-FFF2-40B4-BE49-F238E27FC236}">
                  <a16:creationId xmlns:a16="http://schemas.microsoft.com/office/drawing/2014/main" id="{42D7F50E-9E97-40BC-A1DC-3170F2B66C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82074" y="2939122"/>
              <a:ext cx="61245" cy="61245"/>
            </a:xfrm>
            <a:custGeom>
              <a:avLst/>
              <a:gdLst>
                <a:gd name="T0" fmla="*/ 0 w 46"/>
                <a:gd name="T1" fmla="*/ 0 h 45"/>
                <a:gd name="T2" fmla="*/ 25 w 46"/>
                <a:gd name="T3" fmla="*/ 0 h 45"/>
                <a:gd name="T4" fmla="*/ 46 w 46"/>
                <a:gd name="T5" fmla="*/ 15 h 45"/>
                <a:gd name="T6" fmla="*/ 25 w 46"/>
                <a:gd name="T7" fmla="*/ 32 h 45"/>
                <a:gd name="T8" fmla="*/ 10 w 46"/>
                <a:gd name="T9" fmla="*/ 32 h 45"/>
                <a:gd name="T10" fmla="*/ 10 w 46"/>
                <a:gd name="T11" fmla="*/ 45 h 45"/>
                <a:gd name="T12" fmla="*/ 0 w 46"/>
                <a:gd name="T13" fmla="*/ 45 h 45"/>
                <a:gd name="T14" fmla="*/ 0 w 46"/>
                <a:gd name="T15" fmla="*/ 0 h 45"/>
                <a:gd name="T16" fmla="*/ 25 w 46"/>
                <a:gd name="T17" fmla="*/ 24 h 45"/>
                <a:gd name="T18" fmla="*/ 36 w 46"/>
                <a:gd name="T19" fmla="*/ 15 h 45"/>
                <a:gd name="T20" fmla="*/ 24 w 46"/>
                <a:gd name="T21" fmla="*/ 7 h 45"/>
                <a:gd name="T22" fmla="*/ 10 w 46"/>
                <a:gd name="T23" fmla="*/ 7 h 45"/>
                <a:gd name="T24" fmla="*/ 10 w 46"/>
                <a:gd name="T25" fmla="*/ 24 h 45"/>
                <a:gd name="T26" fmla="*/ 25 w 46"/>
                <a:gd name="T27" fmla="*/ 24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6" h="45">
                  <a:moveTo>
                    <a:pt x="0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37" y="0"/>
                    <a:pt x="46" y="5"/>
                    <a:pt x="46" y="15"/>
                  </a:cubicBezTo>
                  <a:cubicBezTo>
                    <a:pt x="46" y="26"/>
                    <a:pt x="37" y="32"/>
                    <a:pt x="25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0" y="45"/>
                    <a:pt x="0" y="45"/>
                    <a:pt x="0" y="45"/>
                  </a:cubicBezTo>
                  <a:lnTo>
                    <a:pt x="0" y="0"/>
                  </a:lnTo>
                  <a:close/>
                  <a:moveTo>
                    <a:pt x="25" y="24"/>
                  </a:moveTo>
                  <a:cubicBezTo>
                    <a:pt x="31" y="24"/>
                    <a:pt x="36" y="21"/>
                    <a:pt x="36" y="15"/>
                  </a:cubicBezTo>
                  <a:cubicBezTo>
                    <a:pt x="36" y="10"/>
                    <a:pt x="32" y="7"/>
                    <a:pt x="24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24"/>
                    <a:pt x="10" y="24"/>
                    <a:pt x="10" y="24"/>
                  </a:cubicBezTo>
                  <a:lnTo>
                    <a:pt x="25" y="24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" name="Freeform 88">
              <a:extLst>
                <a:ext uri="{FF2B5EF4-FFF2-40B4-BE49-F238E27FC236}">
                  <a16:creationId xmlns:a16="http://schemas.microsoft.com/office/drawing/2014/main" id="{E8B4B5B3-E51F-4155-A0C0-0540E2240A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46785" y="2937967"/>
              <a:ext cx="77423" cy="63556"/>
            </a:xfrm>
            <a:custGeom>
              <a:avLst/>
              <a:gdLst>
                <a:gd name="T0" fmla="*/ 0 w 58"/>
                <a:gd name="T1" fmla="*/ 24 h 47"/>
                <a:gd name="T2" fmla="*/ 29 w 58"/>
                <a:gd name="T3" fmla="*/ 0 h 47"/>
                <a:gd name="T4" fmla="*/ 58 w 58"/>
                <a:gd name="T5" fmla="*/ 24 h 47"/>
                <a:gd name="T6" fmla="*/ 29 w 58"/>
                <a:gd name="T7" fmla="*/ 47 h 47"/>
                <a:gd name="T8" fmla="*/ 0 w 58"/>
                <a:gd name="T9" fmla="*/ 24 h 47"/>
                <a:gd name="T10" fmla="*/ 10 w 58"/>
                <a:gd name="T11" fmla="*/ 24 h 47"/>
                <a:gd name="T12" fmla="*/ 29 w 58"/>
                <a:gd name="T13" fmla="*/ 40 h 47"/>
                <a:gd name="T14" fmla="*/ 48 w 58"/>
                <a:gd name="T15" fmla="*/ 24 h 47"/>
                <a:gd name="T16" fmla="*/ 29 w 58"/>
                <a:gd name="T17" fmla="*/ 7 h 47"/>
                <a:gd name="T18" fmla="*/ 10 w 58"/>
                <a:gd name="T19" fmla="*/ 24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47">
                  <a:moveTo>
                    <a:pt x="0" y="24"/>
                  </a:moveTo>
                  <a:cubicBezTo>
                    <a:pt x="0" y="11"/>
                    <a:pt x="12" y="0"/>
                    <a:pt x="29" y="0"/>
                  </a:cubicBezTo>
                  <a:cubicBezTo>
                    <a:pt x="46" y="0"/>
                    <a:pt x="58" y="11"/>
                    <a:pt x="58" y="24"/>
                  </a:cubicBezTo>
                  <a:cubicBezTo>
                    <a:pt x="58" y="37"/>
                    <a:pt x="46" y="47"/>
                    <a:pt x="29" y="47"/>
                  </a:cubicBezTo>
                  <a:cubicBezTo>
                    <a:pt x="12" y="47"/>
                    <a:pt x="0" y="37"/>
                    <a:pt x="0" y="24"/>
                  </a:cubicBezTo>
                  <a:close/>
                  <a:moveTo>
                    <a:pt x="10" y="24"/>
                  </a:moveTo>
                  <a:cubicBezTo>
                    <a:pt x="10" y="33"/>
                    <a:pt x="18" y="40"/>
                    <a:pt x="29" y="40"/>
                  </a:cubicBezTo>
                  <a:cubicBezTo>
                    <a:pt x="40" y="40"/>
                    <a:pt x="48" y="33"/>
                    <a:pt x="48" y="24"/>
                  </a:cubicBezTo>
                  <a:cubicBezTo>
                    <a:pt x="48" y="14"/>
                    <a:pt x="40" y="7"/>
                    <a:pt x="29" y="7"/>
                  </a:cubicBezTo>
                  <a:cubicBezTo>
                    <a:pt x="18" y="7"/>
                    <a:pt x="10" y="14"/>
                    <a:pt x="10" y="24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" name="Freeform 89">
              <a:extLst>
                <a:ext uri="{FF2B5EF4-FFF2-40B4-BE49-F238E27FC236}">
                  <a16:creationId xmlns:a16="http://schemas.microsoft.com/office/drawing/2014/main" id="{14079660-1515-4629-8779-DDD68C2429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36919" y="2939122"/>
              <a:ext cx="61245" cy="61245"/>
            </a:xfrm>
            <a:custGeom>
              <a:avLst/>
              <a:gdLst>
                <a:gd name="T0" fmla="*/ 0 w 46"/>
                <a:gd name="T1" fmla="*/ 0 h 45"/>
                <a:gd name="T2" fmla="*/ 24 w 46"/>
                <a:gd name="T3" fmla="*/ 0 h 45"/>
                <a:gd name="T4" fmla="*/ 45 w 46"/>
                <a:gd name="T5" fmla="*/ 14 h 45"/>
                <a:gd name="T6" fmla="*/ 32 w 46"/>
                <a:gd name="T7" fmla="*/ 28 h 45"/>
                <a:gd name="T8" fmla="*/ 46 w 46"/>
                <a:gd name="T9" fmla="*/ 45 h 45"/>
                <a:gd name="T10" fmla="*/ 35 w 46"/>
                <a:gd name="T11" fmla="*/ 45 h 45"/>
                <a:gd name="T12" fmla="*/ 22 w 46"/>
                <a:gd name="T13" fmla="*/ 29 h 45"/>
                <a:gd name="T14" fmla="*/ 9 w 46"/>
                <a:gd name="T15" fmla="*/ 29 h 45"/>
                <a:gd name="T16" fmla="*/ 9 w 46"/>
                <a:gd name="T17" fmla="*/ 45 h 45"/>
                <a:gd name="T18" fmla="*/ 0 w 46"/>
                <a:gd name="T19" fmla="*/ 45 h 45"/>
                <a:gd name="T20" fmla="*/ 0 w 46"/>
                <a:gd name="T21" fmla="*/ 0 h 45"/>
                <a:gd name="T22" fmla="*/ 24 w 46"/>
                <a:gd name="T23" fmla="*/ 22 h 45"/>
                <a:gd name="T24" fmla="*/ 35 w 46"/>
                <a:gd name="T25" fmla="*/ 14 h 45"/>
                <a:gd name="T26" fmla="*/ 24 w 46"/>
                <a:gd name="T27" fmla="*/ 7 h 45"/>
                <a:gd name="T28" fmla="*/ 9 w 46"/>
                <a:gd name="T29" fmla="*/ 7 h 45"/>
                <a:gd name="T30" fmla="*/ 9 w 46"/>
                <a:gd name="T31" fmla="*/ 22 h 45"/>
                <a:gd name="T32" fmla="*/ 24 w 46"/>
                <a:gd name="T33" fmla="*/ 2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45">
                  <a:moveTo>
                    <a:pt x="0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36" y="0"/>
                    <a:pt x="45" y="4"/>
                    <a:pt x="45" y="14"/>
                  </a:cubicBezTo>
                  <a:cubicBezTo>
                    <a:pt x="45" y="22"/>
                    <a:pt x="39" y="26"/>
                    <a:pt x="32" y="28"/>
                  </a:cubicBezTo>
                  <a:cubicBezTo>
                    <a:pt x="46" y="45"/>
                    <a:pt x="46" y="45"/>
                    <a:pt x="46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0" y="45"/>
                    <a:pt x="0" y="45"/>
                    <a:pt x="0" y="45"/>
                  </a:cubicBezTo>
                  <a:lnTo>
                    <a:pt x="0" y="0"/>
                  </a:lnTo>
                  <a:close/>
                  <a:moveTo>
                    <a:pt x="24" y="22"/>
                  </a:moveTo>
                  <a:cubicBezTo>
                    <a:pt x="30" y="22"/>
                    <a:pt x="35" y="19"/>
                    <a:pt x="35" y="14"/>
                  </a:cubicBezTo>
                  <a:cubicBezTo>
                    <a:pt x="35" y="10"/>
                    <a:pt x="31" y="7"/>
                    <a:pt x="24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22"/>
                    <a:pt x="9" y="22"/>
                    <a:pt x="9" y="22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" name="Freeform 90">
              <a:extLst>
                <a:ext uri="{FF2B5EF4-FFF2-40B4-BE49-F238E27FC236}">
                  <a16:creationId xmlns:a16="http://schemas.microsoft.com/office/drawing/2014/main" id="{A67A8FD7-55EA-4BF1-B97D-28860BE818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1631" y="2939122"/>
              <a:ext cx="76267" cy="61245"/>
            </a:xfrm>
            <a:custGeom>
              <a:avLst/>
              <a:gdLst>
                <a:gd name="T0" fmla="*/ 47 w 66"/>
                <a:gd name="T1" fmla="*/ 40 h 53"/>
                <a:gd name="T2" fmla="*/ 18 w 66"/>
                <a:gd name="T3" fmla="*/ 40 h 53"/>
                <a:gd name="T4" fmla="*/ 12 w 66"/>
                <a:gd name="T5" fmla="*/ 53 h 53"/>
                <a:gd name="T6" fmla="*/ 0 w 66"/>
                <a:gd name="T7" fmla="*/ 53 h 53"/>
                <a:gd name="T8" fmla="*/ 28 w 66"/>
                <a:gd name="T9" fmla="*/ 0 h 53"/>
                <a:gd name="T10" fmla="*/ 40 w 66"/>
                <a:gd name="T11" fmla="*/ 0 h 53"/>
                <a:gd name="T12" fmla="*/ 66 w 66"/>
                <a:gd name="T13" fmla="*/ 53 h 53"/>
                <a:gd name="T14" fmla="*/ 53 w 66"/>
                <a:gd name="T15" fmla="*/ 53 h 53"/>
                <a:gd name="T16" fmla="*/ 47 w 66"/>
                <a:gd name="T17" fmla="*/ 40 h 53"/>
                <a:gd name="T18" fmla="*/ 43 w 66"/>
                <a:gd name="T19" fmla="*/ 32 h 53"/>
                <a:gd name="T20" fmla="*/ 33 w 66"/>
                <a:gd name="T21" fmla="*/ 11 h 53"/>
                <a:gd name="T22" fmla="*/ 22 w 66"/>
                <a:gd name="T23" fmla="*/ 32 h 53"/>
                <a:gd name="T24" fmla="*/ 43 w 66"/>
                <a:gd name="T25" fmla="*/ 3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53">
                  <a:moveTo>
                    <a:pt x="47" y="40"/>
                  </a:moveTo>
                  <a:lnTo>
                    <a:pt x="18" y="40"/>
                  </a:lnTo>
                  <a:lnTo>
                    <a:pt x="12" y="53"/>
                  </a:lnTo>
                  <a:lnTo>
                    <a:pt x="0" y="53"/>
                  </a:lnTo>
                  <a:lnTo>
                    <a:pt x="28" y="0"/>
                  </a:lnTo>
                  <a:lnTo>
                    <a:pt x="40" y="0"/>
                  </a:lnTo>
                  <a:lnTo>
                    <a:pt x="66" y="53"/>
                  </a:lnTo>
                  <a:lnTo>
                    <a:pt x="53" y="53"/>
                  </a:lnTo>
                  <a:lnTo>
                    <a:pt x="47" y="40"/>
                  </a:lnTo>
                  <a:close/>
                  <a:moveTo>
                    <a:pt x="43" y="32"/>
                  </a:moveTo>
                  <a:lnTo>
                    <a:pt x="33" y="11"/>
                  </a:lnTo>
                  <a:lnTo>
                    <a:pt x="22" y="32"/>
                  </a:lnTo>
                  <a:lnTo>
                    <a:pt x="43" y="32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" name="Freeform 91">
              <a:extLst>
                <a:ext uri="{FF2B5EF4-FFF2-40B4-BE49-F238E27FC236}">
                  <a16:creationId xmlns:a16="http://schemas.microsoft.com/office/drawing/2014/main" id="{F75A1D79-184A-4E3F-92D9-B0E4DEE2B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3276" y="2939122"/>
              <a:ext cx="60089" cy="61245"/>
            </a:xfrm>
            <a:custGeom>
              <a:avLst/>
              <a:gdLst>
                <a:gd name="T0" fmla="*/ 0 w 52"/>
                <a:gd name="T1" fmla="*/ 8 h 53"/>
                <a:gd name="T2" fmla="*/ 0 w 52"/>
                <a:gd name="T3" fmla="*/ 0 h 53"/>
                <a:gd name="T4" fmla="*/ 52 w 52"/>
                <a:gd name="T5" fmla="*/ 0 h 53"/>
                <a:gd name="T6" fmla="*/ 52 w 52"/>
                <a:gd name="T7" fmla="*/ 8 h 53"/>
                <a:gd name="T8" fmla="*/ 31 w 52"/>
                <a:gd name="T9" fmla="*/ 8 h 53"/>
                <a:gd name="T10" fmla="*/ 31 w 52"/>
                <a:gd name="T11" fmla="*/ 53 h 53"/>
                <a:gd name="T12" fmla="*/ 20 w 52"/>
                <a:gd name="T13" fmla="*/ 53 h 53"/>
                <a:gd name="T14" fmla="*/ 20 w 52"/>
                <a:gd name="T15" fmla="*/ 8 h 53"/>
                <a:gd name="T16" fmla="*/ 0 w 52"/>
                <a:gd name="T17" fmla="*/ 8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3">
                  <a:moveTo>
                    <a:pt x="0" y="8"/>
                  </a:moveTo>
                  <a:lnTo>
                    <a:pt x="0" y="0"/>
                  </a:lnTo>
                  <a:lnTo>
                    <a:pt x="52" y="0"/>
                  </a:lnTo>
                  <a:lnTo>
                    <a:pt x="52" y="8"/>
                  </a:lnTo>
                  <a:lnTo>
                    <a:pt x="31" y="8"/>
                  </a:lnTo>
                  <a:lnTo>
                    <a:pt x="31" y="53"/>
                  </a:lnTo>
                  <a:lnTo>
                    <a:pt x="20" y="53"/>
                  </a:lnTo>
                  <a:lnTo>
                    <a:pt x="20" y="8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" name="Freeform 92">
              <a:extLst>
                <a:ext uri="{FF2B5EF4-FFF2-40B4-BE49-F238E27FC236}">
                  <a16:creationId xmlns:a16="http://schemas.microsoft.com/office/drawing/2014/main" id="{00C61E67-1B75-426B-B96A-30B6A95A6D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3765" y="2939122"/>
              <a:ext cx="55467" cy="61245"/>
            </a:xfrm>
            <a:custGeom>
              <a:avLst/>
              <a:gdLst>
                <a:gd name="T0" fmla="*/ 0 w 42"/>
                <a:gd name="T1" fmla="*/ 32 h 45"/>
                <a:gd name="T2" fmla="*/ 0 w 42"/>
                <a:gd name="T3" fmla="*/ 0 h 45"/>
                <a:gd name="T4" fmla="*/ 41 w 42"/>
                <a:gd name="T5" fmla="*/ 0 h 45"/>
                <a:gd name="T6" fmla="*/ 41 w 42"/>
                <a:gd name="T7" fmla="*/ 7 h 45"/>
                <a:gd name="T8" fmla="*/ 9 w 42"/>
                <a:gd name="T9" fmla="*/ 7 h 45"/>
                <a:gd name="T10" fmla="*/ 9 w 42"/>
                <a:gd name="T11" fmla="*/ 18 h 45"/>
                <a:gd name="T12" fmla="*/ 38 w 42"/>
                <a:gd name="T13" fmla="*/ 18 h 45"/>
                <a:gd name="T14" fmla="*/ 38 w 42"/>
                <a:gd name="T15" fmla="*/ 25 h 45"/>
                <a:gd name="T16" fmla="*/ 9 w 42"/>
                <a:gd name="T17" fmla="*/ 25 h 45"/>
                <a:gd name="T18" fmla="*/ 9 w 42"/>
                <a:gd name="T19" fmla="*/ 32 h 45"/>
                <a:gd name="T20" fmla="*/ 15 w 42"/>
                <a:gd name="T21" fmla="*/ 38 h 45"/>
                <a:gd name="T22" fmla="*/ 42 w 42"/>
                <a:gd name="T23" fmla="*/ 38 h 45"/>
                <a:gd name="T24" fmla="*/ 42 w 42"/>
                <a:gd name="T25" fmla="*/ 45 h 45"/>
                <a:gd name="T26" fmla="*/ 13 w 42"/>
                <a:gd name="T27" fmla="*/ 45 h 45"/>
                <a:gd name="T28" fmla="*/ 0 w 42"/>
                <a:gd name="T29" fmla="*/ 3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45">
                  <a:moveTo>
                    <a:pt x="0" y="3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6"/>
                    <a:pt x="11" y="38"/>
                    <a:pt x="15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5" y="45"/>
                    <a:pt x="0" y="41"/>
                    <a:pt x="0" y="32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" name="Freeform 93">
              <a:extLst>
                <a:ext uri="{FF2B5EF4-FFF2-40B4-BE49-F238E27FC236}">
                  <a16:creationId xmlns:a16="http://schemas.microsoft.com/office/drawing/2014/main" id="{B9396FE7-1AB3-49F6-AC3E-D5004036DF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30432" y="2937967"/>
              <a:ext cx="54312" cy="63556"/>
            </a:xfrm>
            <a:custGeom>
              <a:avLst/>
              <a:gdLst>
                <a:gd name="T0" fmla="*/ 29 w 41"/>
                <a:gd name="T1" fmla="*/ 41 h 47"/>
                <a:gd name="T2" fmla="*/ 15 w 41"/>
                <a:gd name="T3" fmla="*/ 47 h 47"/>
                <a:gd name="T4" fmla="*/ 0 w 41"/>
                <a:gd name="T5" fmla="*/ 34 h 47"/>
                <a:gd name="T6" fmla="*/ 0 w 41"/>
                <a:gd name="T7" fmla="*/ 34 h 47"/>
                <a:gd name="T8" fmla="*/ 10 w 41"/>
                <a:gd name="T9" fmla="*/ 21 h 47"/>
                <a:gd name="T10" fmla="*/ 6 w 41"/>
                <a:gd name="T11" fmla="*/ 11 h 47"/>
                <a:gd name="T12" fmla="*/ 6 w 41"/>
                <a:gd name="T13" fmla="*/ 11 h 47"/>
                <a:gd name="T14" fmla="*/ 19 w 41"/>
                <a:gd name="T15" fmla="*/ 0 h 47"/>
                <a:gd name="T16" fmla="*/ 31 w 41"/>
                <a:gd name="T17" fmla="*/ 11 h 47"/>
                <a:gd name="T18" fmla="*/ 31 w 41"/>
                <a:gd name="T19" fmla="*/ 11 h 47"/>
                <a:gd name="T20" fmla="*/ 21 w 41"/>
                <a:gd name="T21" fmla="*/ 23 h 47"/>
                <a:gd name="T22" fmla="*/ 29 w 41"/>
                <a:gd name="T23" fmla="*/ 31 h 47"/>
                <a:gd name="T24" fmla="*/ 34 w 41"/>
                <a:gd name="T25" fmla="*/ 22 h 47"/>
                <a:gd name="T26" fmla="*/ 40 w 41"/>
                <a:gd name="T27" fmla="*/ 25 h 47"/>
                <a:gd name="T28" fmla="*/ 34 w 41"/>
                <a:gd name="T29" fmla="*/ 36 h 47"/>
                <a:gd name="T30" fmla="*/ 41 w 41"/>
                <a:gd name="T31" fmla="*/ 43 h 47"/>
                <a:gd name="T32" fmla="*/ 35 w 41"/>
                <a:gd name="T33" fmla="*/ 47 h 47"/>
                <a:gd name="T34" fmla="*/ 29 w 41"/>
                <a:gd name="T35" fmla="*/ 41 h 47"/>
                <a:gd name="T36" fmla="*/ 24 w 41"/>
                <a:gd name="T37" fmla="*/ 36 h 47"/>
                <a:gd name="T38" fmla="*/ 14 w 41"/>
                <a:gd name="T39" fmla="*/ 26 h 47"/>
                <a:gd name="T40" fmla="*/ 8 w 41"/>
                <a:gd name="T41" fmla="*/ 34 h 47"/>
                <a:gd name="T42" fmla="*/ 8 w 41"/>
                <a:gd name="T43" fmla="*/ 34 h 47"/>
                <a:gd name="T44" fmla="*/ 16 w 41"/>
                <a:gd name="T45" fmla="*/ 40 h 47"/>
                <a:gd name="T46" fmla="*/ 24 w 41"/>
                <a:gd name="T47" fmla="*/ 36 h 47"/>
                <a:gd name="T48" fmla="*/ 24 w 41"/>
                <a:gd name="T49" fmla="*/ 11 h 47"/>
                <a:gd name="T50" fmla="*/ 24 w 41"/>
                <a:gd name="T51" fmla="*/ 11 h 47"/>
                <a:gd name="T52" fmla="*/ 19 w 41"/>
                <a:gd name="T53" fmla="*/ 6 h 47"/>
                <a:gd name="T54" fmla="*/ 14 w 41"/>
                <a:gd name="T55" fmla="*/ 12 h 47"/>
                <a:gd name="T56" fmla="*/ 14 w 41"/>
                <a:gd name="T57" fmla="*/ 12 h 47"/>
                <a:gd name="T58" fmla="*/ 17 w 41"/>
                <a:gd name="T59" fmla="*/ 19 h 47"/>
                <a:gd name="T60" fmla="*/ 24 w 41"/>
                <a:gd name="T61" fmla="*/ 1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1" h="47">
                  <a:moveTo>
                    <a:pt x="29" y="41"/>
                  </a:moveTo>
                  <a:cubicBezTo>
                    <a:pt x="25" y="45"/>
                    <a:pt x="20" y="47"/>
                    <a:pt x="15" y="47"/>
                  </a:cubicBezTo>
                  <a:cubicBezTo>
                    <a:pt x="6" y="47"/>
                    <a:pt x="0" y="42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28"/>
                    <a:pt x="4" y="24"/>
                    <a:pt x="10" y="21"/>
                  </a:cubicBezTo>
                  <a:cubicBezTo>
                    <a:pt x="7" y="18"/>
                    <a:pt x="6" y="15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5"/>
                    <a:pt x="11" y="0"/>
                    <a:pt x="19" y="0"/>
                  </a:cubicBezTo>
                  <a:cubicBezTo>
                    <a:pt x="26" y="0"/>
                    <a:pt x="31" y="5"/>
                    <a:pt x="31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1" y="17"/>
                    <a:pt x="27" y="21"/>
                    <a:pt x="21" y="23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31" y="28"/>
                    <a:pt x="32" y="25"/>
                    <a:pt x="34" y="22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9"/>
                    <a:pt x="36" y="33"/>
                    <a:pt x="34" y="36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35" y="47"/>
                    <a:pt x="35" y="47"/>
                    <a:pt x="35" y="47"/>
                  </a:cubicBezTo>
                  <a:lnTo>
                    <a:pt x="29" y="41"/>
                  </a:lnTo>
                  <a:close/>
                  <a:moveTo>
                    <a:pt x="24" y="36"/>
                  </a:moveTo>
                  <a:cubicBezTo>
                    <a:pt x="14" y="26"/>
                    <a:pt x="14" y="26"/>
                    <a:pt x="14" y="26"/>
                  </a:cubicBezTo>
                  <a:cubicBezTo>
                    <a:pt x="10" y="28"/>
                    <a:pt x="8" y="31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8"/>
                    <a:pt x="11" y="40"/>
                    <a:pt x="16" y="40"/>
                  </a:cubicBezTo>
                  <a:cubicBezTo>
                    <a:pt x="19" y="40"/>
                    <a:pt x="22" y="39"/>
                    <a:pt x="24" y="36"/>
                  </a:cubicBezTo>
                  <a:close/>
                  <a:moveTo>
                    <a:pt x="24" y="11"/>
                  </a:moveTo>
                  <a:cubicBezTo>
                    <a:pt x="24" y="11"/>
                    <a:pt x="24" y="11"/>
                    <a:pt x="24" y="11"/>
                  </a:cubicBezTo>
                  <a:cubicBezTo>
                    <a:pt x="24" y="8"/>
                    <a:pt x="22" y="6"/>
                    <a:pt x="19" y="6"/>
                  </a:cubicBezTo>
                  <a:cubicBezTo>
                    <a:pt x="16" y="6"/>
                    <a:pt x="14" y="8"/>
                    <a:pt x="14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4" y="14"/>
                    <a:pt x="14" y="16"/>
                    <a:pt x="17" y="19"/>
                  </a:cubicBezTo>
                  <a:cubicBezTo>
                    <a:pt x="22" y="17"/>
                    <a:pt x="24" y="15"/>
                    <a:pt x="24" y="11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" name="Rectangle 94">
              <a:extLst>
                <a:ext uri="{FF2B5EF4-FFF2-40B4-BE49-F238E27FC236}">
                  <a16:creationId xmlns:a16="http://schemas.microsoft.com/office/drawing/2014/main" id="{45D88171-B653-41D8-92D3-A93AD44AA2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411" y="2939122"/>
              <a:ext cx="12712" cy="61245"/>
            </a:xfrm>
            <a:prstGeom prst="rect">
              <a:avLst/>
            </a:pr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" name="Freeform 95">
              <a:extLst>
                <a:ext uri="{FF2B5EF4-FFF2-40B4-BE49-F238E27FC236}">
                  <a16:creationId xmlns:a16="http://schemas.microsoft.com/office/drawing/2014/main" id="{2E6753BE-F9FA-427A-B7AC-B345009F19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0611" y="2939122"/>
              <a:ext cx="62400" cy="61245"/>
            </a:xfrm>
            <a:custGeom>
              <a:avLst/>
              <a:gdLst>
                <a:gd name="T0" fmla="*/ 11 w 54"/>
                <a:gd name="T1" fmla="*/ 16 h 53"/>
                <a:gd name="T2" fmla="*/ 11 w 54"/>
                <a:gd name="T3" fmla="*/ 53 h 53"/>
                <a:gd name="T4" fmla="*/ 0 w 54"/>
                <a:gd name="T5" fmla="*/ 53 h 53"/>
                <a:gd name="T6" fmla="*/ 0 w 54"/>
                <a:gd name="T7" fmla="*/ 0 h 53"/>
                <a:gd name="T8" fmla="*/ 11 w 54"/>
                <a:gd name="T9" fmla="*/ 0 h 53"/>
                <a:gd name="T10" fmla="*/ 43 w 54"/>
                <a:gd name="T11" fmla="*/ 38 h 53"/>
                <a:gd name="T12" fmla="*/ 43 w 54"/>
                <a:gd name="T13" fmla="*/ 0 h 53"/>
                <a:gd name="T14" fmla="*/ 54 w 54"/>
                <a:gd name="T15" fmla="*/ 0 h 53"/>
                <a:gd name="T16" fmla="*/ 54 w 54"/>
                <a:gd name="T17" fmla="*/ 53 h 53"/>
                <a:gd name="T18" fmla="*/ 43 w 54"/>
                <a:gd name="T19" fmla="*/ 53 h 53"/>
                <a:gd name="T20" fmla="*/ 11 w 54"/>
                <a:gd name="T21" fmla="*/ 1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53">
                  <a:moveTo>
                    <a:pt x="11" y="16"/>
                  </a:moveTo>
                  <a:lnTo>
                    <a:pt x="11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11" y="0"/>
                  </a:lnTo>
                  <a:lnTo>
                    <a:pt x="43" y="38"/>
                  </a:lnTo>
                  <a:lnTo>
                    <a:pt x="43" y="0"/>
                  </a:lnTo>
                  <a:lnTo>
                    <a:pt x="54" y="0"/>
                  </a:lnTo>
                  <a:lnTo>
                    <a:pt x="54" y="53"/>
                  </a:lnTo>
                  <a:lnTo>
                    <a:pt x="43" y="53"/>
                  </a:lnTo>
                  <a:lnTo>
                    <a:pt x="11" y="16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" name="Freeform 96">
              <a:extLst>
                <a:ext uri="{FF2B5EF4-FFF2-40B4-BE49-F238E27FC236}">
                  <a16:creationId xmlns:a16="http://schemas.microsoft.com/office/drawing/2014/main" id="{8DADBEFC-8A9C-48C1-A1AA-14E73D8789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2256" y="2939122"/>
              <a:ext cx="73956" cy="61245"/>
            </a:xfrm>
            <a:custGeom>
              <a:avLst/>
              <a:gdLst>
                <a:gd name="T0" fmla="*/ 64 w 64"/>
                <a:gd name="T1" fmla="*/ 0 h 53"/>
                <a:gd name="T2" fmla="*/ 38 w 64"/>
                <a:gd name="T3" fmla="*/ 53 h 53"/>
                <a:gd name="T4" fmla="*/ 27 w 64"/>
                <a:gd name="T5" fmla="*/ 53 h 53"/>
                <a:gd name="T6" fmla="*/ 0 w 64"/>
                <a:gd name="T7" fmla="*/ 0 h 53"/>
                <a:gd name="T8" fmla="*/ 13 w 64"/>
                <a:gd name="T9" fmla="*/ 0 h 53"/>
                <a:gd name="T10" fmla="*/ 33 w 64"/>
                <a:gd name="T11" fmla="*/ 42 h 53"/>
                <a:gd name="T12" fmla="*/ 52 w 64"/>
                <a:gd name="T13" fmla="*/ 0 h 53"/>
                <a:gd name="T14" fmla="*/ 64 w 64"/>
                <a:gd name="T15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4" h="53">
                  <a:moveTo>
                    <a:pt x="64" y="0"/>
                  </a:moveTo>
                  <a:lnTo>
                    <a:pt x="38" y="53"/>
                  </a:lnTo>
                  <a:lnTo>
                    <a:pt x="27" y="53"/>
                  </a:lnTo>
                  <a:lnTo>
                    <a:pt x="0" y="0"/>
                  </a:lnTo>
                  <a:lnTo>
                    <a:pt x="13" y="0"/>
                  </a:lnTo>
                  <a:lnTo>
                    <a:pt x="33" y="42"/>
                  </a:lnTo>
                  <a:lnTo>
                    <a:pt x="52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" name="Freeform 97">
              <a:extLst>
                <a:ext uri="{FF2B5EF4-FFF2-40B4-BE49-F238E27FC236}">
                  <a16:creationId xmlns:a16="http://schemas.microsoft.com/office/drawing/2014/main" id="{AD96E5FD-83B3-4590-ABF1-DBB76D3BCF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3145" y="2939122"/>
              <a:ext cx="55467" cy="61245"/>
            </a:xfrm>
            <a:custGeom>
              <a:avLst/>
              <a:gdLst>
                <a:gd name="T0" fmla="*/ 0 w 42"/>
                <a:gd name="T1" fmla="*/ 32 h 45"/>
                <a:gd name="T2" fmla="*/ 0 w 42"/>
                <a:gd name="T3" fmla="*/ 0 h 45"/>
                <a:gd name="T4" fmla="*/ 42 w 42"/>
                <a:gd name="T5" fmla="*/ 0 h 45"/>
                <a:gd name="T6" fmla="*/ 42 w 42"/>
                <a:gd name="T7" fmla="*/ 7 h 45"/>
                <a:gd name="T8" fmla="*/ 10 w 42"/>
                <a:gd name="T9" fmla="*/ 7 h 45"/>
                <a:gd name="T10" fmla="*/ 10 w 42"/>
                <a:gd name="T11" fmla="*/ 18 h 45"/>
                <a:gd name="T12" fmla="*/ 39 w 42"/>
                <a:gd name="T13" fmla="*/ 18 h 45"/>
                <a:gd name="T14" fmla="*/ 39 w 42"/>
                <a:gd name="T15" fmla="*/ 25 h 45"/>
                <a:gd name="T16" fmla="*/ 10 w 42"/>
                <a:gd name="T17" fmla="*/ 25 h 45"/>
                <a:gd name="T18" fmla="*/ 10 w 42"/>
                <a:gd name="T19" fmla="*/ 32 h 45"/>
                <a:gd name="T20" fmla="*/ 16 w 42"/>
                <a:gd name="T21" fmla="*/ 38 h 45"/>
                <a:gd name="T22" fmla="*/ 42 w 42"/>
                <a:gd name="T23" fmla="*/ 38 h 45"/>
                <a:gd name="T24" fmla="*/ 42 w 42"/>
                <a:gd name="T25" fmla="*/ 45 h 45"/>
                <a:gd name="T26" fmla="*/ 14 w 42"/>
                <a:gd name="T27" fmla="*/ 45 h 45"/>
                <a:gd name="T28" fmla="*/ 0 w 42"/>
                <a:gd name="T29" fmla="*/ 3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45">
                  <a:moveTo>
                    <a:pt x="0" y="3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0" y="36"/>
                    <a:pt x="12" y="38"/>
                    <a:pt x="16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5" y="45"/>
                    <a:pt x="0" y="41"/>
                    <a:pt x="0" y="32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" name="Freeform 98">
              <a:extLst>
                <a:ext uri="{FF2B5EF4-FFF2-40B4-BE49-F238E27FC236}">
                  <a16:creationId xmlns:a16="http://schemas.microsoft.com/office/drawing/2014/main" id="{285BDB48-9C39-4E3C-83CA-AA78100803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9013" y="2937967"/>
              <a:ext cx="64712" cy="63556"/>
            </a:xfrm>
            <a:custGeom>
              <a:avLst/>
              <a:gdLst>
                <a:gd name="T0" fmla="*/ 0 w 48"/>
                <a:gd name="T1" fmla="*/ 40 h 47"/>
                <a:gd name="T2" fmla="*/ 4 w 48"/>
                <a:gd name="T3" fmla="*/ 33 h 47"/>
                <a:gd name="T4" fmla="*/ 25 w 48"/>
                <a:gd name="T5" fmla="*/ 40 h 47"/>
                <a:gd name="T6" fmla="*/ 38 w 48"/>
                <a:gd name="T7" fmla="*/ 34 h 47"/>
                <a:gd name="T8" fmla="*/ 24 w 48"/>
                <a:gd name="T9" fmla="*/ 28 h 47"/>
                <a:gd name="T10" fmla="*/ 1 w 48"/>
                <a:gd name="T11" fmla="*/ 14 h 47"/>
                <a:gd name="T12" fmla="*/ 24 w 48"/>
                <a:gd name="T13" fmla="*/ 0 h 47"/>
                <a:gd name="T14" fmla="*/ 47 w 48"/>
                <a:gd name="T15" fmla="*/ 6 h 47"/>
                <a:gd name="T16" fmla="*/ 43 w 48"/>
                <a:gd name="T17" fmla="*/ 13 h 47"/>
                <a:gd name="T18" fmla="*/ 24 w 48"/>
                <a:gd name="T19" fmla="*/ 7 h 47"/>
                <a:gd name="T20" fmla="*/ 11 w 48"/>
                <a:gd name="T21" fmla="*/ 12 h 47"/>
                <a:gd name="T22" fmla="*/ 25 w 48"/>
                <a:gd name="T23" fmla="*/ 18 h 47"/>
                <a:gd name="T24" fmla="*/ 48 w 48"/>
                <a:gd name="T25" fmla="*/ 33 h 47"/>
                <a:gd name="T26" fmla="*/ 25 w 48"/>
                <a:gd name="T27" fmla="*/ 47 h 47"/>
                <a:gd name="T28" fmla="*/ 0 w 48"/>
                <a:gd name="T29" fmla="*/ 4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" h="47">
                  <a:moveTo>
                    <a:pt x="0" y="40"/>
                  </a:moveTo>
                  <a:cubicBezTo>
                    <a:pt x="4" y="33"/>
                    <a:pt x="4" y="33"/>
                    <a:pt x="4" y="33"/>
                  </a:cubicBezTo>
                  <a:cubicBezTo>
                    <a:pt x="10" y="38"/>
                    <a:pt x="18" y="40"/>
                    <a:pt x="25" y="40"/>
                  </a:cubicBezTo>
                  <a:cubicBezTo>
                    <a:pt x="32" y="40"/>
                    <a:pt x="38" y="38"/>
                    <a:pt x="38" y="34"/>
                  </a:cubicBezTo>
                  <a:cubicBezTo>
                    <a:pt x="38" y="31"/>
                    <a:pt x="32" y="29"/>
                    <a:pt x="24" y="28"/>
                  </a:cubicBezTo>
                  <a:cubicBezTo>
                    <a:pt x="14" y="25"/>
                    <a:pt x="1" y="23"/>
                    <a:pt x="1" y="14"/>
                  </a:cubicBezTo>
                  <a:cubicBezTo>
                    <a:pt x="1" y="5"/>
                    <a:pt x="12" y="0"/>
                    <a:pt x="24" y="0"/>
                  </a:cubicBezTo>
                  <a:cubicBezTo>
                    <a:pt x="32" y="0"/>
                    <a:pt x="41" y="2"/>
                    <a:pt x="47" y="6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37" y="9"/>
                    <a:pt x="30" y="7"/>
                    <a:pt x="24" y="7"/>
                  </a:cubicBezTo>
                  <a:cubicBezTo>
                    <a:pt x="18" y="7"/>
                    <a:pt x="11" y="9"/>
                    <a:pt x="11" y="12"/>
                  </a:cubicBezTo>
                  <a:cubicBezTo>
                    <a:pt x="11" y="16"/>
                    <a:pt x="17" y="17"/>
                    <a:pt x="25" y="18"/>
                  </a:cubicBezTo>
                  <a:cubicBezTo>
                    <a:pt x="35" y="20"/>
                    <a:pt x="48" y="23"/>
                    <a:pt x="48" y="33"/>
                  </a:cubicBezTo>
                  <a:cubicBezTo>
                    <a:pt x="48" y="42"/>
                    <a:pt x="37" y="47"/>
                    <a:pt x="25" y="47"/>
                  </a:cubicBezTo>
                  <a:cubicBezTo>
                    <a:pt x="16" y="47"/>
                    <a:pt x="6" y="44"/>
                    <a:pt x="0" y="40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9" name="Freeform 99">
              <a:extLst>
                <a:ext uri="{FF2B5EF4-FFF2-40B4-BE49-F238E27FC236}">
                  <a16:creationId xmlns:a16="http://schemas.microsoft.com/office/drawing/2014/main" id="{7D692186-900D-49C5-A9A4-46EF98E43A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8347" y="2939122"/>
              <a:ext cx="60089" cy="61245"/>
            </a:xfrm>
            <a:custGeom>
              <a:avLst/>
              <a:gdLst>
                <a:gd name="T0" fmla="*/ 0 w 52"/>
                <a:gd name="T1" fmla="*/ 8 h 53"/>
                <a:gd name="T2" fmla="*/ 0 w 52"/>
                <a:gd name="T3" fmla="*/ 0 h 53"/>
                <a:gd name="T4" fmla="*/ 52 w 52"/>
                <a:gd name="T5" fmla="*/ 0 h 53"/>
                <a:gd name="T6" fmla="*/ 52 w 52"/>
                <a:gd name="T7" fmla="*/ 8 h 53"/>
                <a:gd name="T8" fmla="*/ 33 w 52"/>
                <a:gd name="T9" fmla="*/ 8 h 53"/>
                <a:gd name="T10" fmla="*/ 33 w 52"/>
                <a:gd name="T11" fmla="*/ 53 h 53"/>
                <a:gd name="T12" fmla="*/ 21 w 52"/>
                <a:gd name="T13" fmla="*/ 53 h 53"/>
                <a:gd name="T14" fmla="*/ 21 w 52"/>
                <a:gd name="T15" fmla="*/ 8 h 53"/>
                <a:gd name="T16" fmla="*/ 0 w 52"/>
                <a:gd name="T17" fmla="*/ 8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3">
                  <a:moveTo>
                    <a:pt x="0" y="8"/>
                  </a:moveTo>
                  <a:lnTo>
                    <a:pt x="0" y="0"/>
                  </a:lnTo>
                  <a:lnTo>
                    <a:pt x="52" y="0"/>
                  </a:lnTo>
                  <a:lnTo>
                    <a:pt x="52" y="8"/>
                  </a:lnTo>
                  <a:lnTo>
                    <a:pt x="33" y="8"/>
                  </a:lnTo>
                  <a:lnTo>
                    <a:pt x="33" y="53"/>
                  </a:lnTo>
                  <a:lnTo>
                    <a:pt x="21" y="53"/>
                  </a:lnTo>
                  <a:lnTo>
                    <a:pt x="21" y="8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0" name="Freeform 100">
              <a:extLst>
                <a:ext uri="{FF2B5EF4-FFF2-40B4-BE49-F238E27FC236}">
                  <a16:creationId xmlns:a16="http://schemas.microsoft.com/office/drawing/2014/main" id="{42796E2B-8093-485D-92C1-42DDB6344D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9991" y="2939122"/>
              <a:ext cx="70490" cy="61245"/>
            </a:xfrm>
            <a:custGeom>
              <a:avLst/>
              <a:gdLst>
                <a:gd name="T0" fmla="*/ 49 w 61"/>
                <a:gd name="T1" fmla="*/ 0 h 53"/>
                <a:gd name="T2" fmla="*/ 61 w 61"/>
                <a:gd name="T3" fmla="*/ 0 h 53"/>
                <a:gd name="T4" fmla="*/ 61 w 61"/>
                <a:gd name="T5" fmla="*/ 53 h 53"/>
                <a:gd name="T6" fmla="*/ 50 w 61"/>
                <a:gd name="T7" fmla="*/ 53 h 53"/>
                <a:gd name="T8" fmla="*/ 50 w 61"/>
                <a:gd name="T9" fmla="*/ 13 h 53"/>
                <a:gd name="T10" fmla="*/ 30 w 61"/>
                <a:gd name="T11" fmla="*/ 44 h 53"/>
                <a:gd name="T12" fmla="*/ 9 w 61"/>
                <a:gd name="T13" fmla="*/ 14 h 53"/>
                <a:gd name="T14" fmla="*/ 9 w 61"/>
                <a:gd name="T15" fmla="*/ 53 h 53"/>
                <a:gd name="T16" fmla="*/ 0 w 61"/>
                <a:gd name="T17" fmla="*/ 53 h 53"/>
                <a:gd name="T18" fmla="*/ 0 w 61"/>
                <a:gd name="T19" fmla="*/ 0 h 53"/>
                <a:gd name="T20" fmla="*/ 11 w 61"/>
                <a:gd name="T21" fmla="*/ 0 h 53"/>
                <a:gd name="T22" fmla="*/ 30 w 61"/>
                <a:gd name="T23" fmla="*/ 27 h 53"/>
                <a:gd name="T24" fmla="*/ 49 w 61"/>
                <a:gd name="T25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1" h="53">
                  <a:moveTo>
                    <a:pt x="49" y="0"/>
                  </a:moveTo>
                  <a:lnTo>
                    <a:pt x="61" y="0"/>
                  </a:lnTo>
                  <a:lnTo>
                    <a:pt x="61" y="53"/>
                  </a:lnTo>
                  <a:lnTo>
                    <a:pt x="50" y="53"/>
                  </a:lnTo>
                  <a:lnTo>
                    <a:pt x="50" y="13"/>
                  </a:lnTo>
                  <a:lnTo>
                    <a:pt x="30" y="44"/>
                  </a:lnTo>
                  <a:lnTo>
                    <a:pt x="9" y="14"/>
                  </a:lnTo>
                  <a:lnTo>
                    <a:pt x="9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11" y="0"/>
                  </a:lnTo>
                  <a:lnTo>
                    <a:pt x="30" y="27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1" name="Freeform 101">
              <a:extLst>
                <a:ext uri="{FF2B5EF4-FFF2-40B4-BE49-F238E27FC236}">
                  <a16:creationId xmlns:a16="http://schemas.microsoft.com/office/drawing/2014/main" id="{D6F567E9-9B6F-4236-85D5-C322E4764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6658" y="2939122"/>
              <a:ext cx="55467" cy="61245"/>
            </a:xfrm>
            <a:custGeom>
              <a:avLst/>
              <a:gdLst>
                <a:gd name="T0" fmla="*/ 0 w 42"/>
                <a:gd name="T1" fmla="*/ 32 h 45"/>
                <a:gd name="T2" fmla="*/ 0 w 42"/>
                <a:gd name="T3" fmla="*/ 0 h 45"/>
                <a:gd name="T4" fmla="*/ 41 w 42"/>
                <a:gd name="T5" fmla="*/ 0 h 45"/>
                <a:gd name="T6" fmla="*/ 41 w 42"/>
                <a:gd name="T7" fmla="*/ 7 h 45"/>
                <a:gd name="T8" fmla="*/ 10 w 42"/>
                <a:gd name="T9" fmla="*/ 7 h 45"/>
                <a:gd name="T10" fmla="*/ 10 w 42"/>
                <a:gd name="T11" fmla="*/ 18 h 45"/>
                <a:gd name="T12" fmla="*/ 38 w 42"/>
                <a:gd name="T13" fmla="*/ 18 h 45"/>
                <a:gd name="T14" fmla="*/ 38 w 42"/>
                <a:gd name="T15" fmla="*/ 25 h 45"/>
                <a:gd name="T16" fmla="*/ 10 w 42"/>
                <a:gd name="T17" fmla="*/ 25 h 45"/>
                <a:gd name="T18" fmla="*/ 10 w 42"/>
                <a:gd name="T19" fmla="*/ 32 h 45"/>
                <a:gd name="T20" fmla="*/ 15 w 42"/>
                <a:gd name="T21" fmla="*/ 38 h 45"/>
                <a:gd name="T22" fmla="*/ 42 w 42"/>
                <a:gd name="T23" fmla="*/ 38 h 45"/>
                <a:gd name="T24" fmla="*/ 42 w 42"/>
                <a:gd name="T25" fmla="*/ 45 h 45"/>
                <a:gd name="T26" fmla="*/ 13 w 42"/>
                <a:gd name="T27" fmla="*/ 45 h 45"/>
                <a:gd name="T28" fmla="*/ 0 w 42"/>
                <a:gd name="T29" fmla="*/ 3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45">
                  <a:moveTo>
                    <a:pt x="0" y="3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0" y="36"/>
                    <a:pt x="11" y="38"/>
                    <a:pt x="15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5" y="45"/>
                    <a:pt x="0" y="41"/>
                    <a:pt x="0" y="32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2" name="Freeform 102">
              <a:extLst>
                <a:ext uri="{FF2B5EF4-FFF2-40B4-BE49-F238E27FC236}">
                  <a16:creationId xmlns:a16="http://schemas.microsoft.com/office/drawing/2014/main" id="{571A1C5E-9D17-49BD-8CA1-D56F4DC70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148" y="2939122"/>
              <a:ext cx="62400" cy="61245"/>
            </a:xfrm>
            <a:custGeom>
              <a:avLst/>
              <a:gdLst>
                <a:gd name="T0" fmla="*/ 10 w 54"/>
                <a:gd name="T1" fmla="*/ 16 h 53"/>
                <a:gd name="T2" fmla="*/ 10 w 54"/>
                <a:gd name="T3" fmla="*/ 53 h 53"/>
                <a:gd name="T4" fmla="*/ 0 w 54"/>
                <a:gd name="T5" fmla="*/ 53 h 53"/>
                <a:gd name="T6" fmla="*/ 0 w 54"/>
                <a:gd name="T7" fmla="*/ 0 h 53"/>
                <a:gd name="T8" fmla="*/ 10 w 54"/>
                <a:gd name="T9" fmla="*/ 0 h 53"/>
                <a:gd name="T10" fmla="*/ 43 w 54"/>
                <a:gd name="T11" fmla="*/ 38 h 53"/>
                <a:gd name="T12" fmla="*/ 43 w 54"/>
                <a:gd name="T13" fmla="*/ 0 h 53"/>
                <a:gd name="T14" fmla="*/ 54 w 54"/>
                <a:gd name="T15" fmla="*/ 0 h 53"/>
                <a:gd name="T16" fmla="*/ 54 w 54"/>
                <a:gd name="T17" fmla="*/ 53 h 53"/>
                <a:gd name="T18" fmla="*/ 43 w 54"/>
                <a:gd name="T19" fmla="*/ 53 h 53"/>
                <a:gd name="T20" fmla="*/ 10 w 54"/>
                <a:gd name="T21" fmla="*/ 1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53">
                  <a:moveTo>
                    <a:pt x="10" y="16"/>
                  </a:moveTo>
                  <a:lnTo>
                    <a:pt x="10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10" y="0"/>
                  </a:lnTo>
                  <a:lnTo>
                    <a:pt x="43" y="38"/>
                  </a:lnTo>
                  <a:lnTo>
                    <a:pt x="43" y="0"/>
                  </a:lnTo>
                  <a:lnTo>
                    <a:pt x="54" y="0"/>
                  </a:lnTo>
                  <a:lnTo>
                    <a:pt x="54" y="53"/>
                  </a:lnTo>
                  <a:lnTo>
                    <a:pt x="43" y="53"/>
                  </a:lnTo>
                  <a:lnTo>
                    <a:pt x="10" y="16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3" name="Freeform 103">
              <a:extLst>
                <a:ext uri="{FF2B5EF4-FFF2-40B4-BE49-F238E27FC236}">
                  <a16:creationId xmlns:a16="http://schemas.microsoft.com/office/drawing/2014/main" id="{39D5ED28-9369-453E-B1DF-9DA69E178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8793" y="2939122"/>
              <a:ext cx="60089" cy="61245"/>
            </a:xfrm>
            <a:custGeom>
              <a:avLst/>
              <a:gdLst>
                <a:gd name="T0" fmla="*/ 0 w 52"/>
                <a:gd name="T1" fmla="*/ 8 h 53"/>
                <a:gd name="T2" fmla="*/ 0 w 52"/>
                <a:gd name="T3" fmla="*/ 0 h 53"/>
                <a:gd name="T4" fmla="*/ 52 w 52"/>
                <a:gd name="T5" fmla="*/ 0 h 53"/>
                <a:gd name="T6" fmla="*/ 52 w 52"/>
                <a:gd name="T7" fmla="*/ 8 h 53"/>
                <a:gd name="T8" fmla="*/ 33 w 52"/>
                <a:gd name="T9" fmla="*/ 8 h 53"/>
                <a:gd name="T10" fmla="*/ 33 w 52"/>
                <a:gd name="T11" fmla="*/ 53 h 53"/>
                <a:gd name="T12" fmla="*/ 21 w 52"/>
                <a:gd name="T13" fmla="*/ 53 h 53"/>
                <a:gd name="T14" fmla="*/ 21 w 52"/>
                <a:gd name="T15" fmla="*/ 8 h 53"/>
                <a:gd name="T16" fmla="*/ 0 w 52"/>
                <a:gd name="T17" fmla="*/ 8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3">
                  <a:moveTo>
                    <a:pt x="0" y="8"/>
                  </a:moveTo>
                  <a:lnTo>
                    <a:pt x="0" y="0"/>
                  </a:lnTo>
                  <a:lnTo>
                    <a:pt x="52" y="0"/>
                  </a:lnTo>
                  <a:lnTo>
                    <a:pt x="52" y="8"/>
                  </a:lnTo>
                  <a:lnTo>
                    <a:pt x="33" y="8"/>
                  </a:lnTo>
                  <a:lnTo>
                    <a:pt x="33" y="53"/>
                  </a:lnTo>
                  <a:lnTo>
                    <a:pt x="21" y="53"/>
                  </a:lnTo>
                  <a:lnTo>
                    <a:pt x="21" y="8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4" name="Freeform 104">
              <a:extLst>
                <a:ext uri="{FF2B5EF4-FFF2-40B4-BE49-F238E27FC236}">
                  <a16:creationId xmlns:a16="http://schemas.microsoft.com/office/drawing/2014/main" id="{44E4206D-7D88-47B8-BEF7-5370A5EC8A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33549" y="2939122"/>
              <a:ext cx="63556" cy="61245"/>
            </a:xfrm>
            <a:custGeom>
              <a:avLst/>
              <a:gdLst>
                <a:gd name="T0" fmla="*/ 47 w 47"/>
                <a:gd name="T1" fmla="*/ 33 h 45"/>
                <a:gd name="T2" fmla="*/ 28 w 47"/>
                <a:gd name="T3" fmla="*/ 45 h 45"/>
                <a:gd name="T4" fmla="*/ 0 w 47"/>
                <a:gd name="T5" fmla="*/ 45 h 45"/>
                <a:gd name="T6" fmla="*/ 0 w 47"/>
                <a:gd name="T7" fmla="*/ 0 h 45"/>
                <a:gd name="T8" fmla="*/ 26 w 47"/>
                <a:gd name="T9" fmla="*/ 0 h 45"/>
                <a:gd name="T10" fmla="*/ 45 w 47"/>
                <a:gd name="T11" fmla="*/ 12 h 45"/>
                <a:gd name="T12" fmla="*/ 38 w 47"/>
                <a:gd name="T13" fmla="*/ 22 h 45"/>
                <a:gd name="T14" fmla="*/ 47 w 47"/>
                <a:gd name="T15" fmla="*/ 33 h 45"/>
                <a:gd name="T16" fmla="*/ 9 w 47"/>
                <a:gd name="T17" fmla="*/ 7 h 45"/>
                <a:gd name="T18" fmla="*/ 9 w 47"/>
                <a:gd name="T19" fmla="*/ 19 h 45"/>
                <a:gd name="T20" fmla="*/ 26 w 47"/>
                <a:gd name="T21" fmla="*/ 19 h 45"/>
                <a:gd name="T22" fmla="*/ 35 w 47"/>
                <a:gd name="T23" fmla="*/ 13 h 45"/>
                <a:gd name="T24" fmla="*/ 26 w 47"/>
                <a:gd name="T25" fmla="*/ 7 h 45"/>
                <a:gd name="T26" fmla="*/ 9 w 47"/>
                <a:gd name="T27" fmla="*/ 7 h 45"/>
                <a:gd name="T28" fmla="*/ 37 w 47"/>
                <a:gd name="T29" fmla="*/ 32 h 45"/>
                <a:gd name="T30" fmla="*/ 28 w 47"/>
                <a:gd name="T31" fmla="*/ 26 h 45"/>
                <a:gd name="T32" fmla="*/ 9 w 47"/>
                <a:gd name="T33" fmla="*/ 26 h 45"/>
                <a:gd name="T34" fmla="*/ 9 w 47"/>
                <a:gd name="T35" fmla="*/ 38 h 45"/>
                <a:gd name="T36" fmla="*/ 27 w 47"/>
                <a:gd name="T37" fmla="*/ 38 h 45"/>
                <a:gd name="T38" fmla="*/ 37 w 47"/>
                <a:gd name="T39" fmla="*/ 3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7" h="45">
                  <a:moveTo>
                    <a:pt x="47" y="33"/>
                  </a:moveTo>
                  <a:cubicBezTo>
                    <a:pt x="47" y="41"/>
                    <a:pt x="39" y="45"/>
                    <a:pt x="28" y="45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37" y="0"/>
                    <a:pt x="45" y="4"/>
                    <a:pt x="45" y="12"/>
                  </a:cubicBezTo>
                  <a:cubicBezTo>
                    <a:pt x="45" y="17"/>
                    <a:pt x="42" y="20"/>
                    <a:pt x="38" y="22"/>
                  </a:cubicBezTo>
                  <a:cubicBezTo>
                    <a:pt x="43" y="24"/>
                    <a:pt x="47" y="27"/>
                    <a:pt x="47" y="33"/>
                  </a:cubicBezTo>
                  <a:close/>
                  <a:moveTo>
                    <a:pt x="9" y="7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31" y="19"/>
                    <a:pt x="35" y="17"/>
                    <a:pt x="35" y="13"/>
                  </a:cubicBezTo>
                  <a:cubicBezTo>
                    <a:pt x="35" y="9"/>
                    <a:pt x="31" y="7"/>
                    <a:pt x="26" y="7"/>
                  </a:cubicBezTo>
                  <a:lnTo>
                    <a:pt x="9" y="7"/>
                  </a:lnTo>
                  <a:close/>
                  <a:moveTo>
                    <a:pt x="37" y="32"/>
                  </a:moveTo>
                  <a:cubicBezTo>
                    <a:pt x="37" y="28"/>
                    <a:pt x="33" y="26"/>
                    <a:pt x="28" y="26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33" y="38"/>
                    <a:pt x="37" y="36"/>
                    <a:pt x="37" y="32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5" name="Freeform 105">
              <a:extLst>
                <a:ext uri="{FF2B5EF4-FFF2-40B4-BE49-F238E27FC236}">
                  <a16:creationId xmlns:a16="http://schemas.microsoft.com/office/drawing/2014/main" id="{FE22D848-6018-4755-AB88-D225727717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98261" y="2939122"/>
              <a:ext cx="76267" cy="61245"/>
            </a:xfrm>
            <a:custGeom>
              <a:avLst/>
              <a:gdLst>
                <a:gd name="T0" fmla="*/ 47 w 66"/>
                <a:gd name="T1" fmla="*/ 40 h 53"/>
                <a:gd name="T2" fmla="*/ 18 w 66"/>
                <a:gd name="T3" fmla="*/ 40 h 53"/>
                <a:gd name="T4" fmla="*/ 11 w 66"/>
                <a:gd name="T5" fmla="*/ 53 h 53"/>
                <a:gd name="T6" fmla="*/ 0 w 66"/>
                <a:gd name="T7" fmla="*/ 53 h 53"/>
                <a:gd name="T8" fmla="*/ 28 w 66"/>
                <a:gd name="T9" fmla="*/ 0 h 53"/>
                <a:gd name="T10" fmla="*/ 39 w 66"/>
                <a:gd name="T11" fmla="*/ 0 h 53"/>
                <a:gd name="T12" fmla="*/ 66 w 66"/>
                <a:gd name="T13" fmla="*/ 53 h 53"/>
                <a:gd name="T14" fmla="*/ 53 w 66"/>
                <a:gd name="T15" fmla="*/ 53 h 53"/>
                <a:gd name="T16" fmla="*/ 47 w 66"/>
                <a:gd name="T17" fmla="*/ 40 h 53"/>
                <a:gd name="T18" fmla="*/ 43 w 66"/>
                <a:gd name="T19" fmla="*/ 32 h 53"/>
                <a:gd name="T20" fmla="*/ 32 w 66"/>
                <a:gd name="T21" fmla="*/ 11 h 53"/>
                <a:gd name="T22" fmla="*/ 22 w 66"/>
                <a:gd name="T23" fmla="*/ 32 h 53"/>
                <a:gd name="T24" fmla="*/ 43 w 66"/>
                <a:gd name="T25" fmla="*/ 3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53">
                  <a:moveTo>
                    <a:pt x="47" y="40"/>
                  </a:moveTo>
                  <a:lnTo>
                    <a:pt x="18" y="40"/>
                  </a:lnTo>
                  <a:lnTo>
                    <a:pt x="11" y="53"/>
                  </a:lnTo>
                  <a:lnTo>
                    <a:pt x="0" y="53"/>
                  </a:lnTo>
                  <a:lnTo>
                    <a:pt x="28" y="0"/>
                  </a:lnTo>
                  <a:lnTo>
                    <a:pt x="39" y="0"/>
                  </a:lnTo>
                  <a:lnTo>
                    <a:pt x="66" y="53"/>
                  </a:lnTo>
                  <a:lnTo>
                    <a:pt x="53" y="53"/>
                  </a:lnTo>
                  <a:lnTo>
                    <a:pt x="47" y="40"/>
                  </a:lnTo>
                  <a:close/>
                  <a:moveTo>
                    <a:pt x="43" y="32"/>
                  </a:moveTo>
                  <a:lnTo>
                    <a:pt x="32" y="11"/>
                  </a:lnTo>
                  <a:lnTo>
                    <a:pt x="22" y="32"/>
                  </a:lnTo>
                  <a:lnTo>
                    <a:pt x="43" y="32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6" name="Freeform 106">
              <a:extLst>
                <a:ext uri="{FF2B5EF4-FFF2-40B4-BE49-F238E27FC236}">
                  <a16:creationId xmlns:a16="http://schemas.microsoft.com/office/drawing/2014/main" id="{4C8A1455-4FFD-40E3-B6CA-D6547B8A02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305" y="2939122"/>
              <a:ext cx="63556" cy="61245"/>
            </a:xfrm>
            <a:custGeom>
              <a:avLst/>
              <a:gdLst>
                <a:gd name="T0" fmla="*/ 11 w 55"/>
                <a:gd name="T1" fmla="*/ 16 h 53"/>
                <a:gd name="T2" fmla="*/ 11 w 55"/>
                <a:gd name="T3" fmla="*/ 53 h 53"/>
                <a:gd name="T4" fmla="*/ 0 w 55"/>
                <a:gd name="T5" fmla="*/ 53 h 53"/>
                <a:gd name="T6" fmla="*/ 0 w 55"/>
                <a:gd name="T7" fmla="*/ 0 h 53"/>
                <a:gd name="T8" fmla="*/ 11 w 55"/>
                <a:gd name="T9" fmla="*/ 0 h 53"/>
                <a:gd name="T10" fmla="*/ 43 w 55"/>
                <a:gd name="T11" fmla="*/ 38 h 53"/>
                <a:gd name="T12" fmla="*/ 43 w 55"/>
                <a:gd name="T13" fmla="*/ 0 h 53"/>
                <a:gd name="T14" fmla="*/ 55 w 55"/>
                <a:gd name="T15" fmla="*/ 0 h 53"/>
                <a:gd name="T16" fmla="*/ 55 w 55"/>
                <a:gd name="T17" fmla="*/ 53 h 53"/>
                <a:gd name="T18" fmla="*/ 43 w 55"/>
                <a:gd name="T19" fmla="*/ 53 h 53"/>
                <a:gd name="T20" fmla="*/ 11 w 55"/>
                <a:gd name="T21" fmla="*/ 1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5" h="53">
                  <a:moveTo>
                    <a:pt x="11" y="16"/>
                  </a:moveTo>
                  <a:lnTo>
                    <a:pt x="11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11" y="0"/>
                  </a:lnTo>
                  <a:lnTo>
                    <a:pt x="43" y="38"/>
                  </a:lnTo>
                  <a:lnTo>
                    <a:pt x="43" y="0"/>
                  </a:lnTo>
                  <a:lnTo>
                    <a:pt x="55" y="0"/>
                  </a:lnTo>
                  <a:lnTo>
                    <a:pt x="55" y="53"/>
                  </a:lnTo>
                  <a:lnTo>
                    <a:pt x="43" y="53"/>
                  </a:lnTo>
                  <a:lnTo>
                    <a:pt x="11" y="16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7" name="Freeform 107">
              <a:extLst>
                <a:ext uri="{FF2B5EF4-FFF2-40B4-BE49-F238E27FC236}">
                  <a16:creationId xmlns:a16="http://schemas.microsoft.com/office/drawing/2014/main" id="{103B38BF-0050-4D21-8E2E-42EC149A30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040" y="2939122"/>
              <a:ext cx="63556" cy="61245"/>
            </a:xfrm>
            <a:custGeom>
              <a:avLst/>
              <a:gdLst>
                <a:gd name="T0" fmla="*/ 20 w 55"/>
                <a:gd name="T1" fmla="*/ 28 h 53"/>
                <a:gd name="T2" fmla="*/ 11 w 55"/>
                <a:gd name="T3" fmla="*/ 37 h 53"/>
                <a:gd name="T4" fmla="*/ 11 w 55"/>
                <a:gd name="T5" fmla="*/ 53 h 53"/>
                <a:gd name="T6" fmla="*/ 0 w 55"/>
                <a:gd name="T7" fmla="*/ 53 h 53"/>
                <a:gd name="T8" fmla="*/ 0 w 55"/>
                <a:gd name="T9" fmla="*/ 0 h 53"/>
                <a:gd name="T10" fmla="*/ 11 w 55"/>
                <a:gd name="T11" fmla="*/ 0 h 53"/>
                <a:gd name="T12" fmla="*/ 11 w 55"/>
                <a:gd name="T13" fmla="*/ 26 h 53"/>
                <a:gd name="T14" fmla="*/ 39 w 55"/>
                <a:gd name="T15" fmla="*/ 0 h 53"/>
                <a:gd name="T16" fmla="*/ 53 w 55"/>
                <a:gd name="T17" fmla="*/ 0 h 53"/>
                <a:gd name="T18" fmla="*/ 28 w 55"/>
                <a:gd name="T19" fmla="*/ 21 h 53"/>
                <a:gd name="T20" fmla="*/ 55 w 55"/>
                <a:gd name="T21" fmla="*/ 53 h 53"/>
                <a:gd name="T22" fmla="*/ 41 w 55"/>
                <a:gd name="T23" fmla="*/ 53 h 53"/>
                <a:gd name="T24" fmla="*/ 20 w 55"/>
                <a:gd name="T25" fmla="*/ 28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5" h="53">
                  <a:moveTo>
                    <a:pt x="20" y="28"/>
                  </a:moveTo>
                  <a:lnTo>
                    <a:pt x="11" y="37"/>
                  </a:lnTo>
                  <a:lnTo>
                    <a:pt x="11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11" y="0"/>
                  </a:lnTo>
                  <a:lnTo>
                    <a:pt x="11" y="26"/>
                  </a:lnTo>
                  <a:lnTo>
                    <a:pt x="39" y="0"/>
                  </a:lnTo>
                  <a:lnTo>
                    <a:pt x="53" y="0"/>
                  </a:lnTo>
                  <a:lnTo>
                    <a:pt x="28" y="21"/>
                  </a:lnTo>
                  <a:lnTo>
                    <a:pt x="55" y="53"/>
                  </a:lnTo>
                  <a:lnTo>
                    <a:pt x="41" y="53"/>
                  </a:lnTo>
                  <a:lnTo>
                    <a:pt x="20" y="28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8" name="Freeform 108">
              <a:extLst>
                <a:ext uri="{FF2B5EF4-FFF2-40B4-BE49-F238E27FC236}">
                  <a16:creationId xmlns:a16="http://schemas.microsoft.com/office/drawing/2014/main" id="{A075166E-33A6-4B7C-BB09-55C4A83FAB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4515" y="2889433"/>
              <a:ext cx="70490" cy="63556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9" name="Rectangle 109">
              <a:extLst>
                <a:ext uri="{FF2B5EF4-FFF2-40B4-BE49-F238E27FC236}">
                  <a16:creationId xmlns:a16="http://schemas.microsoft.com/office/drawing/2014/main" id="{1BB24E11-A7ED-4F30-B5BC-2B50092B0B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692" y="2973789"/>
              <a:ext cx="323558" cy="27734"/>
            </a:xfrm>
            <a:prstGeom prst="rect">
              <a:avLst/>
            </a:prstGeom>
            <a:solidFill>
              <a:srgbClr val="72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grpSp>
          <p:nvGrpSpPr>
            <p:cNvPr id="50" name="Groupe 2">
              <a:extLst>
                <a:ext uri="{FF2B5EF4-FFF2-40B4-BE49-F238E27FC236}">
                  <a16:creationId xmlns:a16="http://schemas.microsoft.com/office/drawing/2014/main" id="{3A85842E-94F5-4D3D-B880-93EDF06CAEE0}"/>
                </a:ext>
              </a:extLst>
            </p:cNvPr>
            <p:cNvGrpSpPr/>
            <p:nvPr/>
          </p:nvGrpSpPr>
          <p:grpSpPr>
            <a:xfrm>
              <a:off x="1070693" y="2740365"/>
              <a:ext cx="1947124" cy="144446"/>
              <a:chOff x="1070693" y="2740365"/>
              <a:chExt cx="1947124" cy="144446"/>
            </a:xfrm>
          </p:grpSpPr>
          <p:sp>
            <p:nvSpPr>
              <p:cNvPr id="52" name="Freeform 70">
                <a:extLst>
                  <a:ext uri="{FF2B5EF4-FFF2-40B4-BE49-F238E27FC236}">
                    <a16:creationId xmlns:a16="http://schemas.microsoft.com/office/drawing/2014/main" id="{70F517D7-0EF1-4C0A-9D75-162499FEF9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028" y="2770410"/>
                <a:ext cx="121335" cy="114401"/>
              </a:xfrm>
              <a:custGeom>
                <a:avLst/>
                <a:gdLst>
                  <a:gd name="T0" fmla="*/ 52 w 91"/>
                  <a:gd name="T1" fmla="*/ 0 h 85"/>
                  <a:gd name="T2" fmla="*/ 89 w 91"/>
                  <a:gd name="T3" fmla="*/ 12 h 85"/>
                  <a:gd name="T4" fmla="*/ 81 w 91"/>
                  <a:gd name="T5" fmla="*/ 22 h 85"/>
                  <a:gd name="T6" fmla="*/ 53 w 91"/>
                  <a:gd name="T7" fmla="*/ 13 h 85"/>
                  <a:gd name="T8" fmla="*/ 19 w 91"/>
                  <a:gd name="T9" fmla="*/ 43 h 85"/>
                  <a:gd name="T10" fmla="*/ 53 w 91"/>
                  <a:gd name="T11" fmla="*/ 72 h 85"/>
                  <a:gd name="T12" fmla="*/ 82 w 91"/>
                  <a:gd name="T13" fmla="*/ 62 h 85"/>
                  <a:gd name="T14" fmla="*/ 91 w 91"/>
                  <a:gd name="T15" fmla="*/ 73 h 85"/>
                  <a:gd name="T16" fmla="*/ 52 w 91"/>
                  <a:gd name="T17" fmla="*/ 85 h 85"/>
                  <a:gd name="T18" fmla="*/ 0 w 91"/>
                  <a:gd name="T19" fmla="*/ 43 h 85"/>
                  <a:gd name="T20" fmla="*/ 52 w 91"/>
                  <a:gd name="T21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1" h="85">
                    <a:moveTo>
                      <a:pt x="52" y="0"/>
                    </a:moveTo>
                    <a:cubicBezTo>
                      <a:pt x="65" y="0"/>
                      <a:pt x="78" y="4"/>
                      <a:pt x="89" y="12"/>
                    </a:cubicBezTo>
                    <a:cubicBezTo>
                      <a:pt x="81" y="22"/>
                      <a:pt x="81" y="22"/>
                      <a:pt x="81" y="22"/>
                    </a:cubicBezTo>
                    <a:cubicBezTo>
                      <a:pt x="72" y="16"/>
                      <a:pt x="65" y="13"/>
                      <a:pt x="53" y="13"/>
                    </a:cubicBezTo>
                    <a:cubicBezTo>
                      <a:pt x="34" y="13"/>
                      <a:pt x="19" y="25"/>
                      <a:pt x="19" y="43"/>
                    </a:cubicBezTo>
                    <a:cubicBezTo>
                      <a:pt x="19" y="60"/>
                      <a:pt x="34" y="72"/>
                      <a:pt x="53" y="72"/>
                    </a:cubicBezTo>
                    <a:cubicBezTo>
                      <a:pt x="65" y="72"/>
                      <a:pt x="73" y="69"/>
                      <a:pt x="82" y="62"/>
                    </a:cubicBezTo>
                    <a:cubicBezTo>
                      <a:pt x="91" y="73"/>
                      <a:pt x="91" y="73"/>
                      <a:pt x="91" y="73"/>
                    </a:cubicBezTo>
                    <a:cubicBezTo>
                      <a:pt x="80" y="81"/>
                      <a:pt x="66" y="85"/>
                      <a:pt x="52" y="85"/>
                    </a:cubicBezTo>
                    <a:cubicBezTo>
                      <a:pt x="26" y="85"/>
                      <a:pt x="0" y="70"/>
                      <a:pt x="0" y="43"/>
                    </a:cubicBezTo>
                    <a:cubicBezTo>
                      <a:pt x="0" y="16"/>
                      <a:pt x="26" y="0"/>
                      <a:pt x="52" y="0"/>
                    </a:cubicBez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3" name="Freeform 71">
                <a:extLst>
                  <a:ext uri="{FF2B5EF4-FFF2-40B4-BE49-F238E27FC236}">
                    <a16:creationId xmlns:a16="http://schemas.microsoft.com/office/drawing/2014/main" id="{C57A899B-5C8D-41AF-AE60-BBE50A366A5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90785" y="2771566"/>
                <a:ext cx="112090" cy="112090"/>
              </a:xfrm>
              <a:custGeom>
                <a:avLst/>
                <a:gdLst>
                  <a:gd name="T0" fmla="*/ 0 w 84"/>
                  <a:gd name="T1" fmla="*/ 0 h 83"/>
                  <a:gd name="T2" fmla="*/ 44 w 84"/>
                  <a:gd name="T3" fmla="*/ 0 h 83"/>
                  <a:gd name="T4" fmla="*/ 82 w 84"/>
                  <a:gd name="T5" fmla="*/ 27 h 83"/>
                  <a:gd name="T6" fmla="*/ 57 w 84"/>
                  <a:gd name="T7" fmla="*/ 52 h 83"/>
                  <a:gd name="T8" fmla="*/ 84 w 84"/>
                  <a:gd name="T9" fmla="*/ 83 h 83"/>
                  <a:gd name="T10" fmla="*/ 64 w 84"/>
                  <a:gd name="T11" fmla="*/ 83 h 83"/>
                  <a:gd name="T12" fmla="*/ 39 w 84"/>
                  <a:gd name="T13" fmla="*/ 54 h 83"/>
                  <a:gd name="T14" fmla="*/ 17 w 84"/>
                  <a:gd name="T15" fmla="*/ 54 h 83"/>
                  <a:gd name="T16" fmla="*/ 17 w 84"/>
                  <a:gd name="T17" fmla="*/ 83 h 83"/>
                  <a:gd name="T18" fmla="*/ 0 w 84"/>
                  <a:gd name="T19" fmla="*/ 83 h 83"/>
                  <a:gd name="T20" fmla="*/ 0 w 84"/>
                  <a:gd name="T21" fmla="*/ 0 h 83"/>
                  <a:gd name="T22" fmla="*/ 43 w 84"/>
                  <a:gd name="T23" fmla="*/ 41 h 83"/>
                  <a:gd name="T24" fmla="*/ 63 w 84"/>
                  <a:gd name="T25" fmla="*/ 27 h 83"/>
                  <a:gd name="T26" fmla="*/ 43 w 84"/>
                  <a:gd name="T27" fmla="*/ 14 h 83"/>
                  <a:gd name="T28" fmla="*/ 17 w 84"/>
                  <a:gd name="T29" fmla="*/ 14 h 83"/>
                  <a:gd name="T30" fmla="*/ 17 w 84"/>
                  <a:gd name="T31" fmla="*/ 41 h 83"/>
                  <a:gd name="T32" fmla="*/ 43 w 84"/>
                  <a:gd name="T33" fmla="*/ 41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4" h="83">
                    <a:moveTo>
                      <a:pt x="0" y="0"/>
                    </a:moveTo>
                    <a:cubicBezTo>
                      <a:pt x="44" y="0"/>
                      <a:pt x="44" y="0"/>
                      <a:pt x="44" y="0"/>
                    </a:cubicBezTo>
                    <a:cubicBezTo>
                      <a:pt x="65" y="0"/>
                      <a:pt x="82" y="9"/>
                      <a:pt x="82" y="27"/>
                    </a:cubicBezTo>
                    <a:cubicBezTo>
                      <a:pt x="82" y="41"/>
                      <a:pt x="71" y="48"/>
                      <a:pt x="57" y="52"/>
                    </a:cubicBezTo>
                    <a:cubicBezTo>
                      <a:pt x="84" y="83"/>
                      <a:pt x="84" y="83"/>
                      <a:pt x="84" y="83"/>
                    </a:cubicBezTo>
                    <a:cubicBezTo>
                      <a:pt x="64" y="83"/>
                      <a:pt x="64" y="83"/>
                      <a:pt x="64" y="83"/>
                    </a:cubicBezTo>
                    <a:cubicBezTo>
                      <a:pt x="39" y="54"/>
                      <a:pt x="39" y="54"/>
                      <a:pt x="39" y="54"/>
                    </a:cubicBezTo>
                    <a:cubicBezTo>
                      <a:pt x="17" y="54"/>
                      <a:pt x="17" y="54"/>
                      <a:pt x="17" y="54"/>
                    </a:cubicBezTo>
                    <a:cubicBezTo>
                      <a:pt x="17" y="83"/>
                      <a:pt x="17" y="83"/>
                      <a:pt x="17" y="83"/>
                    </a:cubicBezTo>
                    <a:cubicBezTo>
                      <a:pt x="0" y="83"/>
                      <a:pt x="0" y="83"/>
                      <a:pt x="0" y="83"/>
                    </a:cubicBezTo>
                    <a:lnTo>
                      <a:pt x="0" y="0"/>
                    </a:lnTo>
                    <a:close/>
                    <a:moveTo>
                      <a:pt x="43" y="41"/>
                    </a:moveTo>
                    <a:cubicBezTo>
                      <a:pt x="55" y="41"/>
                      <a:pt x="63" y="36"/>
                      <a:pt x="63" y="27"/>
                    </a:cubicBezTo>
                    <a:cubicBezTo>
                      <a:pt x="63" y="18"/>
                      <a:pt x="56" y="14"/>
                      <a:pt x="43" y="14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41"/>
                      <a:pt x="17" y="41"/>
                      <a:pt x="17" y="41"/>
                    </a:cubicBezTo>
                    <a:lnTo>
                      <a:pt x="43" y="41"/>
                    </a:ln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4" name="Freeform 72">
                <a:extLst>
                  <a:ext uri="{FF2B5EF4-FFF2-40B4-BE49-F238E27FC236}">
                    <a16:creationId xmlns:a16="http://schemas.microsoft.com/office/drawing/2014/main" id="{EBBB986B-3BE1-4668-A9B4-35F5BD008BA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28296" y="2740365"/>
                <a:ext cx="101690" cy="143290"/>
              </a:xfrm>
              <a:custGeom>
                <a:avLst/>
                <a:gdLst>
                  <a:gd name="T0" fmla="*/ 0 w 76"/>
                  <a:gd name="T1" fmla="*/ 82 h 106"/>
                  <a:gd name="T2" fmla="*/ 0 w 76"/>
                  <a:gd name="T3" fmla="*/ 23 h 106"/>
                  <a:gd name="T4" fmla="*/ 74 w 76"/>
                  <a:gd name="T5" fmla="*/ 23 h 106"/>
                  <a:gd name="T6" fmla="*/ 74 w 76"/>
                  <a:gd name="T7" fmla="*/ 37 h 106"/>
                  <a:gd name="T8" fmla="*/ 17 w 76"/>
                  <a:gd name="T9" fmla="*/ 37 h 106"/>
                  <a:gd name="T10" fmla="*/ 17 w 76"/>
                  <a:gd name="T11" fmla="*/ 57 h 106"/>
                  <a:gd name="T12" fmla="*/ 70 w 76"/>
                  <a:gd name="T13" fmla="*/ 57 h 106"/>
                  <a:gd name="T14" fmla="*/ 70 w 76"/>
                  <a:gd name="T15" fmla="*/ 69 h 106"/>
                  <a:gd name="T16" fmla="*/ 17 w 76"/>
                  <a:gd name="T17" fmla="*/ 69 h 106"/>
                  <a:gd name="T18" fmla="*/ 17 w 76"/>
                  <a:gd name="T19" fmla="*/ 82 h 106"/>
                  <a:gd name="T20" fmla="*/ 28 w 76"/>
                  <a:gd name="T21" fmla="*/ 93 h 106"/>
                  <a:gd name="T22" fmla="*/ 76 w 76"/>
                  <a:gd name="T23" fmla="*/ 93 h 106"/>
                  <a:gd name="T24" fmla="*/ 76 w 76"/>
                  <a:gd name="T25" fmla="*/ 106 h 106"/>
                  <a:gd name="T26" fmla="*/ 24 w 76"/>
                  <a:gd name="T27" fmla="*/ 106 h 106"/>
                  <a:gd name="T28" fmla="*/ 0 w 76"/>
                  <a:gd name="T29" fmla="*/ 82 h 106"/>
                  <a:gd name="T30" fmla="*/ 57 w 76"/>
                  <a:gd name="T31" fmla="*/ 0 h 106"/>
                  <a:gd name="T32" fmla="*/ 43 w 76"/>
                  <a:gd name="T33" fmla="*/ 14 h 106"/>
                  <a:gd name="T34" fmla="*/ 28 w 76"/>
                  <a:gd name="T35" fmla="*/ 14 h 106"/>
                  <a:gd name="T36" fmla="*/ 38 w 76"/>
                  <a:gd name="T37" fmla="*/ 0 h 106"/>
                  <a:gd name="T38" fmla="*/ 57 w 76"/>
                  <a:gd name="T3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6" h="106">
                    <a:moveTo>
                      <a:pt x="0" y="82"/>
                    </a:moveTo>
                    <a:cubicBezTo>
                      <a:pt x="0" y="23"/>
                      <a:pt x="0" y="23"/>
                      <a:pt x="0" y="23"/>
                    </a:cubicBezTo>
                    <a:cubicBezTo>
                      <a:pt x="74" y="23"/>
                      <a:pt x="74" y="23"/>
                      <a:pt x="74" y="23"/>
                    </a:cubicBezTo>
                    <a:cubicBezTo>
                      <a:pt x="74" y="37"/>
                      <a:pt x="74" y="37"/>
                      <a:pt x="74" y="37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70" y="57"/>
                      <a:pt x="70" y="57"/>
                      <a:pt x="70" y="57"/>
                    </a:cubicBezTo>
                    <a:cubicBezTo>
                      <a:pt x="70" y="69"/>
                      <a:pt x="70" y="69"/>
                      <a:pt x="70" y="69"/>
                    </a:cubicBezTo>
                    <a:cubicBezTo>
                      <a:pt x="17" y="69"/>
                      <a:pt x="17" y="69"/>
                      <a:pt x="17" y="69"/>
                    </a:cubicBezTo>
                    <a:cubicBezTo>
                      <a:pt x="17" y="82"/>
                      <a:pt x="17" y="82"/>
                      <a:pt x="17" y="82"/>
                    </a:cubicBezTo>
                    <a:cubicBezTo>
                      <a:pt x="17" y="89"/>
                      <a:pt x="21" y="93"/>
                      <a:pt x="28" y="93"/>
                    </a:cubicBezTo>
                    <a:cubicBezTo>
                      <a:pt x="76" y="93"/>
                      <a:pt x="76" y="93"/>
                      <a:pt x="76" y="93"/>
                    </a:cubicBezTo>
                    <a:cubicBezTo>
                      <a:pt x="76" y="106"/>
                      <a:pt x="76" y="106"/>
                      <a:pt x="76" y="106"/>
                    </a:cubicBezTo>
                    <a:cubicBezTo>
                      <a:pt x="24" y="106"/>
                      <a:pt x="24" y="106"/>
                      <a:pt x="24" y="106"/>
                    </a:cubicBezTo>
                    <a:cubicBezTo>
                      <a:pt x="8" y="106"/>
                      <a:pt x="0" y="97"/>
                      <a:pt x="0" y="82"/>
                    </a:cubicBezTo>
                    <a:close/>
                    <a:moveTo>
                      <a:pt x="57" y="0"/>
                    </a:moveTo>
                    <a:cubicBezTo>
                      <a:pt x="43" y="14"/>
                      <a:pt x="43" y="14"/>
                      <a:pt x="43" y="14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38" y="0"/>
                      <a:pt x="38" y="0"/>
                      <a:pt x="38" y="0"/>
                    </a:cubicBez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5" name="Freeform 73">
                <a:extLst>
                  <a:ext uri="{FF2B5EF4-FFF2-40B4-BE49-F238E27FC236}">
                    <a16:creationId xmlns:a16="http://schemas.microsoft.com/office/drawing/2014/main" id="{F2FEE645-AF6B-41CD-9F14-E5B4105E81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661186" y="2771566"/>
                <a:ext cx="119023" cy="112090"/>
              </a:xfrm>
              <a:custGeom>
                <a:avLst/>
                <a:gdLst>
                  <a:gd name="T0" fmla="*/ 0 w 90"/>
                  <a:gd name="T1" fmla="*/ 0 h 83"/>
                  <a:gd name="T2" fmla="*/ 37 w 90"/>
                  <a:gd name="T3" fmla="*/ 0 h 83"/>
                  <a:gd name="T4" fmla="*/ 90 w 90"/>
                  <a:gd name="T5" fmla="*/ 42 h 83"/>
                  <a:gd name="T6" fmla="*/ 37 w 90"/>
                  <a:gd name="T7" fmla="*/ 83 h 83"/>
                  <a:gd name="T8" fmla="*/ 0 w 90"/>
                  <a:gd name="T9" fmla="*/ 83 h 83"/>
                  <a:gd name="T10" fmla="*/ 0 w 90"/>
                  <a:gd name="T11" fmla="*/ 0 h 83"/>
                  <a:gd name="T12" fmla="*/ 38 w 90"/>
                  <a:gd name="T13" fmla="*/ 70 h 83"/>
                  <a:gd name="T14" fmla="*/ 71 w 90"/>
                  <a:gd name="T15" fmla="*/ 42 h 83"/>
                  <a:gd name="T16" fmla="*/ 38 w 90"/>
                  <a:gd name="T17" fmla="*/ 14 h 83"/>
                  <a:gd name="T18" fmla="*/ 17 w 90"/>
                  <a:gd name="T19" fmla="*/ 14 h 83"/>
                  <a:gd name="T20" fmla="*/ 17 w 90"/>
                  <a:gd name="T21" fmla="*/ 70 h 83"/>
                  <a:gd name="T22" fmla="*/ 38 w 90"/>
                  <a:gd name="T23" fmla="*/ 7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0" h="83">
                    <a:moveTo>
                      <a:pt x="0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69" y="0"/>
                      <a:pt x="90" y="17"/>
                      <a:pt x="90" y="42"/>
                    </a:cubicBezTo>
                    <a:cubicBezTo>
                      <a:pt x="90" y="66"/>
                      <a:pt x="69" y="83"/>
                      <a:pt x="37" y="83"/>
                    </a:cubicBezTo>
                    <a:cubicBezTo>
                      <a:pt x="0" y="83"/>
                      <a:pt x="0" y="83"/>
                      <a:pt x="0" y="83"/>
                    </a:cubicBezTo>
                    <a:lnTo>
                      <a:pt x="0" y="0"/>
                    </a:lnTo>
                    <a:close/>
                    <a:moveTo>
                      <a:pt x="38" y="70"/>
                    </a:moveTo>
                    <a:cubicBezTo>
                      <a:pt x="58" y="70"/>
                      <a:pt x="71" y="59"/>
                      <a:pt x="71" y="42"/>
                    </a:cubicBezTo>
                    <a:cubicBezTo>
                      <a:pt x="71" y="25"/>
                      <a:pt x="58" y="14"/>
                      <a:pt x="38" y="14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70"/>
                      <a:pt x="17" y="70"/>
                      <a:pt x="17" y="70"/>
                    </a:cubicBezTo>
                    <a:lnTo>
                      <a:pt x="38" y="70"/>
                    </a:ln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6" name="Rectangle 74">
                <a:extLst>
                  <a:ext uri="{FF2B5EF4-FFF2-40B4-BE49-F238E27FC236}">
                    <a16:creationId xmlns:a16="http://schemas.microsoft.com/office/drawing/2014/main" id="{9CF8247B-FC2F-4A62-9E14-7D4E3EC631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7943" y="2771566"/>
                <a:ext cx="23111" cy="112090"/>
              </a:xfrm>
              <a:prstGeom prst="rect">
                <a:avLst/>
              </a:pr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7" name="Freeform 75">
                <a:extLst>
                  <a:ext uri="{FF2B5EF4-FFF2-40B4-BE49-F238E27FC236}">
                    <a16:creationId xmlns:a16="http://schemas.microsoft.com/office/drawing/2014/main" id="{7AA546EF-4AF7-4E3E-BFCB-B63FD72726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6476" y="2771566"/>
                <a:ext cx="108623" cy="112090"/>
              </a:xfrm>
              <a:custGeom>
                <a:avLst/>
                <a:gdLst>
                  <a:gd name="T0" fmla="*/ 0 w 94"/>
                  <a:gd name="T1" fmla="*/ 16 h 97"/>
                  <a:gd name="T2" fmla="*/ 0 w 94"/>
                  <a:gd name="T3" fmla="*/ 0 h 97"/>
                  <a:gd name="T4" fmla="*/ 94 w 94"/>
                  <a:gd name="T5" fmla="*/ 0 h 97"/>
                  <a:gd name="T6" fmla="*/ 94 w 94"/>
                  <a:gd name="T7" fmla="*/ 16 h 97"/>
                  <a:gd name="T8" fmla="*/ 57 w 94"/>
                  <a:gd name="T9" fmla="*/ 16 h 97"/>
                  <a:gd name="T10" fmla="*/ 57 w 94"/>
                  <a:gd name="T11" fmla="*/ 97 h 97"/>
                  <a:gd name="T12" fmla="*/ 36 w 94"/>
                  <a:gd name="T13" fmla="*/ 97 h 97"/>
                  <a:gd name="T14" fmla="*/ 36 w 94"/>
                  <a:gd name="T15" fmla="*/ 16 h 97"/>
                  <a:gd name="T16" fmla="*/ 0 w 94"/>
                  <a:gd name="T17" fmla="*/ 16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4" h="97">
                    <a:moveTo>
                      <a:pt x="0" y="16"/>
                    </a:moveTo>
                    <a:lnTo>
                      <a:pt x="0" y="0"/>
                    </a:lnTo>
                    <a:lnTo>
                      <a:pt x="94" y="0"/>
                    </a:lnTo>
                    <a:lnTo>
                      <a:pt x="94" y="16"/>
                    </a:lnTo>
                    <a:lnTo>
                      <a:pt x="57" y="16"/>
                    </a:lnTo>
                    <a:lnTo>
                      <a:pt x="57" y="97"/>
                    </a:lnTo>
                    <a:lnTo>
                      <a:pt x="36" y="97"/>
                    </a:lnTo>
                    <a:lnTo>
                      <a:pt x="36" y="16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8" name="Freeform 76">
                <a:extLst>
                  <a:ext uri="{FF2B5EF4-FFF2-40B4-BE49-F238E27FC236}">
                    <a16:creationId xmlns:a16="http://schemas.microsoft.com/office/drawing/2014/main" id="{92D84C48-FEBD-4A41-A9EF-FD89A373F3D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015944" y="2771566"/>
                <a:ext cx="137512" cy="112090"/>
              </a:xfrm>
              <a:custGeom>
                <a:avLst/>
                <a:gdLst>
                  <a:gd name="T0" fmla="*/ 84 w 119"/>
                  <a:gd name="T1" fmla="*/ 74 h 97"/>
                  <a:gd name="T2" fmla="*/ 31 w 119"/>
                  <a:gd name="T3" fmla="*/ 74 h 97"/>
                  <a:gd name="T4" fmla="*/ 21 w 119"/>
                  <a:gd name="T5" fmla="*/ 97 h 97"/>
                  <a:gd name="T6" fmla="*/ 0 w 119"/>
                  <a:gd name="T7" fmla="*/ 97 h 97"/>
                  <a:gd name="T8" fmla="*/ 48 w 119"/>
                  <a:gd name="T9" fmla="*/ 0 h 97"/>
                  <a:gd name="T10" fmla="*/ 69 w 119"/>
                  <a:gd name="T11" fmla="*/ 0 h 97"/>
                  <a:gd name="T12" fmla="*/ 119 w 119"/>
                  <a:gd name="T13" fmla="*/ 97 h 97"/>
                  <a:gd name="T14" fmla="*/ 96 w 119"/>
                  <a:gd name="T15" fmla="*/ 97 h 97"/>
                  <a:gd name="T16" fmla="*/ 84 w 119"/>
                  <a:gd name="T17" fmla="*/ 74 h 97"/>
                  <a:gd name="T18" fmla="*/ 76 w 119"/>
                  <a:gd name="T19" fmla="*/ 59 h 97"/>
                  <a:gd name="T20" fmla="*/ 58 w 119"/>
                  <a:gd name="T21" fmla="*/ 20 h 97"/>
                  <a:gd name="T22" fmla="*/ 39 w 119"/>
                  <a:gd name="T23" fmla="*/ 59 h 97"/>
                  <a:gd name="T24" fmla="*/ 76 w 119"/>
                  <a:gd name="T25" fmla="*/ 59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9" h="97">
                    <a:moveTo>
                      <a:pt x="84" y="74"/>
                    </a:moveTo>
                    <a:lnTo>
                      <a:pt x="31" y="74"/>
                    </a:lnTo>
                    <a:lnTo>
                      <a:pt x="21" y="97"/>
                    </a:lnTo>
                    <a:lnTo>
                      <a:pt x="0" y="97"/>
                    </a:lnTo>
                    <a:lnTo>
                      <a:pt x="48" y="0"/>
                    </a:lnTo>
                    <a:lnTo>
                      <a:pt x="69" y="0"/>
                    </a:lnTo>
                    <a:lnTo>
                      <a:pt x="119" y="97"/>
                    </a:lnTo>
                    <a:lnTo>
                      <a:pt x="96" y="97"/>
                    </a:lnTo>
                    <a:lnTo>
                      <a:pt x="84" y="74"/>
                    </a:lnTo>
                    <a:close/>
                    <a:moveTo>
                      <a:pt x="76" y="59"/>
                    </a:moveTo>
                    <a:lnTo>
                      <a:pt x="58" y="20"/>
                    </a:lnTo>
                    <a:lnTo>
                      <a:pt x="39" y="59"/>
                    </a:lnTo>
                    <a:lnTo>
                      <a:pt x="76" y="59"/>
                    </a:ln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9" name="Freeform 77">
                <a:extLst>
                  <a:ext uri="{FF2B5EF4-FFF2-40B4-BE49-F238E27FC236}">
                    <a16:creationId xmlns:a16="http://schemas.microsoft.com/office/drawing/2014/main" id="{19B1E44B-E38D-4B93-ADC7-4AE4457DB0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2701" y="2770410"/>
                <a:ext cx="123646" cy="114401"/>
              </a:xfrm>
              <a:custGeom>
                <a:avLst/>
                <a:gdLst>
                  <a:gd name="T0" fmla="*/ 52 w 93"/>
                  <a:gd name="T1" fmla="*/ 0 h 85"/>
                  <a:gd name="T2" fmla="*/ 88 w 93"/>
                  <a:gd name="T3" fmla="*/ 12 h 85"/>
                  <a:gd name="T4" fmla="*/ 80 w 93"/>
                  <a:gd name="T5" fmla="*/ 22 h 85"/>
                  <a:gd name="T6" fmla="*/ 53 w 93"/>
                  <a:gd name="T7" fmla="*/ 13 h 85"/>
                  <a:gd name="T8" fmla="*/ 18 w 93"/>
                  <a:gd name="T9" fmla="*/ 42 h 85"/>
                  <a:gd name="T10" fmla="*/ 52 w 93"/>
                  <a:gd name="T11" fmla="*/ 72 h 85"/>
                  <a:gd name="T12" fmla="*/ 75 w 93"/>
                  <a:gd name="T13" fmla="*/ 66 h 85"/>
                  <a:gd name="T14" fmla="*/ 75 w 93"/>
                  <a:gd name="T15" fmla="*/ 50 h 85"/>
                  <a:gd name="T16" fmla="*/ 51 w 93"/>
                  <a:gd name="T17" fmla="*/ 50 h 85"/>
                  <a:gd name="T18" fmla="*/ 51 w 93"/>
                  <a:gd name="T19" fmla="*/ 38 h 85"/>
                  <a:gd name="T20" fmla="*/ 93 w 93"/>
                  <a:gd name="T21" fmla="*/ 38 h 85"/>
                  <a:gd name="T22" fmla="*/ 93 w 93"/>
                  <a:gd name="T23" fmla="*/ 72 h 85"/>
                  <a:gd name="T24" fmla="*/ 51 w 93"/>
                  <a:gd name="T25" fmla="*/ 85 h 85"/>
                  <a:gd name="T26" fmla="*/ 0 w 93"/>
                  <a:gd name="T27" fmla="*/ 43 h 85"/>
                  <a:gd name="T28" fmla="*/ 52 w 93"/>
                  <a:gd name="T29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3" h="85">
                    <a:moveTo>
                      <a:pt x="52" y="0"/>
                    </a:moveTo>
                    <a:cubicBezTo>
                      <a:pt x="64" y="0"/>
                      <a:pt x="78" y="4"/>
                      <a:pt x="88" y="12"/>
                    </a:cubicBezTo>
                    <a:cubicBezTo>
                      <a:pt x="80" y="22"/>
                      <a:pt x="80" y="22"/>
                      <a:pt x="80" y="22"/>
                    </a:cubicBezTo>
                    <a:cubicBezTo>
                      <a:pt x="71" y="16"/>
                      <a:pt x="64" y="13"/>
                      <a:pt x="53" y="13"/>
                    </a:cubicBezTo>
                    <a:cubicBezTo>
                      <a:pt x="33" y="13"/>
                      <a:pt x="18" y="25"/>
                      <a:pt x="18" y="42"/>
                    </a:cubicBezTo>
                    <a:cubicBezTo>
                      <a:pt x="18" y="60"/>
                      <a:pt x="32" y="72"/>
                      <a:pt x="52" y="72"/>
                    </a:cubicBezTo>
                    <a:cubicBezTo>
                      <a:pt x="61" y="72"/>
                      <a:pt x="70" y="70"/>
                      <a:pt x="75" y="66"/>
                    </a:cubicBezTo>
                    <a:cubicBezTo>
                      <a:pt x="75" y="50"/>
                      <a:pt x="75" y="50"/>
                      <a:pt x="75" y="50"/>
                    </a:cubicBezTo>
                    <a:cubicBezTo>
                      <a:pt x="51" y="50"/>
                      <a:pt x="51" y="50"/>
                      <a:pt x="51" y="50"/>
                    </a:cubicBezTo>
                    <a:cubicBezTo>
                      <a:pt x="51" y="38"/>
                      <a:pt x="51" y="38"/>
                      <a:pt x="51" y="38"/>
                    </a:cubicBezTo>
                    <a:cubicBezTo>
                      <a:pt x="93" y="38"/>
                      <a:pt x="93" y="38"/>
                      <a:pt x="93" y="38"/>
                    </a:cubicBezTo>
                    <a:cubicBezTo>
                      <a:pt x="93" y="72"/>
                      <a:pt x="93" y="72"/>
                      <a:pt x="93" y="72"/>
                    </a:cubicBezTo>
                    <a:cubicBezTo>
                      <a:pt x="83" y="79"/>
                      <a:pt x="69" y="85"/>
                      <a:pt x="51" y="85"/>
                    </a:cubicBezTo>
                    <a:cubicBezTo>
                      <a:pt x="20" y="85"/>
                      <a:pt x="0" y="67"/>
                      <a:pt x="0" y="43"/>
                    </a:cubicBezTo>
                    <a:cubicBezTo>
                      <a:pt x="0" y="16"/>
                      <a:pt x="25" y="0"/>
                      <a:pt x="52" y="0"/>
                    </a:cubicBez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0" name="Freeform 78">
                <a:extLst>
                  <a:ext uri="{FF2B5EF4-FFF2-40B4-BE49-F238E27FC236}">
                    <a16:creationId xmlns:a16="http://schemas.microsoft.com/office/drawing/2014/main" id="{F36D391A-8D2A-436B-B984-ACBE6DF9852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18702" y="2771566"/>
                <a:ext cx="113245" cy="112090"/>
              </a:xfrm>
              <a:custGeom>
                <a:avLst/>
                <a:gdLst>
                  <a:gd name="T0" fmla="*/ 0 w 85"/>
                  <a:gd name="T1" fmla="*/ 0 h 83"/>
                  <a:gd name="T2" fmla="*/ 44 w 85"/>
                  <a:gd name="T3" fmla="*/ 0 h 83"/>
                  <a:gd name="T4" fmla="*/ 82 w 85"/>
                  <a:gd name="T5" fmla="*/ 27 h 83"/>
                  <a:gd name="T6" fmla="*/ 58 w 85"/>
                  <a:gd name="T7" fmla="*/ 52 h 83"/>
                  <a:gd name="T8" fmla="*/ 85 w 85"/>
                  <a:gd name="T9" fmla="*/ 83 h 83"/>
                  <a:gd name="T10" fmla="*/ 64 w 85"/>
                  <a:gd name="T11" fmla="*/ 83 h 83"/>
                  <a:gd name="T12" fmla="*/ 39 w 85"/>
                  <a:gd name="T13" fmla="*/ 54 h 83"/>
                  <a:gd name="T14" fmla="*/ 17 w 85"/>
                  <a:gd name="T15" fmla="*/ 54 h 83"/>
                  <a:gd name="T16" fmla="*/ 17 w 85"/>
                  <a:gd name="T17" fmla="*/ 83 h 83"/>
                  <a:gd name="T18" fmla="*/ 0 w 85"/>
                  <a:gd name="T19" fmla="*/ 83 h 83"/>
                  <a:gd name="T20" fmla="*/ 0 w 85"/>
                  <a:gd name="T21" fmla="*/ 0 h 83"/>
                  <a:gd name="T22" fmla="*/ 43 w 85"/>
                  <a:gd name="T23" fmla="*/ 41 h 83"/>
                  <a:gd name="T24" fmla="*/ 64 w 85"/>
                  <a:gd name="T25" fmla="*/ 27 h 83"/>
                  <a:gd name="T26" fmla="*/ 43 w 85"/>
                  <a:gd name="T27" fmla="*/ 14 h 83"/>
                  <a:gd name="T28" fmla="*/ 17 w 85"/>
                  <a:gd name="T29" fmla="*/ 14 h 83"/>
                  <a:gd name="T30" fmla="*/ 17 w 85"/>
                  <a:gd name="T31" fmla="*/ 41 h 83"/>
                  <a:gd name="T32" fmla="*/ 43 w 85"/>
                  <a:gd name="T33" fmla="*/ 41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5" h="83">
                    <a:moveTo>
                      <a:pt x="0" y="0"/>
                    </a:moveTo>
                    <a:cubicBezTo>
                      <a:pt x="44" y="0"/>
                      <a:pt x="44" y="0"/>
                      <a:pt x="44" y="0"/>
                    </a:cubicBezTo>
                    <a:cubicBezTo>
                      <a:pt x="65" y="0"/>
                      <a:pt x="82" y="9"/>
                      <a:pt x="82" y="27"/>
                    </a:cubicBezTo>
                    <a:cubicBezTo>
                      <a:pt x="82" y="41"/>
                      <a:pt x="72" y="48"/>
                      <a:pt x="58" y="52"/>
                    </a:cubicBezTo>
                    <a:cubicBezTo>
                      <a:pt x="85" y="83"/>
                      <a:pt x="85" y="83"/>
                      <a:pt x="85" y="83"/>
                    </a:cubicBezTo>
                    <a:cubicBezTo>
                      <a:pt x="64" y="83"/>
                      <a:pt x="64" y="83"/>
                      <a:pt x="64" y="83"/>
                    </a:cubicBezTo>
                    <a:cubicBezTo>
                      <a:pt x="39" y="54"/>
                      <a:pt x="39" y="54"/>
                      <a:pt x="39" y="54"/>
                    </a:cubicBezTo>
                    <a:cubicBezTo>
                      <a:pt x="17" y="54"/>
                      <a:pt x="17" y="54"/>
                      <a:pt x="17" y="54"/>
                    </a:cubicBezTo>
                    <a:cubicBezTo>
                      <a:pt x="17" y="83"/>
                      <a:pt x="17" y="83"/>
                      <a:pt x="17" y="83"/>
                    </a:cubicBezTo>
                    <a:cubicBezTo>
                      <a:pt x="0" y="83"/>
                      <a:pt x="0" y="83"/>
                      <a:pt x="0" y="83"/>
                    </a:cubicBezTo>
                    <a:lnTo>
                      <a:pt x="0" y="0"/>
                    </a:lnTo>
                    <a:close/>
                    <a:moveTo>
                      <a:pt x="43" y="41"/>
                    </a:moveTo>
                    <a:cubicBezTo>
                      <a:pt x="56" y="41"/>
                      <a:pt x="64" y="36"/>
                      <a:pt x="64" y="27"/>
                    </a:cubicBezTo>
                    <a:cubicBezTo>
                      <a:pt x="64" y="18"/>
                      <a:pt x="56" y="14"/>
                      <a:pt x="43" y="14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41"/>
                      <a:pt x="17" y="41"/>
                      <a:pt x="17" y="41"/>
                    </a:cubicBezTo>
                    <a:lnTo>
                      <a:pt x="43" y="41"/>
                    </a:ln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1" name="Rectangle 79">
                <a:extLst>
                  <a:ext uri="{FF2B5EF4-FFF2-40B4-BE49-F238E27FC236}">
                    <a16:creationId xmlns:a16="http://schemas.microsoft.com/office/drawing/2014/main" id="{DB745318-542D-47D3-8454-B4602B2154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0836" y="2771566"/>
                <a:ext cx="23111" cy="112090"/>
              </a:xfrm>
              <a:prstGeom prst="rect">
                <a:avLst/>
              </a:pr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2" name="Freeform 80">
                <a:extLst>
                  <a:ext uri="{FF2B5EF4-FFF2-40B4-BE49-F238E27FC236}">
                    <a16:creationId xmlns:a16="http://schemas.microsoft.com/office/drawing/2014/main" id="{5ADFC4D3-52FA-4E35-AEE4-9B7BB61CA4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2836" y="2770410"/>
                <a:ext cx="120179" cy="114401"/>
              </a:xfrm>
              <a:custGeom>
                <a:avLst/>
                <a:gdLst>
                  <a:gd name="T0" fmla="*/ 52 w 90"/>
                  <a:gd name="T1" fmla="*/ 0 h 85"/>
                  <a:gd name="T2" fmla="*/ 89 w 90"/>
                  <a:gd name="T3" fmla="*/ 12 h 85"/>
                  <a:gd name="T4" fmla="*/ 80 w 90"/>
                  <a:gd name="T5" fmla="*/ 22 h 85"/>
                  <a:gd name="T6" fmla="*/ 53 w 90"/>
                  <a:gd name="T7" fmla="*/ 13 h 85"/>
                  <a:gd name="T8" fmla="*/ 18 w 90"/>
                  <a:gd name="T9" fmla="*/ 43 h 85"/>
                  <a:gd name="T10" fmla="*/ 53 w 90"/>
                  <a:gd name="T11" fmla="*/ 72 h 85"/>
                  <a:gd name="T12" fmla="*/ 82 w 90"/>
                  <a:gd name="T13" fmla="*/ 62 h 85"/>
                  <a:gd name="T14" fmla="*/ 90 w 90"/>
                  <a:gd name="T15" fmla="*/ 73 h 85"/>
                  <a:gd name="T16" fmla="*/ 52 w 90"/>
                  <a:gd name="T17" fmla="*/ 85 h 85"/>
                  <a:gd name="T18" fmla="*/ 0 w 90"/>
                  <a:gd name="T19" fmla="*/ 43 h 85"/>
                  <a:gd name="T20" fmla="*/ 52 w 90"/>
                  <a:gd name="T21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0" h="85">
                    <a:moveTo>
                      <a:pt x="52" y="0"/>
                    </a:moveTo>
                    <a:cubicBezTo>
                      <a:pt x="65" y="0"/>
                      <a:pt x="78" y="4"/>
                      <a:pt x="89" y="12"/>
                    </a:cubicBezTo>
                    <a:cubicBezTo>
                      <a:pt x="80" y="22"/>
                      <a:pt x="80" y="22"/>
                      <a:pt x="80" y="22"/>
                    </a:cubicBezTo>
                    <a:cubicBezTo>
                      <a:pt x="71" y="16"/>
                      <a:pt x="64" y="13"/>
                      <a:pt x="53" y="13"/>
                    </a:cubicBezTo>
                    <a:cubicBezTo>
                      <a:pt x="33" y="13"/>
                      <a:pt x="18" y="25"/>
                      <a:pt x="18" y="43"/>
                    </a:cubicBezTo>
                    <a:cubicBezTo>
                      <a:pt x="18" y="60"/>
                      <a:pt x="33" y="72"/>
                      <a:pt x="53" y="72"/>
                    </a:cubicBezTo>
                    <a:cubicBezTo>
                      <a:pt x="65" y="72"/>
                      <a:pt x="72" y="69"/>
                      <a:pt x="82" y="62"/>
                    </a:cubicBezTo>
                    <a:cubicBezTo>
                      <a:pt x="90" y="73"/>
                      <a:pt x="90" y="73"/>
                      <a:pt x="90" y="73"/>
                    </a:cubicBezTo>
                    <a:cubicBezTo>
                      <a:pt x="79" y="81"/>
                      <a:pt x="65" y="85"/>
                      <a:pt x="52" y="85"/>
                    </a:cubicBezTo>
                    <a:cubicBezTo>
                      <a:pt x="25" y="85"/>
                      <a:pt x="0" y="70"/>
                      <a:pt x="0" y="43"/>
                    </a:cubicBezTo>
                    <a:cubicBezTo>
                      <a:pt x="0" y="16"/>
                      <a:pt x="25" y="0"/>
                      <a:pt x="52" y="0"/>
                    </a:cubicBez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3" name="Freeform 81">
                <a:extLst>
                  <a:ext uri="{FF2B5EF4-FFF2-40B4-BE49-F238E27FC236}">
                    <a16:creationId xmlns:a16="http://schemas.microsoft.com/office/drawing/2014/main" id="{A93EA3E2-2FD6-4131-A26A-8039CA6BBA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643415" y="2770410"/>
                <a:ext cx="138668" cy="114401"/>
              </a:xfrm>
              <a:custGeom>
                <a:avLst/>
                <a:gdLst>
                  <a:gd name="T0" fmla="*/ 0 w 104"/>
                  <a:gd name="T1" fmla="*/ 43 h 85"/>
                  <a:gd name="T2" fmla="*/ 52 w 104"/>
                  <a:gd name="T3" fmla="*/ 0 h 85"/>
                  <a:gd name="T4" fmla="*/ 104 w 104"/>
                  <a:gd name="T5" fmla="*/ 43 h 85"/>
                  <a:gd name="T6" fmla="*/ 52 w 104"/>
                  <a:gd name="T7" fmla="*/ 85 h 85"/>
                  <a:gd name="T8" fmla="*/ 0 w 104"/>
                  <a:gd name="T9" fmla="*/ 43 h 85"/>
                  <a:gd name="T10" fmla="*/ 18 w 104"/>
                  <a:gd name="T11" fmla="*/ 43 h 85"/>
                  <a:gd name="T12" fmla="*/ 52 w 104"/>
                  <a:gd name="T13" fmla="*/ 72 h 85"/>
                  <a:gd name="T14" fmla="*/ 86 w 104"/>
                  <a:gd name="T15" fmla="*/ 43 h 85"/>
                  <a:gd name="T16" fmla="*/ 52 w 104"/>
                  <a:gd name="T17" fmla="*/ 13 h 85"/>
                  <a:gd name="T18" fmla="*/ 18 w 104"/>
                  <a:gd name="T19" fmla="*/ 43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4" h="85">
                    <a:moveTo>
                      <a:pt x="0" y="43"/>
                    </a:moveTo>
                    <a:cubicBezTo>
                      <a:pt x="0" y="19"/>
                      <a:pt x="22" y="0"/>
                      <a:pt x="52" y="0"/>
                    </a:cubicBezTo>
                    <a:cubicBezTo>
                      <a:pt x="83" y="0"/>
                      <a:pt x="104" y="19"/>
                      <a:pt x="104" y="43"/>
                    </a:cubicBezTo>
                    <a:cubicBezTo>
                      <a:pt x="104" y="66"/>
                      <a:pt x="83" y="85"/>
                      <a:pt x="52" y="85"/>
                    </a:cubicBezTo>
                    <a:cubicBezTo>
                      <a:pt x="22" y="85"/>
                      <a:pt x="0" y="66"/>
                      <a:pt x="0" y="43"/>
                    </a:cubicBezTo>
                    <a:close/>
                    <a:moveTo>
                      <a:pt x="18" y="43"/>
                    </a:moveTo>
                    <a:cubicBezTo>
                      <a:pt x="18" y="59"/>
                      <a:pt x="32" y="72"/>
                      <a:pt x="52" y="72"/>
                    </a:cubicBezTo>
                    <a:cubicBezTo>
                      <a:pt x="72" y="72"/>
                      <a:pt x="86" y="59"/>
                      <a:pt x="86" y="43"/>
                    </a:cubicBezTo>
                    <a:cubicBezTo>
                      <a:pt x="86" y="26"/>
                      <a:pt x="72" y="13"/>
                      <a:pt x="52" y="13"/>
                    </a:cubicBezTo>
                    <a:cubicBezTo>
                      <a:pt x="32" y="13"/>
                      <a:pt x="18" y="26"/>
                      <a:pt x="18" y="43"/>
                    </a:cubicBez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4" name="Freeform 82">
                <a:extLst>
                  <a:ext uri="{FF2B5EF4-FFF2-40B4-BE49-F238E27FC236}">
                    <a16:creationId xmlns:a16="http://schemas.microsoft.com/office/drawing/2014/main" id="{27E8872F-AF22-4CDA-AA44-0B9759EEBC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6349" y="2771566"/>
                <a:ext cx="93601" cy="112090"/>
              </a:xfrm>
              <a:custGeom>
                <a:avLst/>
                <a:gdLst>
                  <a:gd name="T0" fmla="*/ 0 w 81"/>
                  <a:gd name="T1" fmla="*/ 0 h 97"/>
                  <a:gd name="T2" fmla="*/ 21 w 81"/>
                  <a:gd name="T3" fmla="*/ 0 h 97"/>
                  <a:gd name="T4" fmla="*/ 21 w 81"/>
                  <a:gd name="T5" fmla="*/ 82 h 97"/>
                  <a:gd name="T6" fmla="*/ 81 w 81"/>
                  <a:gd name="T7" fmla="*/ 82 h 97"/>
                  <a:gd name="T8" fmla="*/ 81 w 81"/>
                  <a:gd name="T9" fmla="*/ 97 h 97"/>
                  <a:gd name="T10" fmla="*/ 0 w 81"/>
                  <a:gd name="T11" fmla="*/ 97 h 97"/>
                  <a:gd name="T12" fmla="*/ 0 w 81"/>
                  <a:gd name="T13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" h="97">
                    <a:moveTo>
                      <a:pt x="0" y="0"/>
                    </a:moveTo>
                    <a:lnTo>
                      <a:pt x="21" y="0"/>
                    </a:lnTo>
                    <a:lnTo>
                      <a:pt x="21" y="82"/>
                    </a:lnTo>
                    <a:lnTo>
                      <a:pt x="81" y="82"/>
                    </a:lnTo>
                    <a:lnTo>
                      <a:pt x="81" y="97"/>
                    </a:lnTo>
                    <a:lnTo>
                      <a:pt x="0" y="9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5" name="Freeform 83">
                <a:extLst>
                  <a:ext uri="{FF2B5EF4-FFF2-40B4-BE49-F238E27FC236}">
                    <a16:creationId xmlns:a16="http://schemas.microsoft.com/office/drawing/2014/main" id="{CCB6A374-72FE-430E-A482-5422FB6A51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7283" y="2771566"/>
                <a:ext cx="100534" cy="112090"/>
              </a:xfrm>
              <a:custGeom>
                <a:avLst/>
                <a:gdLst>
                  <a:gd name="T0" fmla="*/ 0 w 76"/>
                  <a:gd name="T1" fmla="*/ 59 h 83"/>
                  <a:gd name="T2" fmla="*/ 0 w 76"/>
                  <a:gd name="T3" fmla="*/ 0 h 83"/>
                  <a:gd name="T4" fmla="*/ 74 w 76"/>
                  <a:gd name="T5" fmla="*/ 0 h 83"/>
                  <a:gd name="T6" fmla="*/ 74 w 76"/>
                  <a:gd name="T7" fmla="*/ 14 h 83"/>
                  <a:gd name="T8" fmla="*/ 17 w 76"/>
                  <a:gd name="T9" fmla="*/ 14 h 83"/>
                  <a:gd name="T10" fmla="*/ 17 w 76"/>
                  <a:gd name="T11" fmla="*/ 34 h 83"/>
                  <a:gd name="T12" fmla="*/ 70 w 76"/>
                  <a:gd name="T13" fmla="*/ 34 h 83"/>
                  <a:gd name="T14" fmla="*/ 70 w 76"/>
                  <a:gd name="T15" fmla="*/ 46 h 83"/>
                  <a:gd name="T16" fmla="*/ 17 w 76"/>
                  <a:gd name="T17" fmla="*/ 46 h 83"/>
                  <a:gd name="T18" fmla="*/ 17 w 76"/>
                  <a:gd name="T19" fmla="*/ 59 h 83"/>
                  <a:gd name="T20" fmla="*/ 28 w 76"/>
                  <a:gd name="T21" fmla="*/ 70 h 83"/>
                  <a:gd name="T22" fmla="*/ 76 w 76"/>
                  <a:gd name="T23" fmla="*/ 70 h 83"/>
                  <a:gd name="T24" fmla="*/ 76 w 76"/>
                  <a:gd name="T25" fmla="*/ 83 h 83"/>
                  <a:gd name="T26" fmla="*/ 23 w 76"/>
                  <a:gd name="T27" fmla="*/ 83 h 83"/>
                  <a:gd name="T28" fmla="*/ 0 w 76"/>
                  <a:gd name="T29" fmla="*/ 59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6" h="83">
                    <a:moveTo>
                      <a:pt x="0" y="59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74" y="0"/>
                      <a:pt x="74" y="0"/>
                      <a:pt x="74" y="0"/>
                    </a:cubicBezTo>
                    <a:cubicBezTo>
                      <a:pt x="74" y="14"/>
                      <a:pt x="74" y="14"/>
                      <a:pt x="74" y="14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70" y="34"/>
                      <a:pt x="70" y="34"/>
                      <a:pt x="70" y="34"/>
                    </a:cubicBezTo>
                    <a:cubicBezTo>
                      <a:pt x="70" y="46"/>
                      <a:pt x="70" y="46"/>
                      <a:pt x="70" y="46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7" y="59"/>
                      <a:pt x="17" y="59"/>
                      <a:pt x="17" y="59"/>
                    </a:cubicBezTo>
                    <a:cubicBezTo>
                      <a:pt x="17" y="66"/>
                      <a:pt x="21" y="70"/>
                      <a:pt x="28" y="70"/>
                    </a:cubicBezTo>
                    <a:cubicBezTo>
                      <a:pt x="76" y="70"/>
                      <a:pt x="76" y="70"/>
                      <a:pt x="76" y="70"/>
                    </a:cubicBezTo>
                    <a:cubicBezTo>
                      <a:pt x="76" y="83"/>
                      <a:pt x="76" y="83"/>
                      <a:pt x="76" y="83"/>
                    </a:cubicBezTo>
                    <a:cubicBezTo>
                      <a:pt x="23" y="83"/>
                      <a:pt x="23" y="83"/>
                      <a:pt x="23" y="83"/>
                    </a:cubicBezTo>
                    <a:cubicBezTo>
                      <a:pt x="8" y="83"/>
                      <a:pt x="0" y="74"/>
                      <a:pt x="0" y="59"/>
                    </a:cubicBez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6" name="Freeform 110">
                <a:extLst>
                  <a:ext uri="{FF2B5EF4-FFF2-40B4-BE49-F238E27FC236}">
                    <a16:creationId xmlns:a16="http://schemas.microsoft.com/office/drawing/2014/main" id="{208685D0-34C3-443C-944F-73DC216335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0693" y="2753077"/>
                <a:ext cx="87823" cy="71645"/>
              </a:xfrm>
              <a:custGeom>
                <a:avLst/>
                <a:gdLst>
                  <a:gd name="T0" fmla="*/ 66 w 66"/>
                  <a:gd name="T1" fmla="*/ 25 h 53"/>
                  <a:gd name="T2" fmla="*/ 19 w 66"/>
                  <a:gd name="T3" fmla="*/ 50 h 53"/>
                  <a:gd name="T4" fmla="*/ 7 w 66"/>
                  <a:gd name="T5" fmla="*/ 48 h 53"/>
                  <a:gd name="T6" fmla="*/ 0 w 66"/>
                  <a:gd name="T7" fmla="*/ 31 h 53"/>
                  <a:gd name="T8" fmla="*/ 8 w 66"/>
                  <a:gd name="T9" fmla="*/ 31 h 53"/>
                  <a:gd name="T10" fmla="*/ 66 w 66"/>
                  <a:gd name="T11" fmla="*/ 0 h 53"/>
                  <a:gd name="T12" fmla="*/ 66 w 66"/>
                  <a:gd name="T13" fmla="*/ 2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6" h="53">
                    <a:moveTo>
                      <a:pt x="66" y="25"/>
                    </a:moveTo>
                    <a:cubicBezTo>
                      <a:pt x="66" y="25"/>
                      <a:pt x="28" y="47"/>
                      <a:pt x="19" y="50"/>
                    </a:cubicBezTo>
                    <a:cubicBezTo>
                      <a:pt x="11" y="53"/>
                      <a:pt x="8" y="49"/>
                      <a:pt x="7" y="48"/>
                    </a:cubicBezTo>
                    <a:cubicBezTo>
                      <a:pt x="4" y="44"/>
                      <a:pt x="1" y="33"/>
                      <a:pt x="0" y="31"/>
                    </a:cubicBezTo>
                    <a:cubicBezTo>
                      <a:pt x="1" y="31"/>
                      <a:pt x="3" y="32"/>
                      <a:pt x="8" y="31"/>
                    </a:cubicBezTo>
                    <a:cubicBezTo>
                      <a:pt x="13" y="29"/>
                      <a:pt x="66" y="0"/>
                      <a:pt x="66" y="0"/>
                    </a:cubicBezTo>
                    <a:cubicBezTo>
                      <a:pt x="66" y="25"/>
                      <a:pt x="66" y="25"/>
                      <a:pt x="66" y="25"/>
                    </a:cubicBez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sp>
          <p:nvSpPr>
            <p:cNvPr id="51" name="Freeform 111">
              <a:extLst>
                <a:ext uri="{FF2B5EF4-FFF2-40B4-BE49-F238E27FC236}">
                  <a16:creationId xmlns:a16="http://schemas.microsoft.com/office/drawing/2014/main" id="{614A2DDA-B848-445D-946C-5BD8FA66D9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669" y="2766943"/>
              <a:ext cx="362847" cy="21031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704991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D_Intro_V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DEC424-1FFF-8342-A326-17A828458145}"/>
              </a:ext>
            </a:extLst>
          </p:cNvPr>
          <p:cNvSpPr/>
          <p:nvPr userDrawn="1"/>
        </p:nvSpPr>
        <p:spPr>
          <a:xfrm>
            <a:off x="33867" y="33867"/>
            <a:ext cx="12124267" cy="6790267"/>
          </a:xfrm>
          <a:prstGeom prst="rect">
            <a:avLst/>
          </a:prstGeom>
          <a:solidFill>
            <a:srgbClr val="F5F5F5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noProof="0" dirty="0">
              <a:latin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B12900-6C18-A240-99AE-A7A95A1720BC}"/>
              </a:ext>
            </a:extLst>
          </p:cNvPr>
          <p:cNvSpPr/>
          <p:nvPr userDrawn="1"/>
        </p:nvSpPr>
        <p:spPr>
          <a:xfrm>
            <a:off x="33869" y="2101210"/>
            <a:ext cx="12124267" cy="2703223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noProof="0" dirty="0"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7A5BF4-97BB-4FCD-BDB7-DE607B9A372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01600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noProof="0" dirty="0">
              <a:latin typeface="Arial" panose="020B0604020202020204" pitchFamily="34" charset="0"/>
            </a:endParaRPr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60E0BBF1-81D0-4A75-938D-3CF6C89BCD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04859" y="5089970"/>
            <a:ext cx="2182284" cy="29281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16E23FF-15B9-4530-AFFA-FB1EDA1CCF0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04859" y="5748324"/>
            <a:ext cx="2182284" cy="29281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Mail Address</a:t>
            </a: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D4E36416-9B14-4300-ACFE-208D7FC56B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04859" y="6077502"/>
            <a:ext cx="2182284" cy="29281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Telephone</a:t>
            </a: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E086908B-9A21-4413-98DB-C5F4798C4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4859" y="5419147"/>
            <a:ext cx="2182284" cy="29281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First And Last Name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79E1B4-4E51-AC43-BFAC-26F5F943C61B}"/>
              </a:ext>
            </a:extLst>
          </p:cNvPr>
          <p:cNvSpPr/>
          <p:nvPr userDrawn="1"/>
        </p:nvSpPr>
        <p:spPr>
          <a:xfrm>
            <a:off x="5684311" y="4750071"/>
            <a:ext cx="823380" cy="99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grpSp>
        <p:nvGrpSpPr>
          <p:cNvPr id="19" name="Groupe 10">
            <a:extLst>
              <a:ext uri="{FF2B5EF4-FFF2-40B4-BE49-F238E27FC236}">
                <a16:creationId xmlns:a16="http://schemas.microsoft.com/office/drawing/2014/main" id="{EE12DCCC-B3EF-4662-A171-8CCD17C6066B}"/>
              </a:ext>
            </a:extLst>
          </p:cNvPr>
          <p:cNvGrpSpPr/>
          <p:nvPr userDrawn="1"/>
        </p:nvGrpSpPr>
        <p:grpSpPr>
          <a:xfrm>
            <a:off x="4516462" y="911637"/>
            <a:ext cx="3159077" cy="370307"/>
            <a:chOff x="795669" y="2740365"/>
            <a:chExt cx="2227927" cy="261158"/>
          </a:xfrm>
        </p:grpSpPr>
        <p:sp>
          <p:nvSpPr>
            <p:cNvPr id="20" name="Freeform 84">
              <a:extLst>
                <a:ext uri="{FF2B5EF4-FFF2-40B4-BE49-F238E27FC236}">
                  <a16:creationId xmlns:a16="http://schemas.microsoft.com/office/drawing/2014/main" id="{C9952939-ACE3-4131-BA19-33CB26395D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650" y="2937967"/>
              <a:ext cx="65867" cy="63556"/>
            </a:xfrm>
            <a:custGeom>
              <a:avLst/>
              <a:gdLst>
                <a:gd name="T0" fmla="*/ 29 w 50"/>
                <a:gd name="T1" fmla="*/ 0 h 47"/>
                <a:gd name="T2" fmla="*/ 49 w 50"/>
                <a:gd name="T3" fmla="*/ 6 h 47"/>
                <a:gd name="T4" fmla="*/ 44 w 50"/>
                <a:gd name="T5" fmla="*/ 12 h 47"/>
                <a:gd name="T6" fmla="*/ 29 w 50"/>
                <a:gd name="T7" fmla="*/ 7 h 47"/>
                <a:gd name="T8" fmla="*/ 10 w 50"/>
                <a:gd name="T9" fmla="*/ 24 h 47"/>
                <a:gd name="T10" fmla="*/ 29 w 50"/>
                <a:gd name="T11" fmla="*/ 40 h 47"/>
                <a:gd name="T12" fmla="*/ 45 w 50"/>
                <a:gd name="T13" fmla="*/ 35 h 47"/>
                <a:gd name="T14" fmla="*/ 50 w 50"/>
                <a:gd name="T15" fmla="*/ 41 h 47"/>
                <a:gd name="T16" fmla="*/ 29 w 50"/>
                <a:gd name="T17" fmla="*/ 47 h 47"/>
                <a:gd name="T18" fmla="*/ 0 w 50"/>
                <a:gd name="T19" fmla="*/ 23 h 47"/>
                <a:gd name="T20" fmla="*/ 29 w 50"/>
                <a:gd name="T2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7">
                  <a:moveTo>
                    <a:pt x="29" y="0"/>
                  </a:moveTo>
                  <a:cubicBezTo>
                    <a:pt x="36" y="0"/>
                    <a:pt x="43" y="2"/>
                    <a:pt x="49" y="6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0" y="9"/>
                    <a:pt x="36" y="7"/>
                    <a:pt x="29" y="7"/>
                  </a:cubicBezTo>
                  <a:cubicBezTo>
                    <a:pt x="19" y="7"/>
                    <a:pt x="10" y="14"/>
                    <a:pt x="10" y="24"/>
                  </a:cubicBezTo>
                  <a:cubicBezTo>
                    <a:pt x="10" y="33"/>
                    <a:pt x="19" y="40"/>
                    <a:pt x="29" y="40"/>
                  </a:cubicBezTo>
                  <a:cubicBezTo>
                    <a:pt x="36" y="40"/>
                    <a:pt x="40" y="38"/>
                    <a:pt x="45" y="35"/>
                  </a:cubicBezTo>
                  <a:cubicBezTo>
                    <a:pt x="50" y="41"/>
                    <a:pt x="50" y="41"/>
                    <a:pt x="50" y="41"/>
                  </a:cubicBezTo>
                  <a:cubicBezTo>
                    <a:pt x="44" y="45"/>
                    <a:pt x="36" y="47"/>
                    <a:pt x="29" y="47"/>
                  </a:cubicBezTo>
                  <a:cubicBezTo>
                    <a:pt x="14" y="47"/>
                    <a:pt x="0" y="38"/>
                    <a:pt x="0" y="23"/>
                  </a:cubicBezTo>
                  <a:cubicBezTo>
                    <a:pt x="0" y="8"/>
                    <a:pt x="14" y="0"/>
                    <a:pt x="29" y="0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85">
              <a:extLst>
                <a:ext uri="{FF2B5EF4-FFF2-40B4-BE49-F238E27FC236}">
                  <a16:creationId xmlns:a16="http://schemas.microsoft.com/office/drawing/2014/main" id="{051CA7BF-EF1B-4565-8391-5381E0C4AC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19140" y="2937967"/>
              <a:ext cx="77423" cy="63556"/>
            </a:xfrm>
            <a:custGeom>
              <a:avLst/>
              <a:gdLst>
                <a:gd name="T0" fmla="*/ 0 w 58"/>
                <a:gd name="T1" fmla="*/ 24 h 47"/>
                <a:gd name="T2" fmla="*/ 29 w 58"/>
                <a:gd name="T3" fmla="*/ 0 h 47"/>
                <a:gd name="T4" fmla="*/ 58 w 58"/>
                <a:gd name="T5" fmla="*/ 24 h 47"/>
                <a:gd name="T6" fmla="*/ 29 w 58"/>
                <a:gd name="T7" fmla="*/ 47 h 47"/>
                <a:gd name="T8" fmla="*/ 0 w 58"/>
                <a:gd name="T9" fmla="*/ 24 h 47"/>
                <a:gd name="T10" fmla="*/ 10 w 58"/>
                <a:gd name="T11" fmla="*/ 24 h 47"/>
                <a:gd name="T12" fmla="*/ 29 w 58"/>
                <a:gd name="T13" fmla="*/ 40 h 47"/>
                <a:gd name="T14" fmla="*/ 48 w 58"/>
                <a:gd name="T15" fmla="*/ 24 h 47"/>
                <a:gd name="T16" fmla="*/ 29 w 58"/>
                <a:gd name="T17" fmla="*/ 7 h 47"/>
                <a:gd name="T18" fmla="*/ 10 w 58"/>
                <a:gd name="T19" fmla="*/ 24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47">
                  <a:moveTo>
                    <a:pt x="0" y="24"/>
                  </a:moveTo>
                  <a:cubicBezTo>
                    <a:pt x="0" y="11"/>
                    <a:pt x="12" y="0"/>
                    <a:pt x="29" y="0"/>
                  </a:cubicBezTo>
                  <a:cubicBezTo>
                    <a:pt x="46" y="0"/>
                    <a:pt x="58" y="11"/>
                    <a:pt x="58" y="24"/>
                  </a:cubicBezTo>
                  <a:cubicBezTo>
                    <a:pt x="58" y="37"/>
                    <a:pt x="46" y="47"/>
                    <a:pt x="29" y="47"/>
                  </a:cubicBezTo>
                  <a:cubicBezTo>
                    <a:pt x="12" y="47"/>
                    <a:pt x="0" y="37"/>
                    <a:pt x="0" y="24"/>
                  </a:cubicBezTo>
                  <a:close/>
                  <a:moveTo>
                    <a:pt x="10" y="24"/>
                  </a:moveTo>
                  <a:cubicBezTo>
                    <a:pt x="10" y="33"/>
                    <a:pt x="18" y="40"/>
                    <a:pt x="29" y="40"/>
                  </a:cubicBezTo>
                  <a:cubicBezTo>
                    <a:pt x="40" y="40"/>
                    <a:pt x="48" y="33"/>
                    <a:pt x="48" y="24"/>
                  </a:cubicBezTo>
                  <a:cubicBezTo>
                    <a:pt x="48" y="14"/>
                    <a:pt x="40" y="7"/>
                    <a:pt x="29" y="7"/>
                  </a:cubicBezTo>
                  <a:cubicBezTo>
                    <a:pt x="18" y="7"/>
                    <a:pt x="10" y="14"/>
                    <a:pt x="10" y="24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Freeform 86">
              <a:extLst>
                <a:ext uri="{FF2B5EF4-FFF2-40B4-BE49-F238E27FC236}">
                  <a16:creationId xmlns:a16="http://schemas.microsoft.com/office/drawing/2014/main" id="{42922062-C576-4BB6-B266-8186706BE4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06962" y="2939122"/>
              <a:ext cx="62400" cy="61245"/>
            </a:xfrm>
            <a:custGeom>
              <a:avLst/>
              <a:gdLst>
                <a:gd name="T0" fmla="*/ 0 w 47"/>
                <a:gd name="T1" fmla="*/ 0 h 45"/>
                <a:gd name="T2" fmla="*/ 24 w 47"/>
                <a:gd name="T3" fmla="*/ 0 h 45"/>
                <a:gd name="T4" fmla="*/ 45 w 47"/>
                <a:gd name="T5" fmla="*/ 14 h 45"/>
                <a:gd name="T6" fmla="*/ 32 w 47"/>
                <a:gd name="T7" fmla="*/ 28 h 45"/>
                <a:gd name="T8" fmla="*/ 47 w 47"/>
                <a:gd name="T9" fmla="*/ 45 h 45"/>
                <a:gd name="T10" fmla="*/ 35 w 47"/>
                <a:gd name="T11" fmla="*/ 45 h 45"/>
                <a:gd name="T12" fmla="*/ 22 w 47"/>
                <a:gd name="T13" fmla="*/ 29 h 45"/>
                <a:gd name="T14" fmla="*/ 10 w 47"/>
                <a:gd name="T15" fmla="*/ 29 h 45"/>
                <a:gd name="T16" fmla="*/ 10 w 47"/>
                <a:gd name="T17" fmla="*/ 45 h 45"/>
                <a:gd name="T18" fmla="*/ 0 w 47"/>
                <a:gd name="T19" fmla="*/ 45 h 45"/>
                <a:gd name="T20" fmla="*/ 0 w 47"/>
                <a:gd name="T21" fmla="*/ 0 h 45"/>
                <a:gd name="T22" fmla="*/ 24 w 47"/>
                <a:gd name="T23" fmla="*/ 22 h 45"/>
                <a:gd name="T24" fmla="*/ 35 w 47"/>
                <a:gd name="T25" fmla="*/ 14 h 45"/>
                <a:gd name="T26" fmla="*/ 24 w 47"/>
                <a:gd name="T27" fmla="*/ 7 h 45"/>
                <a:gd name="T28" fmla="*/ 10 w 47"/>
                <a:gd name="T29" fmla="*/ 7 h 45"/>
                <a:gd name="T30" fmla="*/ 10 w 47"/>
                <a:gd name="T31" fmla="*/ 22 h 45"/>
                <a:gd name="T32" fmla="*/ 24 w 47"/>
                <a:gd name="T33" fmla="*/ 2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" h="45">
                  <a:moveTo>
                    <a:pt x="0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36" y="0"/>
                    <a:pt x="45" y="4"/>
                    <a:pt x="45" y="14"/>
                  </a:cubicBezTo>
                  <a:cubicBezTo>
                    <a:pt x="45" y="22"/>
                    <a:pt x="39" y="26"/>
                    <a:pt x="32" y="28"/>
                  </a:cubicBezTo>
                  <a:cubicBezTo>
                    <a:pt x="47" y="45"/>
                    <a:pt x="47" y="45"/>
                    <a:pt x="47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0" y="45"/>
                    <a:pt x="0" y="45"/>
                    <a:pt x="0" y="45"/>
                  </a:cubicBezTo>
                  <a:lnTo>
                    <a:pt x="0" y="0"/>
                  </a:lnTo>
                  <a:close/>
                  <a:moveTo>
                    <a:pt x="24" y="22"/>
                  </a:moveTo>
                  <a:cubicBezTo>
                    <a:pt x="31" y="22"/>
                    <a:pt x="35" y="19"/>
                    <a:pt x="35" y="14"/>
                  </a:cubicBezTo>
                  <a:cubicBezTo>
                    <a:pt x="35" y="10"/>
                    <a:pt x="31" y="7"/>
                    <a:pt x="24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22"/>
                    <a:pt x="10" y="22"/>
                    <a:pt x="10" y="22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Freeform 87">
              <a:extLst>
                <a:ext uri="{FF2B5EF4-FFF2-40B4-BE49-F238E27FC236}">
                  <a16:creationId xmlns:a16="http://schemas.microsoft.com/office/drawing/2014/main" id="{42D7F50E-9E97-40BC-A1DC-3170F2B66C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82074" y="2939122"/>
              <a:ext cx="61245" cy="61245"/>
            </a:xfrm>
            <a:custGeom>
              <a:avLst/>
              <a:gdLst>
                <a:gd name="T0" fmla="*/ 0 w 46"/>
                <a:gd name="T1" fmla="*/ 0 h 45"/>
                <a:gd name="T2" fmla="*/ 25 w 46"/>
                <a:gd name="T3" fmla="*/ 0 h 45"/>
                <a:gd name="T4" fmla="*/ 46 w 46"/>
                <a:gd name="T5" fmla="*/ 15 h 45"/>
                <a:gd name="T6" fmla="*/ 25 w 46"/>
                <a:gd name="T7" fmla="*/ 32 h 45"/>
                <a:gd name="T8" fmla="*/ 10 w 46"/>
                <a:gd name="T9" fmla="*/ 32 h 45"/>
                <a:gd name="T10" fmla="*/ 10 w 46"/>
                <a:gd name="T11" fmla="*/ 45 h 45"/>
                <a:gd name="T12" fmla="*/ 0 w 46"/>
                <a:gd name="T13" fmla="*/ 45 h 45"/>
                <a:gd name="T14" fmla="*/ 0 w 46"/>
                <a:gd name="T15" fmla="*/ 0 h 45"/>
                <a:gd name="T16" fmla="*/ 25 w 46"/>
                <a:gd name="T17" fmla="*/ 24 h 45"/>
                <a:gd name="T18" fmla="*/ 36 w 46"/>
                <a:gd name="T19" fmla="*/ 15 h 45"/>
                <a:gd name="T20" fmla="*/ 24 w 46"/>
                <a:gd name="T21" fmla="*/ 7 h 45"/>
                <a:gd name="T22" fmla="*/ 10 w 46"/>
                <a:gd name="T23" fmla="*/ 7 h 45"/>
                <a:gd name="T24" fmla="*/ 10 w 46"/>
                <a:gd name="T25" fmla="*/ 24 h 45"/>
                <a:gd name="T26" fmla="*/ 25 w 46"/>
                <a:gd name="T27" fmla="*/ 24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6" h="45">
                  <a:moveTo>
                    <a:pt x="0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37" y="0"/>
                    <a:pt x="46" y="5"/>
                    <a:pt x="46" y="15"/>
                  </a:cubicBezTo>
                  <a:cubicBezTo>
                    <a:pt x="46" y="26"/>
                    <a:pt x="37" y="32"/>
                    <a:pt x="25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0" y="45"/>
                    <a:pt x="0" y="45"/>
                    <a:pt x="0" y="45"/>
                  </a:cubicBezTo>
                  <a:lnTo>
                    <a:pt x="0" y="0"/>
                  </a:lnTo>
                  <a:close/>
                  <a:moveTo>
                    <a:pt x="25" y="24"/>
                  </a:moveTo>
                  <a:cubicBezTo>
                    <a:pt x="31" y="24"/>
                    <a:pt x="36" y="21"/>
                    <a:pt x="36" y="15"/>
                  </a:cubicBezTo>
                  <a:cubicBezTo>
                    <a:pt x="36" y="10"/>
                    <a:pt x="32" y="7"/>
                    <a:pt x="24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24"/>
                    <a:pt x="10" y="24"/>
                    <a:pt x="10" y="24"/>
                  </a:cubicBezTo>
                  <a:lnTo>
                    <a:pt x="25" y="24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" name="Freeform 88">
              <a:extLst>
                <a:ext uri="{FF2B5EF4-FFF2-40B4-BE49-F238E27FC236}">
                  <a16:creationId xmlns:a16="http://schemas.microsoft.com/office/drawing/2014/main" id="{E8B4B5B3-E51F-4155-A0C0-0540E2240A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46785" y="2937967"/>
              <a:ext cx="77423" cy="63556"/>
            </a:xfrm>
            <a:custGeom>
              <a:avLst/>
              <a:gdLst>
                <a:gd name="T0" fmla="*/ 0 w 58"/>
                <a:gd name="T1" fmla="*/ 24 h 47"/>
                <a:gd name="T2" fmla="*/ 29 w 58"/>
                <a:gd name="T3" fmla="*/ 0 h 47"/>
                <a:gd name="T4" fmla="*/ 58 w 58"/>
                <a:gd name="T5" fmla="*/ 24 h 47"/>
                <a:gd name="T6" fmla="*/ 29 w 58"/>
                <a:gd name="T7" fmla="*/ 47 h 47"/>
                <a:gd name="T8" fmla="*/ 0 w 58"/>
                <a:gd name="T9" fmla="*/ 24 h 47"/>
                <a:gd name="T10" fmla="*/ 10 w 58"/>
                <a:gd name="T11" fmla="*/ 24 h 47"/>
                <a:gd name="T12" fmla="*/ 29 w 58"/>
                <a:gd name="T13" fmla="*/ 40 h 47"/>
                <a:gd name="T14" fmla="*/ 48 w 58"/>
                <a:gd name="T15" fmla="*/ 24 h 47"/>
                <a:gd name="T16" fmla="*/ 29 w 58"/>
                <a:gd name="T17" fmla="*/ 7 h 47"/>
                <a:gd name="T18" fmla="*/ 10 w 58"/>
                <a:gd name="T19" fmla="*/ 24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47">
                  <a:moveTo>
                    <a:pt x="0" y="24"/>
                  </a:moveTo>
                  <a:cubicBezTo>
                    <a:pt x="0" y="11"/>
                    <a:pt x="12" y="0"/>
                    <a:pt x="29" y="0"/>
                  </a:cubicBezTo>
                  <a:cubicBezTo>
                    <a:pt x="46" y="0"/>
                    <a:pt x="58" y="11"/>
                    <a:pt x="58" y="24"/>
                  </a:cubicBezTo>
                  <a:cubicBezTo>
                    <a:pt x="58" y="37"/>
                    <a:pt x="46" y="47"/>
                    <a:pt x="29" y="47"/>
                  </a:cubicBezTo>
                  <a:cubicBezTo>
                    <a:pt x="12" y="47"/>
                    <a:pt x="0" y="37"/>
                    <a:pt x="0" y="24"/>
                  </a:cubicBezTo>
                  <a:close/>
                  <a:moveTo>
                    <a:pt x="10" y="24"/>
                  </a:moveTo>
                  <a:cubicBezTo>
                    <a:pt x="10" y="33"/>
                    <a:pt x="18" y="40"/>
                    <a:pt x="29" y="40"/>
                  </a:cubicBezTo>
                  <a:cubicBezTo>
                    <a:pt x="40" y="40"/>
                    <a:pt x="48" y="33"/>
                    <a:pt x="48" y="24"/>
                  </a:cubicBezTo>
                  <a:cubicBezTo>
                    <a:pt x="48" y="14"/>
                    <a:pt x="40" y="7"/>
                    <a:pt x="29" y="7"/>
                  </a:cubicBezTo>
                  <a:cubicBezTo>
                    <a:pt x="18" y="7"/>
                    <a:pt x="10" y="14"/>
                    <a:pt x="10" y="24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" name="Freeform 89">
              <a:extLst>
                <a:ext uri="{FF2B5EF4-FFF2-40B4-BE49-F238E27FC236}">
                  <a16:creationId xmlns:a16="http://schemas.microsoft.com/office/drawing/2014/main" id="{14079660-1515-4629-8779-DDD68C2429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36919" y="2939122"/>
              <a:ext cx="61245" cy="61245"/>
            </a:xfrm>
            <a:custGeom>
              <a:avLst/>
              <a:gdLst>
                <a:gd name="T0" fmla="*/ 0 w 46"/>
                <a:gd name="T1" fmla="*/ 0 h 45"/>
                <a:gd name="T2" fmla="*/ 24 w 46"/>
                <a:gd name="T3" fmla="*/ 0 h 45"/>
                <a:gd name="T4" fmla="*/ 45 w 46"/>
                <a:gd name="T5" fmla="*/ 14 h 45"/>
                <a:gd name="T6" fmla="*/ 32 w 46"/>
                <a:gd name="T7" fmla="*/ 28 h 45"/>
                <a:gd name="T8" fmla="*/ 46 w 46"/>
                <a:gd name="T9" fmla="*/ 45 h 45"/>
                <a:gd name="T10" fmla="*/ 35 w 46"/>
                <a:gd name="T11" fmla="*/ 45 h 45"/>
                <a:gd name="T12" fmla="*/ 22 w 46"/>
                <a:gd name="T13" fmla="*/ 29 h 45"/>
                <a:gd name="T14" fmla="*/ 9 w 46"/>
                <a:gd name="T15" fmla="*/ 29 h 45"/>
                <a:gd name="T16" fmla="*/ 9 w 46"/>
                <a:gd name="T17" fmla="*/ 45 h 45"/>
                <a:gd name="T18" fmla="*/ 0 w 46"/>
                <a:gd name="T19" fmla="*/ 45 h 45"/>
                <a:gd name="T20" fmla="*/ 0 w 46"/>
                <a:gd name="T21" fmla="*/ 0 h 45"/>
                <a:gd name="T22" fmla="*/ 24 w 46"/>
                <a:gd name="T23" fmla="*/ 22 h 45"/>
                <a:gd name="T24" fmla="*/ 35 w 46"/>
                <a:gd name="T25" fmla="*/ 14 h 45"/>
                <a:gd name="T26" fmla="*/ 24 w 46"/>
                <a:gd name="T27" fmla="*/ 7 h 45"/>
                <a:gd name="T28" fmla="*/ 9 w 46"/>
                <a:gd name="T29" fmla="*/ 7 h 45"/>
                <a:gd name="T30" fmla="*/ 9 w 46"/>
                <a:gd name="T31" fmla="*/ 22 h 45"/>
                <a:gd name="T32" fmla="*/ 24 w 46"/>
                <a:gd name="T33" fmla="*/ 2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45">
                  <a:moveTo>
                    <a:pt x="0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36" y="0"/>
                    <a:pt x="45" y="4"/>
                    <a:pt x="45" y="14"/>
                  </a:cubicBezTo>
                  <a:cubicBezTo>
                    <a:pt x="45" y="22"/>
                    <a:pt x="39" y="26"/>
                    <a:pt x="32" y="28"/>
                  </a:cubicBezTo>
                  <a:cubicBezTo>
                    <a:pt x="46" y="45"/>
                    <a:pt x="46" y="45"/>
                    <a:pt x="46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0" y="45"/>
                    <a:pt x="0" y="45"/>
                    <a:pt x="0" y="45"/>
                  </a:cubicBezTo>
                  <a:lnTo>
                    <a:pt x="0" y="0"/>
                  </a:lnTo>
                  <a:close/>
                  <a:moveTo>
                    <a:pt x="24" y="22"/>
                  </a:moveTo>
                  <a:cubicBezTo>
                    <a:pt x="30" y="22"/>
                    <a:pt x="35" y="19"/>
                    <a:pt x="35" y="14"/>
                  </a:cubicBezTo>
                  <a:cubicBezTo>
                    <a:pt x="35" y="10"/>
                    <a:pt x="31" y="7"/>
                    <a:pt x="24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22"/>
                    <a:pt x="9" y="22"/>
                    <a:pt x="9" y="22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" name="Freeform 90">
              <a:extLst>
                <a:ext uri="{FF2B5EF4-FFF2-40B4-BE49-F238E27FC236}">
                  <a16:creationId xmlns:a16="http://schemas.microsoft.com/office/drawing/2014/main" id="{A67A8FD7-55EA-4BF1-B97D-28860BE818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1631" y="2939122"/>
              <a:ext cx="76267" cy="61245"/>
            </a:xfrm>
            <a:custGeom>
              <a:avLst/>
              <a:gdLst>
                <a:gd name="T0" fmla="*/ 47 w 66"/>
                <a:gd name="T1" fmla="*/ 40 h 53"/>
                <a:gd name="T2" fmla="*/ 18 w 66"/>
                <a:gd name="T3" fmla="*/ 40 h 53"/>
                <a:gd name="T4" fmla="*/ 12 w 66"/>
                <a:gd name="T5" fmla="*/ 53 h 53"/>
                <a:gd name="T6" fmla="*/ 0 w 66"/>
                <a:gd name="T7" fmla="*/ 53 h 53"/>
                <a:gd name="T8" fmla="*/ 28 w 66"/>
                <a:gd name="T9" fmla="*/ 0 h 53"/>
                <a:gd name="T10" fmla="*/ 40 w 66"/>
                <a:gd name="T11" fmla="*/ 0 h 53"/>
                <a:gd name="T12" fmla="*/ 66 w 66"/>
                <a:gd name="T13" fmla="*/ 53 h 53"/>
                <a:gd name="T14" fmla="*/ 53 w 66"/>
                <a:gd name="T15" fmla="*/ 53 h 53"/>
                <a:gd name="T16" fmla="*/ 47 w 66"/>
                <a:gd name="T17" fmla="*/ 40 h 53"/>
                <a:gd name="T18" fmla="*/ 43 w 66"/>
                <a:gd name="T19" fmla="*/ 32 h 53"/>
                <a:gd name="T20" fmla="*/ 33 w 66"/>
                <a:gd name="T21" fmla="*/ 11 h 53"/>
                <a:gd name="T22" fmla="*/ 22 w 66"/>
                <a:gd name="T23" fmla="*/ 32 h 53"/>
                <a:gd name="T24" fmla="*/ 43 w 66"/>
                <a:gd name="T25" fmla="*/ 3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53">
                  <a:moveTo>
                    <a:pt x="47" y="40"/>
                  </a:moveTo>
                  <a:lnTo>
                    <a:pt x="18" y="40"/>
                  </a:lnTo>
                  <a:lnTo>
                    <a:pt x="12" y="53"/>
                  </a:lnTo>
                  <a:lnTo>
                    <a:pt x="0" y="53"/>
                  </a:lnTo>
                  <a:lnTo>
                    <a:pt x="28" y="0"/>
                  </a:lnTo>
                  <a:lnTo>
                    <a:pt x="40" y="0"/>
                  </a:lnTo>
                  <a:lnTo>
                    <a:pt x="66" y="53"/>
                  </a:lnTo>
                  <a:lnTo>
                    <a:pt x="53" y="53"/>
                  </a:lnTo>
                  <a:lnTo>
                    <a:pt x="47" y="40"/>
                  </a:lnTo>
                  <a:close/>
                  <a:moveTo>
                    <a:pt x="43" y="32"/>
                  </a:moveTo>
                  <a:lnTo>
                    <a:pt x="33" y="11"/>
                  </a:lnTo>
                  <a:lnTo>
                    <a:pt x="22" y="32"/>
                  </a:lnTo>
                  <a:lnTo>
                    <a:pt x="43" y="32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" name="Freeform 91">
              <a:extLst>
                <a:ext uri="{FF2B5EF4-FFF2-40B4-BE49-F238E27FC236}">
                  <a16:creationId xmlns:a16="http://schemas.microsoft.com/office/drawing/2014/main" id="{F75A1D79-184A-4E3F-92D9-B0E4DEE2B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3276" y="2939122"/>
              <a:ext cx="60089" cy="61245"/>
            </a:xfrm>
            <a:custGeom>
              <a:avLst/>
              <a:gdLst>
                <a:gd name="T0" fmla="*/ 0 w 52"/>
                <a:gd name="T1" fmla="*/ 8 h 53"/>
                <a:gd name="T2" fmla="*/ 0 w 52"/>
                <a:gd name="T3" fmla="*/ 0 h 53"/>
                <a:gd name="T4" fmla="*/ 52 w 52"/>
                <a:gd name="T5" fmla="*/ 0 h 53"/>
                <a:gd name="T6" fmla="*/ 52 w 52"/>
                <a:gd name="T7" fmla="*/ 8 h 53"/>
                <a:gd name="T8" fmla="*/ 31 w 52"/>
                <a:gd name="T9" fmla="*/ 8 h 53"/>
                <a:gd name="T10" fmla="*/ 31 w 52"/>
                <a:gd name="T11" fmla="*/ 53 h 53"/>
                <a:gd name="T12" fmla="*/ 20 w 52"/>
                <a:gd name="T13" fmla="*/ 53 h 53"/>
                <a:gd name="T14" fmla="*/ 20 w 52"/>
                <a:gd name="T15" fmla="*/ 8 h 53"/>
                <a:gd name="T16" fmla="*/ 0 w 52"/>
                <a:gd name="T17" fmla="*/ 8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3">
                  <a:moveTo>
                    <a:pt x="0" y="8"/>
                  </a:moveTo>
                  <a:lnTo>
                    <a:pt x="0" y="0"/>
                  </a:lnTo>
                  <a:lnTo>
                    <a:pt x="52" y="0"/>
                  </a:lnTo>
                  <a:lnTo>
                    <a:pt x="52" y="8"/>
                  </a:lnTo>
                  <a:lnTo>
                    <a:pt x="31" y="8"/>
                  </a:lnTo>
                  <a:lnTo>
                    <a:pt x="31" y="53"/>
                  </a:lnTo>
                  <a:lnTo>
                    <a:pt x="20" y="53"/>
                  </a:lnTo>
                  <a:lnTo>
                    <a:pt x="20" y="8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" name="Freeform 92">
              <a:extLst>
                <a:ext uri="{FF2B5EF4-FFF2-40B4-BE49-F238E27FC236}">
                  <a16:creationId xmlns:a16="http://schemas.microsoft.com/office/drawing/2014/main" id="{00C61E67-1B75-426B-B96A-30B6A95A6D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3765" y="2939122"/>
              <a:ext cx="55467" cy="61245"/>
            </a:xfrm>
            <a:custGeom>
              <a:avLst/>
              <a:gdLst>
                <a:gd name="T0" fmla="*/ 0 w 42"/>
                <a:gd name="T1" fmla="*/ 32 h 45"/>
                <a:gd name="T2" fmla="*/ 0 w 42"/>
                <a:gd name="T3" fmla="*/ 0 h 45"/>
                <a:gd name="T4" fmla="*/ 41 w 42"/>
                <a:gd name="T5" fmla="*/ 0 h 45"/>
                <a:gd name="T6" fmla="*/ 41 w 42"/>
                <a:gd name="T7" fmla="*/ 7 h 45"/>
                <a:gd name="T8" fmla="*/ 9 w 42"/>
                <a:gd name="T9" fmla="*/ 7 h 45"/>
                <a:gd name="T10" fmla="*/ 9 w 42"/>
                <a:gd name="T11" fmla="*/ 18 h 45"/>
                <a:gd name="T12" fmla="*/ 38 w 42"/>
                <a:gd name="T13" fmla="*/ 18 h 45"/>
                <a:gd name="T14" fmla="*/ 38 w 42"/>
                <a:gd name="T15" fmla="*/ 25 h 45"/>
                <a:gd name="T16" fmla="*/ 9 w 42"/>
                <a:gd name="T17" fmla="*/ 25 h 45"/>
                <a:gd name="T18" fmla="*/ 9 w 42"/>
                <a:gd name="T19" fmla="*/ 32 h 45"/>
                <a:gd name="T20" fmla="*/ 15 w 42"/>
                <a:gd name="T21" fmla="*/ 38 h 45"/>
                <a:gd name="T22" fmla="*/ 42 w 42"/>
                <a:gd name="T23" fmla="*/ 38 h 45"/>
                <a:gd name="T24" fmla="*/ 42 w 42"/>
                <a:gd name="T25" fmla="*/ 45 h 45"/>
                <a:gd name="T26" fmla="*/ 13 w 42"/>
                <a:gd name="T27" fmla="*/ 45 h 45"/>
                <a:gd name="T28" fmla="*/ 0 w 42"/>
                <a:gd name="T29" fmla="*/ 3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45">
                  <a:moveTo>
                    <a:pt x="0" y="3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6"/>
                    <a:pt x="11" y="38"/>
                    <a:pt x="15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5" y="45"/>
                    <a:pt x="0" y="41"/>
                    <a:pt x="0" y="32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" name="Freeform 93">
              <a:extLst>
                <a:ext uri="{FF2B5EF4-FFF2-40B4-BE49-F238E27FC236}">
                  <a16:creationId xmlns:a16="http://schemas.microsoft.com/office/drawing/2014/main" id="{B9396FE7-1AB3-49F6-AC3E-D5004036DF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30432" y="2937967"/>
              <a:ext cx="54312" cy="63556"/>
            </a:xfrm>
            <a:custGeom>
              <a:avLst/>
              <a:gdLst>
                <a:gd name="T0" fmla="*/ 29 w 41"/>
                <a:gd name="T1" fmla="*/ 41 h 47"/>
                <a:gd name="T2" fmla="*/ 15 w 41"/>
                <a:gd name="T3" fmla="*/ 47 h 47"/>
                <a:gd name="T4" fmla="*/ 0 w 41"/>
                <a:gd name="T5" fmla="*/ 34 h 47"/>
                <a:gd name="T6" fmla="*/ 0 w 41"/>
                <a:gd name="T7" fmla="*/ 34 h 47"/>
                <a:gd name="T8" fmla="*/ 10 w 41"/>
                <a:gd name="T9" fmla="*/ 21 h 47"/>
                <a:gd name="T10" fmla="*/ 6 w 41"/>
                <a:gd name="T11" fmla="*/ 11 h 47"/>
                <a:gd name="T12" fmla="*/ 6 w 41"/>
                <a:gd name="T13" fmla="*/ 11 h 47"/>
                <a:gd name="T14" fmla="*/ 19 w 41"/>
                <a:gd name="T15" fmla="*/ 0 h 47"/>
                <a:gd name="T16" fmla="*/ 31 w 41"/>
                <a:gd name="T17" fmla="*/ 11 h 47"/>
                <a:gd name="T18" fmla="*/ 31 w 41"/>
                <a:gd name="T19" fmla="*/ 11 h 47"/>
                <a:gd name="T20" fmla="*/ 21 w 41"/>
                <a:gd name="T21" fmla="*/ 23 h 47"/>
                <a:gd name="T22" fmla="*/ 29 w 41"/>
                <a:gd name="T23" fmla="*/ 31 h 47"/>
                <a:gd name="T24" fmla="*/ 34 w 41"/>
                <a:gd name="T25" fmla="*/ 22 h 47"/>
                <a:gd name="T26" fmla="*/ 40 w 41"/>
                <a:gd name="T27" fmla="*/ 25 h 47"/>
                <a:gd name="T28" fmla="*/ 34 w 41"/>
                <a:gd name="T29" fmla="*/ 36 h 47"/>
                <a:gd name="T30" fmla="*/ 41 w 41"/>
                <a:gd name="T31" fmla="*/ 43 h 47"/>
                <a:gd name="T32" fmla="*/ 35 w 41"/>
                <a:gd name="T33" fmla="*/ 47 h 47"/>
                <a:gd name="T34" fmla="*/ 29 w 41"/>
                <a:gd name="T35" fmla="*/ 41 h 47"/>
                <a:gd name="T36" fmla="*/ 24 w 41"/>
                <a:gd name="T37" fmla="*/ 36 h 47"/>
                <a:gd name="T38" fmla="*/ 14 w 41"/>
                <a:gd name="T39" fmla="*/ 26 h 47"/>
                <a:gd name="T40" fmla="*/ 8 w 41"/>
                <a:gd name="T41" fmla="*/ 34 h 47"/>
                <a:gd name="T42" fmla="*/ 8 w 41"/>
                <a:gd name="T43" fmla="*/ 34 h 47"/>
                <a:gd name="T44" fmla="*/ 16 w 41"/>
                <a:gd name="T45" fmla="*/ 40 h 47"/>
                <a:gd name="T46" fmla="*/ 24 w 41"/>
                <a:gd name="T47" fmla="*/ 36 h 47"/>
                <a:gd name="T48" fmla="*/ 24 w 41"/>
                <a:gd name="T49" fmla="*/ 11 h 47"/>
                <a:gd name="T50" fmla="*/ 24 w 41"/>
                <a:gd name="T51" fmla="*/ 11 h 47"/>
                <a:gd name="T52" fmla="*/ 19 w 41"/>
                <a:gd name="T53" fmla="*/ 6 h 47"/>
                <a:gd name="T54" fmla="*/ 14 w 41"/>
                <a:gd name="T55" fmla="*/ 12 h 47"/>
                <a:gd name="T56" fmla="*/ 14 w 41"/>
                <a:gd name="T57" fmla="*/ 12 h 47"/>
                <a:gd name="T58" fmla="*/ 17 w 41"/>
                <a:gd name="T59" fmla="*/ 19 h 47"/>
                <a:gd name="T60" fmla="*/ 24 w 41"/>
                <a:gd name="T61" fmla="*/ 1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1" h="47">
                  <a:moveTo>
                    <a:pt x="29" y="41"/>
                  </a:moveTo>
                  <a:cubicBezTo>
                    <a:pt x="25" y="45"/>
                    <a:pt x="20" y="47"/>
                    <a:pt x="15" y="47"/>
                  </a:cubicBezTo>
                  <a:cubicBezTo>
                    <a:pt x="6" y="47"/>
                    <a:pt x="0" y="42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28"/>
                    <a:pt x="4" y="24"/>
                    <a:pt x="10" y="21"/>
                  </a:cubicBezTo>
                  <a:cubicBezTo>
                    <a:pt x="7" y="18"/>
                    <a:pt x="6" y="15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5"/>
                    <a:pt x="11" y="0"/>
                    <a:pt x="19" y="0"/>
                  </a:cubicBezTo>
                  <a:cubicBezTo>
                    <a:pt x="26" y="0"/>
                    <a:pt x="31" y="5"/>
                    <a:pt x="31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1" y="17"/>
                    <a:pt x="27" y="21"/>
                    <a:pt x="21" y="23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31" y="28"/>
                    <a:pt x="32" y="25"/>
                    <a:pt x="34" y="22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9"/>
                    <a:pt x="36" y="33"/>
                    <a:pt x="34" y="36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35" y="47"/>
                    <a:pt x="35" y="47"/>
                    <a:pt x="35" y="47"/>
                  </a:cubicBezTo>
                  <a:lnTo>
                    <a:pt x="29" y="41"/>
                  </a:lnTo>
                  <a:close/>
                  <a:moveTo>
                    <a:pt x="24" y="36"/>
                  </a:moveTo>
                  <a:cubicBezTo>
                    <a:pt x="14" y="26"/>
                    <a:pt x="14" y="26"/>
                    <a:pt x="14" y="26"/>
                  </a:cubicBezTo>
                  <a:cubicBezTo>
                    <a:pt x="10" y="28"/>
                    <a:pt x="8" y="31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8"/>
                    <a:pt x="11" y="40"/>
                    <a:pt x="16" y="40"/>
                  </a:cubicBezTo>
                  <a:cubicBezTo>
                    <a:pt x="19" y="40"/>
                    <a:pt x="22" y="39"/>
                    <a:pt x="24" y="36"/>
                  </a:cubicBezTo>
                  <a:close/>
                  <a:moveTo>
                    <a:pt x="24" y="11"/>
                  </a:moveTo>
                  <a:cubicBezTo>
                    <a:pt x="24" y="11"/>
                    <a:pt x="24" y="11"/>
                    <a:pt x="24" y="11"/>
                  </a:cubicBezTo>
                  <a:cubicBezTo>
                    <a:pt x="24" y="8"/>
                    <a:pt x="22" y="6"/>
                    <a:pt x="19" y="6"/>
                  </a:cubicBezTo>
                  <a:cubicBezTo>
                    <a:pt x="16" y="6"/>
                    <a:pt x="14" y="8"/>
                    <a:pt x="14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4" y="14"/>
                    <a:pt x="14" y="16"/>
                    <a:pt x="17" y="19"/>
                  </a:cubicBezTo>
                  <a:cubicBezTo>
                    <a:pt x="22" y="17"/>
                    <a:pt x="24" y="15"/>
                    <a:pt x="24" y="11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" name="Rectangle 94">
              <a:extLst>
                <a:ext uri="{FF2B5EF4-FFF2-40B4-BE49-F238E27FC236}">
                  <a16:creationId xmlns:a16="http://schemas.microsoft.com/office/drawing/2014/main" id="{45D88171-B653-41D8-92D3-A93AD44AA2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411" y="2939122"/>
              <a:ext cx="12712" cy="61245"/>
            </a:xfrm>
            <a:prstGeom prst="rect">
              <a:avLst/>
            </a:pr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" name="Freeform 95">
              <a:extLst>
                <a:ext uri="{FF2B5EF4-FFF2-40B4-BE49-F238E27FC236}">
                  <a16:creationId xmlns:a16="http://schemas.microsoft.com/office/drawing/2014/main" id="{2E6753BE-F9FA-427A-B7AC-B345009F19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0611" y="2939122"/>
              <a:ext cx="62400" cy="61245"/>
            </a:xfrm>
            <a:custGeom>
              <a:avLst/>
              <a:gdLst>
                <a:gd name="T0" fmla="*/ 11 w 54"/>
                <a:gd name="T1" fmla="*/ 16 h 53"/>
                <a:gd name="T2" fmla="*/ 11 w 54"/>
                <a:gd name="T3" fmla="*/ 53 h 53"/>
                <a:gd name="T4" fmla="*/ 0 w 54"/>
                <a:gd name="T5" fmla="*/ 53 h 53"/>
                <a:gd name="T6" fmla="*/ 0 w 54"/>
                <a:gd name="T7" fmla="*/ 0 h 53"/>
                <a:gd name="T8" fmla="*/ 11 w 54"/>
                <a:gd name="T9" fmla="*/ 0 h 53"/>
                <a:gd name="T10" fmla="*/ 43 w 54"/>
                <a:gd name="T11" fmla="*/ 38 h 53"/>
                <a:gd name="T12" fmla="*/ 43 w 54"/>
                <a:gd name="T13" fmla="*/ 0 h 53"/>
                <a:gd name="T14" fmla="*/ 54 w 54"/>
                <a:gd name="T15" fmla="*/ 0 h 53"/>
                <a:gd name="T16" fmla="*/ 54 w 54"/>
                <a:gd name="T17" fmla="*/ 53 h 53"/>
                <a:gd name="T18" fmla="*/ 43 w 54"/>
                <a:gd name="T19" fmla="*/ 53 h 53"/>
                <a:gd name="T20" fmla="*/ 11 w 54"/>
                <a:gd name="T21" fmla="*/ 1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53">
                  <a:moveTo>
                    <a:pt x="11" y="16"/>
                  </a:moveTo>
                  <a:lnTo>
                    <a:pt x="11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11" y="0"/>
                  </a:lnTo>
                  <a:lnTo>
                    <a:pt x="43" y="38"/>
                  </a:lnTo>
                  <a:lnTo>
                    <a:pt x="43" y="0"/>
                  </a:lnTo>
                  <a:lnTo>
                    <a:pt x="54" y="0"/>
                  </a:lnTo>
                  <a:lnTo>
                    <a:pt x="54" y="53"/>
                  </a:lnTo>
                  <a:lnTo>
                    <a:pt x="43" y="53"/>
                  </a:lnTo>
                  <a:lnTo>
                    <a:pt x="11" y="16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" name="Freeform 96">
              <a:extLst>
                <a:ext uri="{FF2B5EF4-FFF2-40B4-BE49-F238E27FC236}">
                  <a16:creationId xmlns:a16="http://schemas.microsoft.com/office/drawing/2014/main" id="{8DADBEFC-8A9C-48C1-A1AA-14E73D8789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2256" y="2939122"/>
              <a:ext cx="73956" cy="61245"/>
            </a:xfrm>
            <a:custGeom>
              <a:avLst/>
              <a:gdLst>
                <a:gd name="T0" fmla="*/ 64 w 64"/>
                <a:gd name="T1" fmla="*/ 0 h 53"/>
                <a:gd name="T2" fmla="*/ 38 w 64"/>
                <a:gd name="T3" fmla="*/ 53 h 53"/>
                <a:gd name="T4" fmla="*/ 27 w 64"/>
                <a:gd name="T5" fmla="*/ 53 h 53"/>
                <a:gd name="T6" fmla="*/ 0 w 64"/>
                <a:gd name="T7" fmla="*/ 0 h 53"/>
                <a:gd name="T8" fmla="*/ 13 w 64"/>
                <a:gd name="T9" fmla="*/ 0 h 53"/>
                <a:gd name="T10" fmla="*/ 33 w 64"/>
                <a:gd name="T11" fmla="*/ 42 h 53"/>
                <a:gd name="T12" fmla="*/ 52 w 64"/>
                <a:gd name="T13" fmla="*/ 0 h 53"/>
                <a:gd name="T14" fmla="*/ 64 w 64"/>
                <a:gd name="T15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4" h="53">
                  <a:moveTo>
                    <a:pt x="64" y="0"/>
                  </a:moveTo>
                  <a:lnTo>
                    <a:pt x="38" y="53"/>
                  </a:lnTo>
                  <a:lnTo>
                    <a:pt x="27" y="53"/>
                  </a:lnTo>
                  <a:lnTo>
                    <a:pt x="0" y="0"/>
                  </a:lnTo>
                  <a:lnTo>
                    <a:pt x="13" y="0"/>
                  </a:lnTo>
                  <a:lnTo>
                    <a:pt x="33" y="42"/>
                  </a:lnTo>
                  <a:lnTo>
                    <a:pt x="52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" name="Freeform 97">
              <a:extLst>
                <a:ext uri="{FF2B5EF4-FFF2-40B4-BE49-F238E27FC236}">
                  <a16:creationId xmlns:a16="http://schemas.microsoft.com/office/drawing/2014/main" id="{AD96E5FD-83B3-4590-ABF1-DBB76D3BCF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3145" y="2939122"/>
              <a:ext cx="55467" cy="61245"/>
            </a:xfrm>
            <a:custGeom>
              <a:avLst/>
              <a:gdLst>
                <a:gd name="T0" fmla="*/ 0 w 42"/>
                <a:gd name="T1" fmla="*/ 32 h 45"/>
                <a:gd name="T2" fmla="*/ 0 w 42"/>
                <a:gd name="T3" fmla="*/ 0 h 45"/>
                <a:gd name="T4" fmla="*/ 42 w 42"/>
                <a:gd name="T5" fmla="*/ 0 h 45"/>
                <a:gd name="T6" fmla="*/ 42 w 42"/>
                <a:gd name="T7" fmla="*/ 7 h 45"/>
                <a:gd name="T8" fmla="*/ 10 w 42"/>
                <a:gd name="T9" fmla="*/ 7 h 45"/>
                <a:gd name="T10" fmla="*/ 10 w 42"/>
                <a:gd name="T11" fmla="*/ 18 h 45"/>
                <a:gd name="T12" fmla="*/ 39 w 42"/>
                <a:gd name="T13" fmla="*/ 18 h 45"/>
                <a:gd name="T14" fmla="*/ 39 w 42"/>
                <a:gd name="T15" fmla="*/ 25 h 45"/>
                <a:gd name="T16" fmla="*/ 10 w 42"/>
                <a:gd name="T17" fmla="*/ 25 h 45"/>
                <a:gd name="T18" fmla="*/ 10 w 42"/>
                <a:gd name="T19" fmla="*/ 32 h 45"/>
                <a:gd name="T20" fmla="*/ 16 w 42"/>
                <a:gd name="T21" fmla="*/ 38 h 45"/>
                <a:gd name="T22" fmla="*/ 42 w 42"/>
                <a:gd name="T23" fmla="*/ 38 h 45"/>
                <a:gd name="T24" fmla="*/ 42 w 42"/>
                <a:gd name="T25" fmla="*/ 45 h 45"/>
                <a:gd name="T26" fmla="*/ 14 w 42"/>
                <a:gd name="T27" fmla="*/ 45 h 45"/>
                <a:gd name="T28" fmla="*/ 0 w 42"/>
                <a:gd name="T29" fmla="*/ 3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45">
                  <a:moveTo>
                    <a:pt x="0" y="3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0" y="36"/>
                    <a:pt x="12" y="38"/>
                    <a:pt x="16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5" y="45"/>
                    <a:pt x="0" y="41"/>
                    <a:pt x="0" y="32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" name="Freeform 98">
              <a:extLst>
                <a:ext uri="{FF2B5EF4-FFF2-40B4-BE49-F238E27FC236}">
                  <a16:creationId xmlns:a16="http://schemas.microsoft.com/office/drawing/2014/main" id="{285BDB48-9C39-4E3C-83CA-AA78100803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9013" y="2937967"/>
              <a:ext cx="64712" cy="63556"/>
            </a:xfrm>
            <a:custGeom>
              <a:avLst/>
              <a:gdLst>
                <a:gd name="T0" fmla="*/ 0 w 48"/>
                <a:gd name="T1" fmla="*/ 40 h 47"/>
                <a:gd name="T2" fmla="*/ 4 w 48"/>
                <a:gd name="T3" fmla="*/ 33 h 47"/>
                <a:gd name="T4" fmla="*/ 25 w 48"/>
                <a:gd name="T5" fmla="*/ 40 h 47"/>
                <a:gd name="T6" fmla="*/ 38 w 48"/>
                <a:gd name="T7" fmla="*/ 34 h 47"/>
                <a:gd name="T8" fmla="*/ 24 w 48"/>
                <a:gd name="T9" fmla="*/ 28 h 47"/>
                <a:gd name="T10" fmla="*/ 1 w 48"/>
                <a:gd name="T11" fmla="*/ 14 h 47"/>
                <a:gd name="T12" fmla="*/ 24 w 48"/>
                <a:gd name="T13" fmla="*/ 0 h 47"/>
                <a:gd name="T14" fmla="*/ 47 w 48"/>
                <a:gd name="T15" fmla="*/ 6 h 47"/>
                <a:gd name="T16" fmla="*/ 43 w 48"/>
                <a:gd name="T17" fmla="*/ 13 h 47"/>
                <a:gd name="T18" fmla="*/ 24 w 48"/>
                <a:gd name="T19" fmla="*/ 7 h 47"/>
                <a:gd name="T20" fmla="*/ 11 w 48"/>
                <a:gd name="T21" fmla="*/ 12 h 47"/>
                <a:gd name="T22" fmla="*/ 25 w 48"/>
                <a:gd name="T23" fmla="*/ 18 h 47"/>
                <a:gd name="T24" fmla="*/ 48 w 48"/>
                <a:gd name="T25" fmla="*/ 33 h 47"/>
                <a:gd name="T26" fmla="*/ 25 w 48"/>
                <a:gd name="T27" fmla="*/ 47 h 47"/>
                <a:gd name="T28" fmla="*/ 0 w 48"/>
                <a:gd name="T29" fmla="*/ 4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" h="47">
                  <a:moveTo>
                    <a:pt x="0" y="40"/>
                  </a:moveTo>
                  <a:cubicBezTo>
                    <a:pt x="4" y="33"/>
                    <a:pt x="4" y="33"/>
                    <a:pt x="4" y="33"/>
                  </a:cubicBezTo>
                  <a:cubicBezTo>
                    <a:pt x="10" y="38"/>
                    <a:pt x="18" y="40"/>
                    <a:pt x="25" y="40"/>
                  </a:cubicBezTo>
                  <a:cubicBezTo>
                    <a:pt x="32" y="40"/>
                    <a:pt x="38" y="38"/>
                    <a:pt x="38" y="34"/>
                  </a:cubicBezTo>
                  <a:cubicBezTo>
                    <a:pt x="38" y="31"/>
                    <a:pt x="32" y="29"/>
                    <a:pt x="24" y="28"/>
                  </a:cubicBezTo>
                  <a:cubicBezTo>
                    <a:pt x="14" y="25"/>
                    <a:pt x="1" y="23"/>
                    <a:pt x="1" y="14"/>
                  </a:cubicBezTo>
                  <a:cubicBezTo>
                    <a:pt x="1" y="5"/>
                    <a:pt x="12" y="0"/>
                    <a:pt x="24" y="0"/>
                  </a:cubicBezTo>
                  <a:cubicBezTo>
                    <a:pt x="32" y="0"/>
                    <a:pt x="41" y="2"/>
                    <a:pt x="47" y="6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37" y="9"/>
                    <a:pt x="30" y="7"/>
                    <a:pt x="24" y="7"/>
                  </a:cubicBezTo>
                  <a:cubicBezTo>
                    <a:pt x="18" y="7"/>
                    <a:pt x="11" y="9"/>
                    <a:pt x="11" y="12"/>
                  </a:cubicBezTo>
                  <a:cubicBezTo>
                    <a:pt x="11" y="16"/>
                    <a:pt x="17" y="17"/>
                    <a:pt x="25" y="18"/>
                  </a:cubicBezTo>
                  <a:cubicBezTo>
                    <a:pt x="35" y="20"/>
                    <a:pt x="48" y="23"/>
                    <a:pt x="48" y="33"/>
                  </a:cubicBezTo>
                  <a:cubicBezTo>
                    <a:pt x="48" y="42"/>
                    <a:pt x="37" y="47"/>
                    <a:pt x="25" y="47"/>
                  </a:cubicBezTo>
                  <a:cubicBezTo>
                    <a:pt x="16" y="47"/>
                    <a:pt x="6" y="44"/>
                    <a:pt x="0" y="40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9" name="Freeform 99">
              <a:extLst>
                <a:ext uri="{FF2B5EF4-FFF2-40B4-BE49-F238E27FC236}">
                  <a16:creationId xmlns:a16="http://schemas.microsoft.com/office/drawing/2014/main" id="{7D692186-900D-49C5-A9A4-46EF98E43A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8347" y="2939122"/>
              <a:ext cx="60089" cy="61245"/>
            </a:xfrm>
            <a:custGeom>
              <a:avLst/>
              <a:gdLst>
                <a:gd name="T0" fmla="*/ 0 w 52"/>
                <a:gd name="T1" fmla="*/ 8 h 53"/>
                <a:gd name="T2" fmla="*/ 0 w 52"/>
                <a:gd name="T3" fmla="*/ 0 h 53"/>
                <a:gd name="T4" fmla="*/ 52 w 52"/>
                <a:gd name="T5" fmla="*/ 0 h 53"/>
                <a:gd name="T6" fmla="*/ 52 w 52"/>
                <a:gd name="T7" fmla="*/ 8 h 53"/>
                <a:gd name="T8" fmla="*/ 33 w 52"/>
                <a:gd name="T9" fmla="*/ 8 h 53"/>
                <a:gd name="T10" fmla="*/ 33 w 52"/>
                <a:gd name="T11" fmla="*/ 53 h 53"/>
                <a:gd name="T12" fmla="*/ 21 w 52"/>
                <a:gd name="T13" fmla="*/ 53 h 53"/>
                <a:gd name="T14" fmla="*/ 21 w 52"/>
                <a:gd name="T15" fmla="*/ 8 h 53"/>
                <a:gd name="T16" fmla="*/ 0 w 52"/>
                <a:gd name="T17" fmla="*/ 8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3">
                  <a:moveTo>
                    <a:pt x="0" y="8"/>
                  </a:moveTo>
                  <a:lnTo>
                    <a:pt x="0" y="0"/>
                  </a:lnTo>
                  <a:lnTo>
                    <a:pt x="52" y="0"/>
                  </a:lnTo>
                  <a:lnTo>
                    <a:pt x="52" y="8"/>
                  </a:lnTo>
                  <a:lnTo>
                    <a:pt x="33" y="8"/>
                  </a:lnTo>
                  <a:lnTo>
                    <a:pt x="33" y="53"/>
                  </a:lnTo>
                  <a:lnTo>
                    <a:pt x="21" y="53"/>
                  </a:lnTo>
                  <a:lnTo>
                    <a:pt x="21" y="8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0" name="Freeform 100">
              <a:extLst>
                <a:ext uri="{FF2B5EF4-FFF2-40B4-BE49-F238E27FC236}">
                  <a16:creationId xmlns:a16="http://schemas.microsoft.com/office/drawing/2014/main" id="{42796E2B-8093-485D-92C1-42DDB6344D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9991" y="2939122"/>
              <a:ext cx="70490" cy="61245"/>
            </a:xfrm>
            <a:custGeom>
              <a:avLst/>
              <a:gdLst>
                <a:gd name="T0" fmla="*/ 49 w 61"/>
                <a:gd name="T1" fmla="*/ 0 h 53"/>
                <a:gd name="T2" fmla="*/ 61 w 61"/>
                <a:gd name="T3" fmla="*/ 0 h 53"/>
                <a:gd name="T4" fmla="*/ 61 w 61"/>
                <a:gd name="T5" fmla="*/ 53 h 53"/>
                <a:gd name="T6" fmla="*/ 50 w 61"/>
                <a:gd name="T7" fmla="*/ 53 h 53"/>
                <a:gd name="T8" fmla="*/ 50 w 61"/>
                <a:gd name="T9" fmla="*/ 13 h 53"/>
                <a:gd name="T10" fmla="*/ 30 w 61"/>
                <a:gd name="T11" fmla="*/ 44 h 53"/>
                <a:gd name="T12" fmla="*/ 9 w 61"/>
                <a:gd name="T13" fmla="*/ 14 h 53"/>
                <a:gd name="T14" fmla="*/ 9 w 61"/>
                <a:gd name="T15" fmla="*/ 53 h 53"/>
                <a:gd name="T16" fmla="*/ 0 w 61"/>
                <a:gd name="T17" fmla="*/ 53 h 53"/>
                <a:gd name="T18" fmla="*/ 0 w 61"/>
                <a:gd name="T19" fmla="*/ 0 h 53"/>
                <a:gd name="T20" fmla="*/ 11 w 61"/>
                <a:gd name="T21" fmla="*/ 0 h 53"/>
                <a:gd name="T22" fmla="*/ 30 w 61"/>
                <a:gd name="T23" fmla="*/ 27 h 53"/>
                <a:gd name="T24" fmla="*/ 49 w 61"/>
                <a:gd name="T25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1" h="53">
                  <a:moveTo>
                    <a:pt x="49" y="0"/>
                  </a:moveTo>
                  <a:lnTo>
                    <a:pt x="61" y="0"/>
                  </a:lnTo>
                  <a:lnTo>
                    <a:pt x="61" y="53"/>
                  </a:lnTo>
                  <a:lnTo>
                    <a:pt x="50" y="53"/>
                  </a:lnTo>
                  <a:lnTo>
                    <a:pt x="50" y="13"/>
                  </a:lnTo>
                  <a:lnTo>
                    <a:pt x="30" y="44"/>
                  </a:lnTo>
                  <a:lnTo>
                    <a:pt x="9" y="14"/>
                  </a:lnTo>
                  <a:lnTo>
                    <a:pt x="9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11" y="0"/>
                  </a:lnTo>
                  <a:lnTo>
                    <a:pt x="30" y="27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1" name="Freeform 101">
              <a:extLst>
                <a:ext uri="{FF2B5EF4-FFF2-40B4-BE49-F238E27FC236}">
                  <a16:creationId xmlns:a16="http://schemas.microsoft.com/office/drawing/2014/main" id="{D6F567E9-9B6F-4236-85D5-C322E4764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6658" y="2939122"/>
              <a:ext cx="55467" cy="61245"/>
            </a:xfrm>
            <a:custGeom>
              <a:avLst/>
              <a:gdLst>
                <a:gd name="T0" fmla="*/ 0 w 42"/>
                <a:gd name="T1" fmla="*/ 32 h 45"/>
                <a:gd name="T2" fmla="*/ 0 w 42"/>
                <a:gd name="T3" fmla="*/ 0 h 45"/>
                <a:gd name="T4" fmla="*/ 41 w 42"/>
                <a:gd name="T5" fmla="*/ 0 h 45"/>
                <a:gd name="T6" fmla="*/ 41 w 42"/>
                <a:gd name="T7" fmla="*/ 7 h 45"/>
                <a:gd name="T8" fmla="*/ 10 w 42"/>
                <a:gd name="T9" fmla="*/ 7 h 45"/>
                <a:gd name="T10" fmla="*/ 10 w 42"/>
                <a:gd name="T11" fmla="*/ 18 h 45"/>
                <a:gd name="T12" fmla="*/ 38 w 42"/>
                <a:gd name="T13" fmla="*/ 18 h 45"/>
                <a:gd name="T14" fmla="*/ 38 w 42"/>
                <a:gd name="T15" fmla="*/ 25 h 45"/>
                <a:gd name="T16" fmla="*/ 10 w 42"/>
                <a:gd name="T17" fmla="*/ 25 h 45"/>
                <a:gd name="T18" fmla="*/ 10 w 42"/>
                <a:gd name="T19" fmla="*/ 32 h 45"/>
                <a:gd name="T20" fmla="*/ 15 w 42"/>
                <a:gd name="T21" fmla="*/ 38 h 45"/>
                <a:gd name="T22" fmla="*/ 42 w 42"/>
                <a:gd name="T23" fmla="*/ 38 h 45"/>
                <a:gd name="T24" fmla="*/ 42 w 42"/>
                <a:gd name="T25" fmla="*/ 45 h 45"/>
                <a:gd name="T26" fmla="*/ 13 w 42"/>
                <a:gd name="T27" fmla="*/ 45 h 45"/>
                <a:gd name="T28" fmla="*/ 0 w 42"/>
                <a:gd name="T29" fmla="*/ 3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45">
                  <a:moveTo>
                    <a:pt x="0" y="3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0" y="36"/>
                    <a:pt x="11" y="38"/>
                    <a:pt x="15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5" y="45"/>
                    <a:pt x="0" y="41"/>
                    <a:pt x="0" y="32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2" name="Freeform 102">
              <a:extLst>
                <a:ext uri="{FF2B5EF4-FFF2-40B4-BE49-F238E27FC236}">
                  <a16:creationId xmlns:a16="http://schemas.microsoft.com/office/drawing/2014/main" id="{571A1C5E-9D17-49BD-8CA1-D56F4DC70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148" y="2939122"/>
              <a:ext cx="62400" cy="61245"/>
            </a:xfrm>
            <a:custGeom>
              <a:avLst/>
              <a:gdLst>
                <a:gd name="T0" fmla="*/ 10 w 54"/>
                <a:gd name="T1" fmla="*/ 16 h 53"/>
                <a:gd name="T2" fmla="*/ 10 w 54"/>
                <a:gd name="T3" fmla="*/ 53 h 53"/>
                <a:gd name="T4" fmla="*/ 0 w 54"/>
                <a:gd name="T5" fmla="*/ 53 h 53"/>
                <a:gd name="T6" fmla="*/ 0 w 54"/>
                <a:gd name="T7" fmla="*/ 0 h 53"/>
                <a:gd name="T8" fmla="*/ 10 w 54"/>
                <a:gd name="T9" fmla="*/ 0 h 53"/>
                <a:gd name="T10" fmla="*/ 43 w 54"/>
                <a:gd name="T11" fmla="*/ 38 h 53"/>
                <a:gd name="T12" fmla="*/ 43 w 54"/>
                <a:gd name="T13" fmla="*/ 0 h 53"/>
                <a:gd name="T14" fmla="*/ 54 w 54"/>
                <a:gd name="T15" fmla="*/ 0 h 53"/>
                <a:gd name="T16" fmla="*/ 54 w 54"/>
                <a:gd name="T17" fmla="*/ 53 h 53"/>
                <a:gd name="T18" fmla="*/ 43 w 54"/>
                <a:gd name="T19" fmla="*/ 53 h 53"/>
                <a:gd name="T20" fmla="*/ 10 w 54"/>
                <a:gd name="T21" fmla="*/ 1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53">
                  <a:moveTo>
                    <a:pt x="10" y="16"/>
                  </a:moveTo>
                  <a:lnTo>
                    <a:pt x="10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10" y="0"/>
                  </a:lnTo>
                  <a:lnTo>
                    <a:pt x="43" y="38"/>
                  </a:lnTo>
                  <a:lnTo>
                    <a:pt x="43" y="0"/>
                  </a:lnTo>
                  <a:lnTo>
                    <a:pt x="54" y="0"/>
                  </a:lnTo>
                  <a:lnTo>
                    <a:pt x="54" y="53"/>
                  </a:lnTo>
                  <a:lnTo>
                    <a:pt x="43" y="53"/>
                  </a:lnTo>
                  <a:lnTo>
                    <a:pt x="10" y="16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3" name="Freeform 103">
              <a:extLst>
                <a:ext uri="{FF2B5EF4-FFF2-40B4-BE49-F238E27FC236}">
                  <a16:creationId xmlns:a16="http://schemas.microsoft.com/office/drawing/2014/main" id="{39D5ED28-9369-453E-B1DF-9DA69E178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8793" y="2939122"/>
              <a:ext cx="60089" cy="61245"/>
            </a:xfrm>
            <a:custGeom>
              <a:avLst/>
              <a:gdLst>
                <a:gd name="T0" fmla="*/ 0 w 52"/>
                <a:gd name="T1" fmla="*/ 8 h 53"/>
                <a:gd name="T2" fmla="*/ 0 w 52"/>
                <a:gd name="T3" fmla="*/ 0 h 53"/>
                <a:gd name="T4" fmla="*/ 52 w 52"/>
                <a:gd name="T5" fmla="*/ 0 h 53"/>
                <a:gd name="T6" fmla="*/ 52 w 52"/>
                <a:gd name="T7" fmla="*/ 8 h 53"/>
                <a:gd name="T8" fmla="*/ 33 w 52"/>
                <a:gd name="T9" fmla="*/ 8 h 53"/>
                <a:gd name="T10" fmla="*/ 33 w 52"/>
                <a:gd name="T11" fmla="*/ 53 h 53"/>
                <a:gd name="T12" fmla="*/ 21 w 52"/>
                <a:gd name="T13" fmla="*/ 53 h 53"/>
                <a:gd name="T14" fmla="*/ 21 w 52"/>
                <a:gd name="T15" fmla="*/ 8 h 53"/>
                <a:gd name="T16" fmla="*/ 0 w 52"/>
                <a:gd name="T17" fmla="*/ 8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3">
                  <a:moveTo>
                    <a:pt x="0" y="8"/>
                  </a:moveTo>
                  <a:lnTo>
                    <a:pt x="0" y="0"/>
                  </a:lnTo>
                  <a:lnTo>
                    <a:pt x="52" y="0"/>
                  </a:lnTo>
                  <a:lnTo>
                    <a:pt x="52" y="8"/>
                  </a:lnTo>
                  <a:lnTo>
                    <a:pt x="33" y="8"/>
                  </a:lnTo>
                  <a:lnTo>
                    <a:pt x="33" y="53"/>
                  </a:lnTo>
                  <a:lnTo>
                    <a:pt x="21" y="53"/>
                  </a:lnTo>
                  <a:lnTo>
                    <a:pt x="21" y="8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4" name="Freeform 104">
              <a:extLst>
                <a:ext uri="{FF2B5EF4-FFF2-40B4-BE49-F238E27FC236}">
                  <a16:creationId xmlns:a16="http://schemas.microsoft.com/office/drawing/2014/main" id="{44E4206D-7D88-47B8-BEF7-5370A5EC8A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33549" y="2939122"/>
              <a:ext cx="63556" cy="61245"/>
            </a:xfrm>
            <a:custGeom>
              <a:avLst/>
              <a:gdLst>
                <a:gd name="T0" fmla="*/ 47 w 47"/>
                <a:gd name="T1" fmla="*/ 33 h 45"/>
                <a:gd name="T2" fmla="*/ 28 w 47"/>
                <a:gd name="T3" fmla="*/ 45 h 45"/>
                <a:gd name="T4" fmla="*/ 0 w 47"/>
                <a:gd name="T5" fmla="*/ 45 h 45"/>
                <a:gd name="T6" fmla="*/ 0 w 47"/>
                <a:gd name="T7" fmla="*/ 0 h 45"/>
                <a:gd name="T8" fmla="*/ 26 w 47"/>
                <a:gd name="T9" fmla="*/ 0 h 45"/>
                <a:gd name="T10" fmla="*/ 45 w 47"/>
                <a:gd name="T11" fmla="*/ 12 h 45"/>
                <a:gd name="T12" fmla="*/ 38 w 47"/>
                <a:gd name="T13" fmla="*/ 22 h 45"/>
                <a:gd name="T14" fmla="*/ 47 w 47"/>
                <a:gd name="T15" fmla="*/ 33 h 45"/>
                <a:gd name="T16" fmla="*/ 9 w 47"/>
                <a:gd name="T17" fmla="*/ 7 h 45"/>
                <a:gd name="T18" fmla="*/ 9 w 47"/>
                <a:gd name="T19" fmla="*/ 19 h 45"/>
                <a:gd name="T20" fmla="*/ 26 w 47"/>
                <a:gd name="T21" fmla="*/ 19 h 45"/>
                <a:gd name="T22" fmla="*/ 35 w 47"/>
                <a:gd name="T23" fmla="*/ 13 h 45"/>
                <a:gd name="T24" fmla="*/ 26 w 47"/>
                <a:gd name="T25" fmla="*/ 7 h 45"/>
                <a:gd name="T26" fmla="*/ 9 w 47"/>
                <a:gd name="T27" fmla="*/ 7 h 45"/>
                <a:gd name="T28" fmla="*/ 37 w 47"/>
                <a:gd name="T29" fmla="*/ 32 h 45"/>
                <a:gd name="T30" fmla="*/ 28 w 47"/>
                <a:gd name="T31" fmla="*/ 26 h 45"/>
                <a:gd name="T32" fmla="*/ 9 w 47"/>
                <a:gd name="T33" fmla="*/ 26 h 45"/>
                <a:gd name="T34" fmla="*/ 9 w 47"/>
                <a:gd name="T35" fmla="*/ 38 h 45"/>
                <a:gd name="T36" fmla="*/ 27 w 47"/>
                <a:gd name="T37" fmla="*/ 38 h 45"/>
                <a:gd name="T38" fmla="*/ 37 w 47"/>
                <a:gd name="T39" fmla="*/ 3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7" h="45">
                  <a:moveTo>
                    <a:pt x="47" y="33"/>
                  </a:moveTo>
                  <a:cubicBezTo>
                    <a:pt x="47" y="41"/>
                    <a:pt x="39" y="45"/>
                    <a:pt x="28" y="45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37" y="0"/>
                    <a:pt x="45" y="4"/>
                    <a:pt x="45" y="12"/>
                  </a:cubicBezTo>
                  <a:cubicBezTo>
                    <a:pt x="45" y="17"/>
                    <a:pt x="42" y="20"/>
                    <a:pt x="38" y="22"/>
                  </a:cubicBezTo>
                  <a:cubicBezTo>
                    <a:pt x="43" y="24"/>
                    <a:pt x="47" y="27"/>
                    <a:pt x="47" y="33"/>
                  </a:cubicBezTo>
                  <a:close/>
                  <a:moveTo>
                    <a:pt x="9" y="7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31" y="19"/>
                    <a:pt x="35" y="17"/>
                    <a:pt x="35" y="13"/>
                  </a:cubicBezTo>
                  <a:cubicBezTo>
                    <a:pt x="35" y="9"/>
                    <a:pt x="31" y="7"/>
                    <a:pt x="26" y="7"/>
                  </a:cubicBezTo>
                  <a:lnTo>
                    <a:pt x="9" y="7"/>
                  </a:lnTo>
                  <a:close/>
                  <a:moveTo>
                    <a:pt x="37" y="32"/>
                  </a:moveTo>
                  <a:cubicBezTo>
                    <a:pt x="37" y="28"/>
                    <a:pt x="33" y="26"/>
                    <a:pt x="28" y="26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33" y="38"/>
                    <a:pt x="37" y="36"/>
                    <a:pt x="37" y="32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5" name="Freeform 105">
              <a:extLst>
                <a:ext uri="{FF2B5EF4-FFF2-40B4-BE49-F238E27FC236}">
                  <a16:creationId xmlns:a16="http://schemas.microsoft.com/office/drawing/2014/main" id="{FE22D848-6018-4755-AB88-D225727717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98261" y="2939122"/>
              <a:ext cx="76267" cy="61245"/>
            </a:xfrm>
            <a:custGeom>
              <a:avLst/>
              <a:gdLst>
                <a:gd name="T0" fmla="*/ 47 w 66"/>
                <a:gd name="T1" fmla="*/ 40 h 53"/>
                <a:gd name="T2" fmla="*/ 18 w 66"/>
                <a:gd name="T3" fmla="*/ 40 h 53"/>
                <a:gd name="T4" fmla="*/ 11 w 66"/>
                <a:gd name="T5" fmla="*/ 53 h 53"/>
                <a:gd name="T6" fmla="*/ 0 w 66"/>
                <a:gd name="T7" fmla="*/ 53 h 53"/>
                <a:gd name="T8" fmla="*/ 28 w 66"/>
                <a:gd name="T9" fmla="*/ 0 h 53"/>
                <a:gd name="T10" fmla="*/ 39 w 66"/>
                <a:gd name="T11" fmla="*/ 0 h 53"/>
                <a:gd name="T12" fmla="*/ 66 w 66"/>
                <a:gd name="T13" fmla="*/ 53 h 53"/>
                <a:gd name="T14" fmla="*/ 53 w 66"/>
                <a:gd name="T15" fmla="*/ 53 h 53"/>
                <a:gd name="T16" fmla="*/ 47 w 66"/>
                <a:gd name="T17" fmla="*/ 40 h 53"/>
                <a:gd name="T18" fmla="*/ 43 w 66"/>
                <a:gd name="T19" fmla="*/ 32 h 53"/>
                <a:gd name="T20" fmla="*/ 32 w 66"/>
                <a:gd name="T21" fmla="*/ 11 h 53"/>
                <a:gd name="T22" fmla="*/ 22 w 66"/>
                <a:gd name="T23" fmla="*/ 32 h 53"/>
                <a:gd name="T24" fmla="*/ 43 w 66"/>
                <a:gd name="T25" fmla="*/ 3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53">
                  <a:moveTo>
                    <a:pt x="47" y="40"/>
                  </a:moveTo>
                  <a:lnTo>
                    <a:pt x="18" y="40"/>
                  </a:lnTo>
                  <a:lnTo>
                    <a:pt x="11" y="53"/>
                  </a:lnTo>
                  <a:lnTo>
                    <a:pt x="0" y="53"/>
                  </a:lnTo>
                  <a:lnTo>
                    <a:pt x="28" y="0"/>
                  </a:lnTo>
                  <a:lnTo>
                    <a:pt x="39" y="0"/>
                  </a:lnTo>
                  <a:lnTo>
                    <a:pt x="66" y="53"/>
                  </a:lnTo>
                  <a:lnTo>
                    <a:pt x="53" y="53"/>
                  </a:lnTo>
                  <a:lnTo>
                    <a:pt x="47" y="40"/>
                  </a:lnTo>
                  <a:close/>
                  <a:moveTo>
                    <a:pt x="43" y="32"/>
                  </a:moveTo>
                  <a:lnTo>
                    <a:pt x="32" y="11"/>
                  </a:lnTo>
                  <a:lnTo>
                    <a:pt x="22" y="32"/>
                  </a:lnTo>
                  <a:lnTo>
                    <a:pt x="43" y="32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6" name="Freeform 106">
              <a:extLst>
                <a:ext uri="{FF2B5EF4-FFF2-40B4-BE49-F238E27FC236}">
                  <a16:creationId xmlns:a16="http://schemas.microsoft.com/office/drawing/2014/main" id="{4C8A1455-4FFD-40E3-B6CA-D6547B8A02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305" y="2939122"/>
              <a:ext cx="63556" cy="61245"/>
            </a:xfrm>
            <a:custGeom>
              <a:avLst/>
              <a:gdLst>
                <a:gd name="T0" fmla="*/ 11 w 55"/>
                <a:gd name="T1" fmla="*/ 16 h 53"/>
                <a:gd name="T2" fmla="*/ 11 w 55"/>
                <a:gd name="T3" fmla="*/ 53 h 53"/>
                <a:gd name="T4" fmla="*/ 0 w 55"/>
                <a:gd name="T5" fmla="*/ 53 h 53"/>
                <a:gd name="T6" fmla="*/ 0 w 55"/>
                <a:gd name="T7" fmla="*/ 0 h 53"/>
                <a:gd name="T8" fmla="*/ 11 w 55"/>
                <a:gd name="T9" fmla="*/ 0 h 53"/>
                <a:gd name="T10" fmla="*/ 43 w 55"/>
                <a:gd name="T11" fmla="*/ 38 h 53"/>
                <a:gd name="T12" fmla="*/ 43 w 55"/>
                <a:gd name="T13" fmla="*/ 0 h 53"/>
                <a:gd name="T14" fmla="*/ 55 w 55"/>
                <a:gd name="T15" fmla="*/ 0 h 53"/>
                <a:gd name="T16" fmla="*/ 55 w 55"/>
                <a:gd name="T17" fmla="*/ 53 h 53"/>
                <a:gd name="T18" fmla="*/ 43 w 55"/>
                <a:gd name="T19" fmla="*/ 53 h 53"/>
                <a:gd name="T20" fmla="*/ 11 w 55"/>
                <a:gd name="T21" fmla="*/ 1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5" h="53">
                  <a:moveTo>
                    <a:pt x="11" y="16"/>
                  </a:moveTo>
                  <a:lnTo>
                    <a:pt x="11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11" y="0"/>
                  </a:lnTo>
                  <a:lnTo>
                    <a:pt x="43" y="38"/>
                  </a:lnTo>
                  <a:lnTo>
                    <a:pt x="43" y="0"/>
                  </a:lnTo>
                  <a:lnTo>
                    <a:pt x="55" y="0"/>
                  </a:lnTo>
                  <a:lnTo>
                    <a:pt x="55" y="53"/>
                  </a:lnTo>
                  <a:lnTo>
                    <a:pt x="43" y="53"/>
                  </a:lnTo>
                  <a:lnTo>
                    <a:pt x="11" y="16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7" name="Freeform 107">
              <a:extLst>
                <a:ext uri="{FF2B5EF4-FFF2-40B4-BE49-F238E27FC236}">
                  <a16:creationId xmlns:a16="http://schemas.microsoft.com/office/drawing/2014/main" id="{103B38BF-0050-4D21-8E2E-42EC149A30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040" y="2939122"/>
              <a:ext cx="63556" cy="61245"/>
            </a:xfrm>
            <a:custGeom>
              <a:avLst/>
              <a:gdLst>
                <a:gd name="T0" fmla="*/ 20 w 55"/>
                <a:gd name="T1" fmla="*/ 28 h 53"/>
                <a:gd name="T2" fmla="*/ 11 w 55"/>
                <a:gd name="T3" fmla="*/ 37 h 53"/>
                <a:gd name="T4" fmla="*/ 11 w 55"/>
                <a:gd name="T5" fmla="*/ 53 h 53"/>
                <a:gd name="T6" fmla="*/ 0 w 55"/>
                <a:gd name="T7" fmla="*/ 53 h 53"/>
                <a:gd name="T8" fmla="*/ 0 w 55"/>
                <a:gd name="T9" fmla="*/ 0 h 53"/>
                <a:gd name="T10" fmla="*/ 11 w 55"/>
                <a:gd name="T11" fmla="*/ 0 h 53"/>
                <a:gd name="T12" fmla="*/ 11 w 55"/>
                <a:gd name="T13" fmla="*/ 26 h 53"/>
                <a:gd name="T14" fmla="*/ 39 w 55"/>
                <a:gd name="T15" fmla="*/ 0 h 53"/>
                <a:gd name="T16" fmla="*/ 53 w 55"/>
                <a:gd name="T17" fmla="*/ 0 h 53"/>
                <a:gd name="T18" fmla="*/ 28 w 55"/>
                <a:gd name="T19" fmla="*/ 21 h 53"/>
                <a:gd name="T20" fmla="*/ 55 w 55"/>
                <a:gd name="T21" fmla="*/ 53 h 53"/>
                <a:gd name="T22" fmla="*/ 41 w 55"/>
                <a:gd name="T23" fmla="*/ 53 h 53"/>
                <a:gd name="T24" fmla="*/ 20 w 55"/>
                <a:gd name="T25" fmla="*/ 28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5" h="53">
                  <a:moveTo>
                    <a:pt x="20" y="28"/>
                  </a:moveTo>
                  <a:lnTo>
                    <a:pt x="11" y="37"/>
                  </a:lnTo>
                  <a:lnTo>
                    <a:pt x="11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11" y="0"/>
                  </a:lnTo>
                  <a:lnTo>
                    <a:pt x="11" y="26"/>
                  </a:lnTo>
                  <a:lnTo>
                    <a:pt x="39" y="0"/>
                  </a:lnTo>
                  <a:lnTo>
                    <a:pt x="53" y="0"/>
                  </a:lnTo>
                  <a:lnTo>
                    <a:pt x="28" y="21"/>
                  </a:lnTo>
                  <a:lnTo>
                    <a:pt x="55" y="53"/>
                  </a:lnTo>
                  <a:lnTo>
                    <a:pt x="41" y="53"/>
                  </a:lnTo>
                  <a:lnTo>
                    <a:pt x="20" y="28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8" name="Freeform 108">
              <a:extLst>
                <a:ext uri="{FF2B5EF4-FFF2-40B4-BE49-F238E27FC236}">
                  <a16:creationId xmlns:a16="http://schemas.microsoft.com/office/drawing/2014/main" id="{A075166E-33A6-4B7C-BB09-55C4A83FAB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4515" y="2889433"/>
              <a:ext cx="70490" cy="63556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9" name="Rectangle 109">
              <a:extLst>
                <a:ext uri="{FF2B5EF4-FFF2-40B4-BE49-F238E27FC236}">
                  <a16:creationId xmlns:a16="http://schemas.microsoft.com/office/drawing/2014/main" id="{1BB24E11-A7ED-4F30-B5BC-2B50092B0B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692" y="2973789"/>
              <a:ext cx="323558" cy="27734"/>
            </a:xfrm>
            <a:prstGeom prst="rect">
              <a:avLst/>
            </a:prstGeom>
            <a:solidFill>
              <a:srgbClr val="72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grpSp>
          <p:nvGrpSpPr>
            <p:cNvPr id="50" name="Groupe 2">
              <a:extLst>
                <a:ext uri="{FF2B5EF4-FFF2-40B4-BE49-F238E27FC236}">
                  <a16:creationId xmlns:a16="http://schemas.microsoft.com/office/drawing/2014/main" id="{3A85842E-94F5-4D3D-B880-93EDF06CAEE0}"/>
                </a:ext>
              </a:extLst>
            </p:cNvPr>
            <p:cNvGrpSpPr/>
            <p:nvPr/>
          </p:nvGrpSpPr>
          <p:grpSpPr>
            <a:xfrm>
              <a:off x="1070693" y="2740365"/>
              <a:ext cx="1947124" cy="144446"/>
              <a:chOff x="1070693" y="2740365"/>
              <a:chExt cx="1947124" cy="144446"/>
            </a:xfrm>
          </p:grpSpPr>
          <p:sp>
            <p:nvSpPr>
              <p:cNvPr id="52" name="Freeform 70">
                <a:extLst>
                  <a:ext uri="{FF2B5EF4-FFF2-40B4-BE49-F238E27FC236}">
                    <a16:creationId xmlns:a16="http://schemas.microsoft.com/office/drawing/2014/main" id="{70F517D7-0EF1-4C0A-9D75-162499FEF9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028" y="2770410"/>
                <a:ext cx="121335" cy="114401"/>
              </a:xfrm>
              <a:custGeom>
                <a:avLst/>
                <a:gdLst>
                  <a:gd name="T0" fmla="*/ 52 w 91"/>
                  <a:gd name="T1" fmla="*/ 0 h 85"/>
                  <a:gd name="T2" fmla="*/ 89 w 91"/>
                  <a:gd name="T3" fmla="*/ 12 h 85"/>
                  <a:gd name="T4" fmla="*/ 81 w 91"/>
                  <a:gd name="T5" fmla="*/ 22 h 85"/>
                  <a:gd name="T6" fmla="*/ 53 w 91"/>
                  <a:gd name="T7" fmla="*/ 13 h 85"/>
                  <a:gd name="T8" fmla="*/ 19 w 91"/>
                  <a:gd name="T9" fmla="*/ 43 h 85"/>
                  <a:gd name="T10" fmla="*/ 53 w 91"/>
                  <a:gd name="T11" fmla="*/ 72 h 85"/>
                  <a:gd name="T12" fmla="*/ 82 w 91"/>
                  <a:gd name="T13" fmla="*/ 62 h 85"/>
                  <a:gd name="T14" fmla="*/ 91 w 91"/>
                  <a:gd name="T15" fmla="*/ 73 h 85"/>
                  <a:gd name="T16" fmla="*/ 52 w 91"/>
                  <a:gd name="T17" fmla="*/ 85 h 85"/>
                  <a:gd name="T18" fmla="*/ 0 w 91"/>
                  <a:gd name="T19" fmla="*/ 43 h 85"/>
                  <a:gd name="T20" fmla="*/ 52 w 91"/>
                  <a:gd name="T21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1" h="85">
                    <a:moveTo>
                      <a:pt x="52" y="0"/>
                    </a:moveTo>
                    <a:cubicBezTo>
                      <a:pt x="65" y="0"/>
                      <a:pt x="78" y="4"/>
                      <a:pt x="89" y="12"/>
                    </a:cubicBezTo>
                    <a:cubicBezTo>
                      <a:pt x="81" y="22"/>
                      <a:pt x="81" y="22"/>
                      <a:pt x="81" y="22"/>
                    </a:cubicBezTo>
                    <a:cubicBezTo>
                      <a:pt x="72" y="16"/>
                      <a:pt x="65" y="13"/>
                      <a:pt x="53" y="13"/>
                    </a:cubicBezTo>
                    <a:cubicBezTo>
                      <a:pt x="34" y="13"/>
                      <a:pt x="19" y="25"/>
                      <a:pt x="19" y="43"/>
                    </a:cubicBezTo>
                    <a:cubicBezTo>
                      <a:pt x="19" y="60"/>
                      <a:pt x="34" y="72"/>
                      <a:pt x="53" y="72"/>
                    </a:cubicBezTo>
                    <a:cubicBezTo>
                      <a:pt x="65" y="72"/>
                      <a:pt x="73" y="69"/>
                      <a:pt x="82" y="62"/>
                    </a:cubicBezTo>
                    <a:cubicBezTo>
                      <a:pt x="91" y="73"/>
                      <a:pt x="91" y="73"/>
                      <a:pt x="91" y="73"/>
                    </a:cubicBezTo>
                    <a:cubicBezTo>
                      <a:pt x="80" y="81"/>
                      <a:pt x="66" y="85"/>
                      <a:pt x="52" y="85"/>
                    </a:cubicBezTo>
                    <a:cubicBezTo>
                      <a:pt x="26" y="85"/>
                      <a:pt x="0" y="70"/>
                      <a:pt x="0" y="43"/>
                    </a:cubicBezTo>
                    <a:cubicBezTo>
                      <a:pt x="0" y="16"/>
                      <a:pt x="26" y="0"/>
                      <a:pt x="52" y="0"/>
                    </a:cubicBez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3" name="Freeform 71">
                <a:extLst>
                  <a:ext uri="{FF2B5EF4-FFF2-40B4-BE49-F238E27FC236}">
                    <a16:creationId xmlns:a16="http://schemas.microsoft.com/office/drawing/2014/main" id="{C57A899B-5C8D-41AF-AE60-BBE50A366A5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90785" y="2771566"/>
                <a:ext cx="112090" cy="112090"/>
              </a:xfrm>
              <a:custGeom>
                <a:avLst/>
                <a:gdLst>
                  <a:gd name="T0" fmla="*/ 0 w 84"/>
                  <a:gd name="T1" fmla="*/ 0 h 83"/>
                  <a:gd name="T2" fmla="*/ 44 w 84"/>
                  <a:gd name="T3" fmla="*/ 0 h 83"/>
                  <a:gd name="T4" fmla="*/ 82 w 84"/>
                  <a:gd name="T5" fmla="*/ 27 h 83"/>
                  <a:gd name="T6" fmla="*/ 57 w 84"/>
                  <a:gd name="T7" fmla="*/ 52 h 83"/>
                  <a:gd name="T8" fmla="*/ 84 w 84"/>
                  <a:gd name="T9" fmla="*/ 83 h 83"/>
                  <a:gd name="T10" fmla="*/ 64 w 84"/>
                  <a:gd name="T11" fmla="*/ 83 h 83"/>
                  <a:gd name="T12" fmla="*/ 39 w 84"/>
                  <a:gd name="T13" fmla="*/ 54 h 83"/>
                  <a:gd name="T14" fmla="*/ 17 w 84"/>
                  <a:gd name="T15" fmla="*/ 54 h 83"/>
                  <a:gd name="T16" fmla="*/ 17 w 84"/>
                  <a:gd name="T17" fmla="*/ 83 h 83"/>
                  <a:gd name="T18" fmla="*/ 0 w 84"/>
                  <a:gd name="T19" fmla="*/ 83 h 83"/>
                  <a:gd name="T20" fmla="*/ 0 w 84"/>
                  <a:gd name="T21" fmla="*/ 0 h 83"/>
                  <a:gd name="T22" fmla="*/ 43 w 84"/>
                  <a:gd name="T23" fmla="*/ 41 h 83"/>
                  <a:gd name="T24" fmla="*/ 63 w 84"/>
                  <a:gd name="T25" fmla="*/ 27 h 83"/>
                  <a:gd name="T26" fmla="*/ 43 w 84"/>
                  <a:gd name="T27" fmla="*/ 14 h 83"/>
                  <a:gd name="T28" fmla="*/ 17 w 84"/>
                  <a:gd name="T29" fmla="*/ 14 h 83"/>
                  <a:gd name="T30" fmla="*/ 17 w 84"/>
                  <a:gd name="T31" fmla="*/ 41 h 83"/>
                  <a:gd name="T32" fmla="*/ 43 w 84"/>
                  <a:gd name="T33" fmla="*/ 41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4" h="83">
                    <a:moveTo>
                      <a:pt x="0" y="0"/>
                    </a:moveTo>
                    <a:cubicBezTo>
                      <a:pt x="44" y="0"/>
                      <a:pt x="44" y="0"/>
                      <a:pt x="44" y="0"/>
                    </a:cubicBezTo>
                    <a:cubicBezTo>
                      <a:pt x="65" y="0"/>
                      <a:pt x="82" y="9"/>
                      <a:pt x="82" y="27"/>
                    </a:cubicBezTo>
                    <a:cubicBezTo>
                      <a:pt x="82" y="41"/>
                      <a:pt x="71" y="48"/>
                      <a:pt x="57" y="52"/>
                    </a:cubicBezTo>
                    <a:cubicBezTo>
                      <a:pt x="84" y="83"/>
                      <a:pt x="84" y="83"/>
                      <a:pt x="84" y="83"/>
                    </a:cubicBezTo>
                    <a:cubicBezTo>
                      <a:pt x="64" y="83"/>
                      <a:pt x="64" y="83"/>
                      <a:pt x="64" y="83"/>
                    </a:cubicBezTo>
                    <a:cubicBezTo>
                      <a:pt x="39" y="54"/>
                      <a:pt x="39" y="54"/>
                      <a:pt x="39" y="54"/>
                    </a:cubicBezTo>
                    <a:cubicBezTo>
                      <a:pt x="17" y="54"/>
                      <a:pt x="17" y="54"/>
                      <a:pt x="17" y="54"/>
                    </a:cubicBezTo>
                    <a:cubicBezTo>
                      <a:pt x="17" y="83"/>
                      <a:pt x="17" y="83"/>
                      <a:pt x="17" y="83"/>
                    </a:cubicBezTo>
                    <a:cubicBezTo>
                      <a:pt x="0" y="83"/>
                      <a:pt x="0" y="83"/>
                      <a:pt x="0" y="83"/>
                    </a:cubicBezTo>
                    <a:lnTo>
                      <a:pt x="0" y="0"/>
                    </a:lnTo>
                    <a:close/>
                    <a:moveTo>
                      <a:pt x="43" y="41"/>
                    </a:moveTo>
                    <a:cubicBezTo>
                      <a:pt x="55" y="41"/>
                      <a:pt x="63" y="36"/>
                      <a:pt x="63" y="27"/>
                    </a:cubicBezTo>
                    <a:cubicBezTo>
                      <a:pt x="63" y="18"/>
                      <a:pt x="56" y="14"/>
                      <a:pt x="43" y="14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41"/>
                      <a:pt x="17" y="41"/>
                      <a:pt x="17" y="41"/>
                    </a:cubicBezTo>
                    <a:lnTo>
                      <a:pt x="43" y="41"/>
                    </a:ln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4" name="Freeform 72">
                <a:extLst>
                  <a:ext uri="{FF2B5EF4-FFF2-40B4-BE49-F238E27FC236}">
                    <a16:creationId xmlns:a16="http://schemas.microsoft.com/office/drawing/2014/main" id="{EBBB986B-3BE1-4668-A9B4-35F5BD008BA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28296" y="2740365"/>
                <a:ext cx="101690" cy="143290"/>
              </a:xfrm>
              <a:custGeom>
                <a:avLst/>
                <a:gdLst>
                  <a:gd name="T0" fmla="*/ 0 w 76"/>
                  <a:gd name="T1" fmla="*/ 82 h 106"/>
                  <a:gd name="T2" fmla="*/ 0 w 76"/>
                  <a:gd name="T3" fmla="*/ 23 h 106"/>
                  <a:gd name="T4" fmla="*/ 74 w 76"/>
                  <a:gd name="T5" fmla="*/ 23 h 106"/>
                  <a:gd name="T6" fmla="*/ 74 w 76"/>
                  <a:gd name="T7" fmla="*/ 37 h 106"/>
                  <a:gd name="T8" fmla="*/ 17 w 76"/>
                  <a:gd name="T9" fmla="*/ 37 h 106"/>
                  <a:gd name="T10" fmla="*/ 17 w 76"/>
                  <a:gd name="T11" fmla="*/ 57 h 106"/>
                  <a:gd name="T12" fmla="*/ 70 w 76"/>
                  <a:gd name="T13" fmla="*/ 57 h 106"/>
                  <a:gd name="T14" fmla="*/ 70 w 76"/>
                  <a:gd name="T15" fmla="*/ 69 h 106"/>
                  <a:gd name="T16" fmla="*/ 17 w 76"/>
                  <a:gd name="T17" fmla="*/ 69 h 106"/>
                  <a:gd name="T18" fmla="*/ 17 w 76"/>
                  <a:gd name="T19" fmla="*/ 82 h 106"/>
                  <a:gd name="T20" fmla="*/ 28 w 76"/>
                  <a:gd name="T21" fmla="*/ 93 h 106"/>
                  <a:gd name="T22" fmla="*/ 76 w 76"/>
                  <a:gd name="T23" fmla="*/ 93 h 106"/>
                  <a:gd name="T24" fmla="*/ 76 w 76"/>
                  <a:gd name="T25" fmla="*/ 106 h 106"/>
                  <a:gd name="T26" fmla="*/ 24 w 76"/>
                  <a:gd name="T27" fmla="*/ 106 h 106"/>
                  <a:gd name="T28" fmla="*/ 0 w 76"/>
                  <a:gd name="T29" fmla="*/ 82 h 106"/>
                  <a:gd name="T30" fmla="*/ 57 w 76"/>
                  <a:gd name="T31" fmla="*/ 0 h 106"/>
                  <a:gd name="T32" fmla="*/ 43 w 76"/>
                  <a:gd name="T33" fmla="*/ 14 h 106"/>
                  <a:gd name="T34" fmla="*/ 28 w 76"/>
                  <a:gd name="T35" fmla="*/ 14 h 106"/>
                  <a:gd name="T36" fmla="*/ 38 w 76"/>
                  <a:gd name="T37" fmla="*/ 0 h 106"/>
                  <a:gd name="T38" fmla="*/ 57 w 76"/>
                  <a:gd name="T3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6" h="106">
                    <a:moveTo>
                      <a:pt x="0" y="82"/>
                    </a:moveTo>
                    <a:cubicBezTo>
                      <a:pt x="0" y="23"/>
                      <a:pt x="0" y="23"/>
                      <a:pt x="0" y="23"/>
                    </a:cubicBezTo>
                    <a:cubicBezTo>
                      <a:pt x="74" y="23"/>
                      <a:pt x="74" y="23"/>
                      <a:pt x="74" y="23"/>
                    </a:cubicBezTo>
                    <a:cubicBezTo>
                      <a:pt x="74" y="37"/>
                      <a:pt x="74" y="37"/>
                      <a:pt x="74" y="37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70" y="57"/>
                      <a:pt x="70" y="57"/>
                      <a:pt x="70" y="57"/>
                    </a:cubicBezTo>
                    <a:cubicBezTo>
                      <a:pt x="70" y="69"/>
                      <a:pt x="70" y="69"/>
                      <a:pt x="70" y="69"/>
                    </a:cubicBezTo>
                    <a:cubicBezTo>
                      <a:pt x="17" y="69"/>
                      <a:pt x="17" y="69"/>
                      <a:pt x="17" y="69"/>
                    </a:cubicBezTo>
                    <a:cubicBezTo>
                      <a:pt x="17" y="82"/>
                      <a:pt x="17" y="82"/>
                      <a:pt x="17" y="82"/>
                    </a:cubicBezTo>
                    <a:cubicBezTo>
                      <a:pt x="17" y="89"/>
                      <a:pt x="21" y="93"/>
                      <a:pt x="28" y="93"/>
                    </a:cubicBezTo>
                    <a:cubicBezTo>
                      <a:pt x="76" y="93"/>
                      <a:pt x="76" y="93"/>
                      <a:pt x="76" y="93"/>
                    </a:cubicBezTo>
                    <a:cubicBezTo>
                      <a:pt x="76" y="106"/>
                      <a:pt x="76" y="106"/>
                      <a:pt x="76" y="106"/>
                    </a:cubicBezTo>
                    <a:cubicBezTo>
                      <a:pt x="24" y="106"/>
                      <a:pt x="24" y="106"/>
                      <a:pt x="24" y="106"/>
                    </a:cubicBezTo>
                    <a:cubicBezTo>
                      <a:pt x="8" y="106"/>
                      <a:pt x="0" y="97"/>
                      <a:pt x="0" y="82"/>
                    </a:cubicBezTo>
                    <a:close/>
                    <a:moveTo>
                      <a:pt x="57" y="0"/>
                    </a:moveTo>
                    <a:cubicBezTo>
                      <a:pt x="43" y="14"/>
                      <a:pt x="43" y="14"/>
                      <a:pt x="43" y="14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38" y="0"/>
                      <a:pt x="38" y="0"/>
                      <a:pt x="38" y="0"/>
                    </a:cubicBez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5" name="Freeform 73">
                <a:extLst>
                  <a:ext uri="{FF2B5EF4-FFF2-40B4-BE49-F238E27FC236}">
                    <a16:creationId xmlns:a16="http://schemas.microsoft.com/office/drawing/2014/main" id="{F2FEE645-AF6B-41CD-9F14-E5B4105E81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661186" y="2771566"/>
                <a:ext cx="119023" cy="112090"/>
              </a:xfrm>
              <a:custGeom>
                <a:avLst/>
                <a:gdLst>
                  <a:gd name="T0" fmla="*/ 0 w 90"/>
                  <a:gd name="T1" fmla="*/ 0 h 83"/>
                  <a:gd name="T2" fmla="*/ 37 w 90"/>
                  <a:gd name="T3" fmla="*/ 0 h 83"/>
                  <a:gd name="T4" fmla="*/ 90 w 90"/>
                  <a:gd name="T5" fmla="*/ 42 h 83"/>
                  <a:gd name="T6" fmla="*/ 37 w 90"/>
                  <a:gd name="T7" fmla="*/ 83 h 83"/>
                  <a:gd name="T8" fmla="*/ 0 w 90"/>
                  <a:gd name="T9" fmla="*/ 83 h 83"/>
                  <a:gd name="T10" fmla="*/ 0 w 90"/>
                  <a:gd name="T11" fmla="*/ 0 h 83"/>
                  <a:gd name="T12" fmla="*/ 38 w 90"/>
                  <a:gd name="T13" fmla="*/ 70 h 83"/>
                  <a:gd name="T14" fmla="*/ 71 w 90"/>
                  <a:gd name="T15" fmla="*/ 42 h 83"/>
                  <a:gd name="T16" fmla="*/ 38 w 90"/>
                  <a:gd name="T17" fmla="*/ 14 h 83"/>
                  <a:gd name="T18" fmla="*/ 17 w 90"/>
                  <a:gd name="T19" fmla="*/ 14 h 83"/>
                  <a:gd name="T20" fmla="*/ 17 w 90"/>
                  <a:gd name="T21" fmla="*/ 70 h 83"/>
                  <a:gd name="T22" fmla="*/ 38 w 90"/>
                  <a:gd name="T23" fmla="*/ 7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0" h="83">
                    <a:moveTo>
                      <a:pt x="0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69" y="0"/>
                      <a:pt x="90" y="17"/>
                      <a:pt x="90" y="42"/>
                    </a:cubicBezTo>
                    <a:cubicBezTo>
                      <a:pt x="90" y="66"/>
                      <a:pt x="69" y="83"/>
                      <a:pt x="37" y="83"/>
                    </a:cubicBezTo>
                    <a:cubicBezTo>
                      <a:pt x="0" y="83"/>
                      <a:pt x="0" y="83"/>
                      <a:pt x="0" y="83"/>
                    </a:cubicBezTo>
                    <a:lnTo>
                      <a:pt x="0" y="0"/>
                    </a:lnTo>
                    <a:close/>
                    <a:moveTo>
                      <a:pt x="38" y="70"/>
                    </a:moveTo>
                    <a:cubicBezTo>
                      <a:pt x="58" y="70"/>
                      <a:pt x="71" y="59"/>
                      <a:pt x="71" y="42"/>
                    </a:cubicBezTo>
                    <a:cubicBezTo>
                      <a:pt x="71" y="25"/>
                      <a:pt x="58" y="14"/>
                      <a:pt x="38" y="14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70"/>
                      <a:pt x="17" y="70"/>
                      <a:pt x="17" y="70"/>
                    </a:cubicBezTo>
                    <a:lnTo>
                      <a:pt x="38" y="70"/>
                    </a:ln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6" name="Rectangle 74">
                <a:extLst>
                  <a:ext uri="{FF2B5EF4-FFF2-40B4-BE49-F238E27FC236}">
                    <a16:creationId xmlns:a16="http://schemas.microsoft.com/office/drawing/2014/main" id="{9CF8247B-FC2F-4A62-9E14-7D4E3EC631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7943" y="2771566"/>
                <a:ext cx="23111" cy="112090"/>
              </a:xfrm>
              <a:prstGeom prst="rect">
                <a:avLst/>
              </a:pr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7" name="Freeform 75">
                <a:extLst>
                  <a:ext uri="{FF2B5EF4-FFF2-40B4-BE49-F238E27FC236}">
                    <a16:creationId xmlns:a16="http://schemas.microsoft.com/office/drawing/2014/main" id="{7AA546EF-4AF7-4E3E-BFCB-B63FD72726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6476" y="2771566"/>
                <a:ext cx="108623" cy="112090"/>
              </a:xfrm>
              <a:custGeom>
                <a:avLst/>
                <a:gdLst>
                  <a:gd name="T0" fmla="*/ 0 w 94"/>
                  <a:gd name="T1" fmla="*/ 16 h 97"/>
                  <a:gd name="T2" fmla="*/ 0 w 94"/>
                  <a:gd name="T3" fmla="*/ 0 h 97"/>
                  <a:gd name="T4" fmla="*/ 94 w 94"/>
                  <a:gd name="T5" fmla="*/ 0 h 97"/>
                  <a:gd name="T6" fmla="*/ 94 w 94"/>
                  <a:gd name="T7" fmla="*/ 16 h 97"/>
                  <a:gd name="T8" fmla="*/ 57 w 94"/>
                  <a:gd name="T9" fmla="*/ 16 h 97"/>
                  <a:gd name="T10" fmla="*/ 57 w 94"/>
                  <a:gd name="T11" fmla="*/ 97 h 97"/>
                  <a:gd name="T12" fmla="*/ 36 w 94"/>
                  <a:gd name="T13" fmla="*/ 97 h 97"/>
                  <a:gd name="T14" fmla="*/ 36 w 94"/>
                  <a:gd name="T15" fmla="*/ 16 h 97"/>
                  <a:gd name="T16" fmla="*/ 0 w 94"/>
                  <a:gd name="T17" fmla="*/ 16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4" h="97">
                    <a:moveTo>
                      <a:pt x="0" y="16"/>
                    </a:moveTo>
                    <a:lnTo>
                      <a:pt x="0" y="0"/>
                    </a:lnTo>
                    <a:lnTo>
                      <a:pt x="94" y="0"/>
                    </a:lnTo>
                    <a:lnTo>
                      <a:pt x="94" y="16"/>
                    </a:lnTo>
                    <a:lnTo>
                      <a:pt x="57" y="16"/>
                    </a:lnTo>
                    <a:lnTo>
                      <a:pt x="57" y="97"/>
                    </a:lnTo>
                    <a:lnTo>
                      <a:pt x="36" y="97"/>
                    </a:lnTo>
                    <a:lnTo>
                      <a:pt x="36" y="16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8" name="Freeform 76">
                <a:extLst>
                  <a:ext uri="{FF2B5EF4-FFF2-40B4-BE49-F238E27FC236}">
                    <a16:creationId xmlns:a16="http://schemas.microsoft.com/office/drawing/2014/main" id="{92D84C48-FEBD-4A41-A9EF-FD89A373F3D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015944" y="2771566"/>
                <a:ext cx="137512" cy="112090"/>
              </a:xfrm>
              <a:custGeom>
                <a:avLst/>
                <a:gdLst>
                  <a:gd name="T0" fmla="*/ 84 w 119"/>
                  <a:gd name="T1" fmla="*/ 74 h 97"/>
                  <a:gd name="T2" fmla="*/ 31 w 119"/>
                  <a:gd name="T3" fmla="*/ 74 h 97"/>
                  <a:gd name="T4" fmla="*/ 21 w 119"/>
                  <a:gd name="T5" fmla="*/ 97 h 97"/>
                  <a:gd name="T6" fmla="*/ 0 w 119"/>
                  <a:gd name="T7" fmla="*/ 97 h 97"/>
                  <a:gd name="T8" fmla="*/ 48 w 119"/>
                  <a:gd name="T9" fmla="*/ 0 h 97"/>
                  <a:gd name="T10" fmla="*/ 69 w 119"/>
                  <a:gd name="T11" fmla="*/ 0 h 97"/>
                  <a:gd name="T12" fmla="*/ 119 w 119"/>
                  <a:gd name="T13" fmla="*/ 97 h 97"/>
                  <a:gd name="T14" fmla="*/ 96 w 119"/>
                  <a:gd name="T15" fmla="*/ 97 h 97"/>
                  <a:gd name="T16" fmla="*/ 84 w 119"/>
                  <a:gd name="T17" fmla="*/ 74 h 97"/>
                  <a:gd name="T18" fmla="*/ 76 w 119"/>
                  <a:gd name="T19" fmla="*/ 59 h 97"/>
                  <a:gd name="T20" fmla="*/ 58 w 119"/>
                  <a:gd name="T21" fmla="*/ 20 h 97"/>
                  <a:gd name="T22" fmla="*/ 39 w 119"/>
                  <a:gd name="T23" fmla="*/ 59 h 97"/>
                  <a:gd name="T24" fmla="*/ 76 w 119"/>
                  <a:gd name="T25" fmla="*/ 59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9" h="97">
                    <a:moveTo>
                      <a:pt x="84" y="74"/>
                    </a:moveTo>
                    <a:lnTo>
                      <a:pt x="31" y="74"/>
                    </a:lnTo>
                    <a:lnTo>
                      <a:pt x="21" y="97"/>
                    </a:lnTo>
                    <a:lnTo>
                      <a:pt x="0" y="97"/>
                    </a:lnTo>
                    <a:lnTo>
                      <a:pt x="48" y="0"/>
                    </a:lnTo>
                    <a:lnTo>
                      <a:pt x="69" y="0"/>
                    </a:lnTo>
                    <a:lnTo>
                      <a:pt x="119" y="97"/>
                    </a:lnTo>
                    <a:lnTo>
                      <a:pt x="96" y="97"/>
                    </a:lnTo>
                    <a:lnTo>
                      <a:pt x="84" y="74"/>
                    </a:lnTo>
                    <a:close/>
                    <a:moveTo>
                      <a:pt x="76" y="59"/>
                    </a:moveTo>
                    <a:lnTo>
                      <a:pt x="58" y="20"/>
                    </a:lnTo>
                    <a:lnTo>
                      <a:pt x="39" y="59"/>
                    </a:lnTo>
                    <a:lnTo>
                      <a:pt x="76" y="59"/>
                    </a:ln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9" name="Freeform 77">
                <a:extLst>
                  <a:ext uri="{FF2B5EF4-FFF2-40B4-BE49-F238E27FC236}">
                    <a16:creationId xmlns:a16="http://schemas.microsoft.com/office/drawing/2014/main" id="{19B1E44B-E38D-4B93-ADC7-4AE4457DB0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2701" y="2770410"/>
                <a:ext cx="123646" cy="114401"/>
              </a:xfrm>
              <a:custGeom>
                <a:avLst/>
                <a:gdLst>
                  <a:gd name="T0" fmla="*/ 52 w 93"/>
                  <a:gd name="T1" fmla="*/ 0 h 85"/>
                  <a:gd name="T2" fmla="*/ 88 w 93"/>
                  <a:gd name="T3" fmla="*/ 12 h 85"/>
                  <a:gd name="T4" fmla="*/ 80 w 93"/>
                  <a:gd name="T5" fmla="*/ 22 h 85"/>
                  <a:gd name="T6" fmla="*/ 53 w 93"/>
                  <a:gd name="T7" fmla="*/ 13 h 85"/>
                  <a:gd name="T8" fmla="*/ 18 w 93"/>
                  <a:gd name="T9" fmla="*/ 42 h 85"/>
                  <a:gd name="T10" fmla="*/ 52 w 93"/>
                  <a:gd name="T11" fmla="*/ 72 h 85"/>
                  <a:gd name="T12" fmla="*/ 75 w 93"/>
                  <a:gd name="T13" fmla="*/ 66 h 85"/>
                  <a:gd name="T14" fmla="*/ 75 w 93"/>
                  <a:gd name="T15" fmla="*/ 50 h 85"/>
                  <a:gd name="T16" fmla="*/ 51 w 93"/>
                  <a:gd name="T17" fmla="*/ 50 h 85"/>
                  <a:gd name="T18" fmla="*/ 51 w 93"/>
                  <a:gd name="T19" fmla="*/ 38 h 85"/>
                  <a:gd name="T20" fmla="*/ 93 w 93"/>
                  <a:gd name="T21" fmla="*/ 38 h 85"/>
                  <a:gd name="T22" fmla="*/ 93 w 93"/>
                  <a:gd name="T23" fmla="*/ 72 h 85"/>
                  <a:gd name="T24" fmla="*/ 51 w 93"/>
                  <a:gd name="T25" fmla="*/ 85 h 85"/>
                  <a:gd name="T26" fmla="*/ 0 w 93"/>
                  <a:gd name="T27" fmla="*/ 43 h 85"/>
                  <a:gd name="T28" fmla="*/ 52 w 93"/>
                  <a:gd name="T29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3" h="85">
                    <a:moveTo>
                      <a:pt x="52" y="0"/>
                    </a:moveTo>
                    <a:cubicBezTo>
                      <a:pt x="64" y="0"/>
                      <a:pt x="78" y="4"/>
                      <a:pt x="88" y="12"/>
                    </a:cubicBezTo>
                    <a:cubicBezTo>
                      <a:pt x="80" y="22"/>
                      <a:pt x="80" y="22"/>
                      <a:pt x="80" y="22"/>
                    </a:cubicBezTo>
                    <a:cubicBezTo>
                      <a:pt x="71" y="16"/>
                      <a:pt x="64" y="13"/>
                      <a:pt x="53" y="13"/>
                    </a:cubicBezTo>
                    <a:cubicBezTo>
                      <a:pt x="33" y="13"/>
                      <a:pt x="18" y="25"/>
                      <a:pt x="18" y="42"/>
                    </a:cubicBezTo>
                    <a:cubicBezTo>
                      <a:pt x="18" y="60"/>
                      <a:pt x="32" y="72"/>
                      <a:pt x="52" y="72"/>
                    </a:cubicBezTo>
                    <a:cubicBezTo>
                      <a:pt x="61" y="72"/>
                      <a:pt x="70" y="70"/>
                      <a:pt x="75" y="66"/>
                    </a:cubicBezTo>
                    <a:cubicBezTo>
                      <a:pt x="75" y="50"/>
                      <a:pt x="75" y="50"/>
                      <a:pt x="75" y="50"/>
                    </a:cubicBezTo>
                    <a:cubicBezTo>
                      <a:pt x="51" y="50"/>
                      <a:pt x="51" y="50"/>
                      <a:pt x="51" y="50"/>
                    </a:cubicBezTo>
                    <a:cubicBezTo>
                      <a:pt x="51" y="38"/>
                      <a:pt x="51" y="38"/>
                      <a:pt x="51" y="38"/>
                    </a:cubicBezTo>
                    <a:cubicBezTo>
                      <a:pt x="93" y="38"/>
                      <a:pt x="93" y="38"/>
                      <a:pt x="93" y="38"/>
                    </a:cubicBezTo>
                    <a:cubicBezTo>
                      <a:pt x="93" y="72"/>
                      <a:pt x="93" y="72"/>
                      <a:pt x="93" y="72"/>
                    </a:cubicBezTo>
                    <a:cubicBezTo>
                      <a:pt x="83" y="79"/>
                      <a:pt x="69" y="85"/>
                      <a:pt x="51" y="85"/>
                    </a:cubicBezTo>
                    <a:cubicBezTo>
                      <a:pt x="20" y="85"/>
                      <a:pt x="0" y="67"/>
                      <a:pt x="0" y="43"/>
                    </a:cubicBezTo>
                    <a:cubicBezTo>
                      <a:pt x="0" y="16"/>
                      <a:pt x="25" y="0"/>
                      <a:pt x="52" y="0"/>
                    </a:cubicBez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0" name="Freeform 78">
                <a:extLst>
                  <a:ext uri="{FF2B5EF4-FFF2-40B4-BE49-F238E27FC236}">
                    <a16:creationId xmlns:a16="http://schemas.microsoft.com/office/drawing/2014/main" id="{F36D391A-8D2A-436B-B984-ACBE6DF9852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18702" y="2771566"/>
                <a:ext cx="113245" cy="112090"/>
              </a:xfrm>
              <a:custGeom>
                <a:avLst/>
                <a:gdLst>
                  <a:gd name="T0" fmla="*/ 0 w 85"/>
                  <a:gd name="T1" fmla="*/ 0 h 83"/>
                  <a:gd name="T2" fmla="*/ 44 w 85"/>
                  <a:gd name="T3" fmla="*/ 0 h 83"/>
                  <a:gd name="T4" fmla="*/ 82 w 85"/>
                  <a:gd name="T5" fmla="*/ 27 h 83"/>
                  <a:gd name="T6" fmla="*/ 58 w 85"/>
                  <a:gd name="T7" fmla="*/ 52 h 83"/>
                  <a:gd name="T8" fmla="*/ 85 w 85"/>
                  <a:gd name="T9" fmla="*/ 83 h 83"/>
                  <a:gd name="T10" fmla="*/ 64 w 85"/>
                  <a:gd name="T11" fmla="*/ 83 h 83"/>
                  <a:gd name="T12" fmla="*/ 39 w 85"/>
                  <a:gd name="T13" fmla="*/ 54 h 83"/>
                  <a:gd name="T14" fmla="*/ 17 w 85"/>
                  <a:gd name="T15" fmla="*/ 54 h 83"/>
                  <a:gd name="T16" fmla="*/ 17 w 85"/>
                  <a:gd name="T17" fmla="*/ 83 h 83"/>
                  <a:gd name="T18" fmla="*/ 0 w 85"/>
                  <a:gd name="T19" fmla="*/ 83 h 83"/>
                  <a:gd name="T20" fmla="*/ 0 w 85"/>
                  <a:gd name="T21" fmla="*/ 0 h 83"/>
                  <a:gd name="T22" fmla="*/ 43 w 85"/>
                  <a:gd name="T23" fmla="*/ 41 h 83"/>
                  <a:gd name="T24" fmla="*/ 64 w 85"/>
                  <a:gd name="T25" fmla="*/ 27 h 83"/>
                  <a:gd name="T26" fmla="*/ 43 w 85"/>
                  <a:gd name="T27" fmla="*/ 14 h 83"/>
                  <a:gd name="T28" fmla="*/ 17 w 85"/>
                  <a:gd name="T29" fmla="*/ 14 h 83"/>
                  <a:gd name="T30" fmla="*/ 17 w 85"/>
                  <a:gd name="T31" fmla="*/ 41 h 83"/>
                  <a:gd name="T32" fmla="*/ 43 w 85"/>
                  <a:gd name="T33" fmla="*/ 41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5" h="83">
                    <a:moveTo>
                      <a:pt x="0" y="0"/>
                    </a:moveTo>
                    <a:cubicBezTo>
                      <a:pt x="44" y="0"/>
                      <a:pt x="44" y="0"/>
                      <a:pt x="44" y="0"/>
                    </a:cubicBezTo>
                    <a:cubicBezTo>
                      <a:pt x="65" y="0"/>
                      <a:pt x="82" y="9"/>
                      <a:pt x="82" y="27"/>
                    </a:cubicBezTo>
                    <a:cubicBezTo>
                      <a:pt x="82" y="41"/>
                      <a:pt x="72" y="48"/>
                      <a:pt x="58" y="52"/>
                    </a:cubicBezTo>
                    <a:cubicBezTo>
                      <a:pt x="85" y="83"/>
                      <a:pt x="85" y="83"/>
                      <a:pt x="85" y="83"/>
                    </a:cubicBezTo>
                    <a:cubicBezTo>
                      <a:pt x="64" y="83"/>
                      <a:pt x="64" y="83"/>
                      <a:pt x="64" y="83"/>
                    </a:cubicBezTo>
                    <a:cubicBezTo>
                      <a:pt x="39" y="54"/>
                      <a:pt x="39" y="54"/>
                      <a:pt x="39" y="54"/>
                    </a:cubicBezTo>
                    <a:cubicBezTo>
                      <a:pt x="17" y="54"/>
                      <a:pt x="17" y="54"/>
                      <a:pt x="17" y="54"/>
                    </a:cubicBezTo>
                    <a:cubicBezTo>
                      <a:pt x="17" y="83"/>
                      <a:pt x="17" y="83"/>
                      <a:pt x="17" y="83"/>
                    </a:cubicBezTo>
                    <a:cubicBezTo>
                      <a:pt x="0" y="83"/>
                      <a:pt x="0" y="83"/>
                      <a:pt x="0" y="83"/>
                    </a:cubicBezTo>
                    <a:lnTo>
                      <a:pt x="0" y="0"/>
                    </a:lnTo>
                    <a:close/>
                    <a:moveTo>
                      <a:pt x="43" y="41"/>
                    </a:moveTo>
                    <a:cubicBezTo>
                      <a:pt x="56" y="41"/>
                      <a:pt x="64" y="36"/>
                      <a:pt x="64" y="27"/>
                    </a:cubicBezTo>
                    <a:cubicBezTo>
                      <a:pt x="64" y="18"/>
                      <a:pt x="56" y="14"/>
                      <a:pt x="43" y="14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41"/>
                      <a:pt x="17" y="41"/>
                      <a:pt x="17" y="41"/>
                    </a:cubicBezTo>
                    <a:lnTo>
                      <a:pt x="43" y="41"/>
                    </a:ln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1" name="Rectangle 79">
                <a:extLst>
                  <a:ext uri="{FF2B5EF4-FFF2-40B4-BE49-F238E27FC236}">
                    <a16:creationId xmlns:a16="http://schemas.microsoft.com/office/drawing/2014/main" id="{DB745318-542D-47D3-8454-B4602B2154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0836" y="2771566"/>
                <a:ext cx="23111" cy="112090"/>
              </a:xfrm>
              <a:prstGeom prst="rect">
                <a:avLst/>
              </a:pr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2" name="Freeform 80">
                <a:extLst>
                  <a:ext uri="{FF2B5EF4-FFF2-40B4-BE49-F238E27FC236}">
                    <a16:creationId xmlns:a16="http://schemas.microsoft.com/office/drawing/2014/main" id="{5ADFC4D3-52FA-4E35-AEE4-9B7BB61CA4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2836" y="2770410"/>
                <a:ext cx="120179" cy="114401"/>
              </a:xfrm>
              <a:custGeom>
                <a:avLst/>
                <a:gdLst>
                  <a:gd name="T0" fmla="*/ 52 w 90"/>
                  <a:gd name="T1" fmla="*/ 0 h 85"/>
                  <a:gd name="T2" fmla="*/ 89 w 90"/>
                  <a:gd name="T3" fmla="*/ 12 h 85"/>
                  <a:gd name="T4" fmla="*/ 80 w 90"/>
                  <a:gd name="T5" fmla="*/ 22 h 85"/>
                  <a:gd name="T6" fmla="*/ 53 w 90"/>
                  <a:gd name="T7" fmla="*/ 13 h 85"/>
                  <a:gd name="T8" fmla="*/ 18 w 90"/>
                  <a:gd name="T9" fmla="*/ 43 h 85"/>
                  <a:gd name="T10" fmla="*/ 53 w 90"/>
                  <a:gd name="T11" fmla="*/ 72 h 85"/>
                  <a:gd name="T12" fmla="*/ 82 w 90"/>
                  <a:gd name="T13" fmla="*/ 62 h 85"/>
                  <a:gd name="T14" fmla="*/ 90 w 90"/>
                  <a:gd name="T15" fmla="*/ 73 h 85"/>
                  <a:gd name="T16" fmla="*/ 52 w 90"/>
                  <a:gd name="T17" fmla="*/ 85 h 85"/>
                  <a:gd name="T18" fmla="*/ 0 w 90"/>
                  <a:gd name="T19" fmla="*/ 43 h 85"/>
                  <a:gd name="T20" fmla="*/ 52 w 90"/>
                  <a:gd name="T21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0" h="85">
                    <a:moveTo>
                      <a:pt x="52" y="0"/>
                    </a:moveTo>
                    <a:cubicBezTo>
                      <a:pt x="65" y="0"/>
                      <a:pt x="78" y="4"/>
                      <a:pt x="89" y="12"/>
                    </a:cubicBezTo>
                    <a:cubicBezTo>
                      <a:pt x="80" y="22"/>
                      <a:pt x="80" y="22"/>
                      <a:pt x="80" y="22"/>
                    </a:cubicBezTo>
                    <a:cubicBezTo>
                      <a:pt x="71" y="16"/>
                      <a:pt x="64" y="13"/>
                      <a:pt x="53" y="13"/>
                    </a:cubicBezTo>
                    <a:cubicBezTo>
                      <a:pt x="33" y="13"/>
                      <a:pt x="18" y="25"/>
                      <a:pt x="18" y="43"/>
                    </a:cubicBezTo>
                    <a:cubicBezTo>
                      <a:pt x="18" y="60"/>
                      <a:pt x="33" y="72"/>
                      <a:pt x="53" y="72"/>
                    </a:cubicBezTo>
                    <a:cubicBezTo>
                      <a:pt x="65" y="72"/>
                      <a:pt x="72" y="69"/>
                      <a:pt x="82" y="62"/>
                    </a:cubicBezTo>
                    <a:cubicBezTo>
                      <a:pt x="90" y="73"/>
                      <a:pt x="90" y="73"/>
                      <a:pt x="90" y="73"/>
                    </a:cubicBezTo>
                    <a:cubicBezTo>
                      <a:pt x="79" y="81"/>
                      <a:pt x="65" y="85"/>
                      <a:pt x="52" y="85"/>
                    </a:cubicBezTo>
                    <a:cubicBezTo>
                      <a:pt x="25" y="85"/>
                      <a:pt x="0" y="70"/>
                      <a:pt x="0" y="43"/>
                    </a:cubicBezTo>
                    <a:cubicBezTo>
                      <a:pt x="0" y="16"/>
                      <a:pt x="25" y="0"/>
                      <a:pt x="52" y="0"/>
                    </a:cubicBez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3" name="Freeform 81">
                <a:extLst>
                  <a:ext uri="{FF2B5EF4-FFF2-40B4-BE49-F238E27FC236}">
                    <a16:creationId xmlns:a16="http://schemas.microsoft.com/office/drawing/2014/main" id="{A93EA3E2-2FD6-4131-A26A-8039CA6BBA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643415" y="2770410"/>
                <a:ext cx="138668" cy="114401"/>
              </a:xfrm>
              <a:custGeom>
                <a:avLst/>
                <a:gdLst>
                  <a:gd name="T0" fmla="*/ 0 w 104"/>
                  <a:gd name="T1" fmla="*/ 43 h 85"/>
                  <a:gd name="T2" fmla="*/ 52 w 104"/>
                  <a:gd name="T3" fmla="*/ 0 h 85"/>
                  <a:gd name="T4" fmla="*/ 104 w 104"/>
                  <a:gd name="T5" fmla="*/ 43 h 85"/>
                  <a:gd name="T6" fmla="*/ 52 w 104"/>
                  <a:gd name="T7" fmla="*/ 85 h 85"/>
                  <a:gd name="T8" fmla="*/ 0 w 104"/>
                  <a:gd name="T9" fmla="*/ 43 h 85"/>
                  <a:gd name="T10" fmla="*/ 18 w 104"/>
                  <a:gd name="T11" fmla="*/ 43 h 85"/>
                  <a:gd name="T12" fmla="*/ 52 w 104"/>
                  <a:gd name="T13" fmla="*/ 72 h 85"/>
                  <a:gd name="T14" fmla="*/ 86 w 104"/>
                  <a:gd name="T15" fmla="*/ 43 h 85"/>
                  <a:gd name="T16" fmla="*/ 52 w 104"/>
                  <a:gd name="T17" fmla="*/ 13 h 85"/>
                  <a:gd name="T18" fmla="*/ 18 w 104"/>
                  <a:gd name="T19" fmla="*/ 43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4" h="85">
                    <a:moveTo>
                      <a:pt x="0" y="43"/>
                    </a:moveTo>
                    <a:cubicBezTo>
                      <a:pt x="0" y="19"/>
                      <a:pt x="22" y="0"/>
                      <a:pt x="52" y="0"/>
                    </a:cubicBezTo>
                    <a:cubicBezTo>
                      <a:pt x="83" y="0"/>
                      <a:pt x="104" y="19"/>
                      <a:pt x="104" y="43"/>
                    </a:cubicBezTo>
                    <a:cubicBezTo>
                      <a:pt x="104" y="66"/>
                      <a:pt x="83" y="85"/>
                      <a:pt x="52" y="85"/>
                    </a:cubicBezTo>
                    <a:cubicBezTo>
                      <a:pt x="22" y="85"/>
                      <a:pt x="0" y="66"/>
                      <a:pt x="0" y="43"/>
                    </a:cubicBezTo>
                    <a:close/>
                    <a:moveTo>
                      <a:pt x="18" y="43"/>
                    </a:moveTo>
                    <a:cubicBezTo>
                      <a:pt x="18" y="59"/>
                      <a:pt x="32" y="72"/>
                      <a:pt x="52" y="72"/>
                    </a:cubicBezTo>
                    <a:cubicBezTo>
                      <a:pt x="72" y="72"/>
                      <a:pt x="86" y="59"/>
                      <a:pt x="86" y="43"/>
                    </a:cubicBezTo>
                    <a:cubicBezTo>
                      <a:pt x="86" y="26"/>
                      <a:pt x="72" y="13"/>
                      <a:pt x="52" y="13"/>
                    </a:cubicBezTo>
                    <a:cubicBezTo>
                      <a:pt x="32" y="13"/>
                      <a:pt x="18" y="26"/>
                      <a:pt x="18" y="43"/>
                    </a:cubicBez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4" name="Freeform 82">
                <a:extLst>
                  <a:ext uri="{FF2B5EF4-FFF2-40B4-BE49-F238E27FC236}">
                    <a16:creationId xmlns:a16="http://schemas.microsoft.com/office/drawing/2014/main" id="{27E8872F-AF22-4CDA-AA44-0B9759EEBC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6349" y="2771566"/>
                <a:ext cx="93601" cy="112090"/>
              </a:xfrm>
              <a:custGeom>
                <a:avLst/>
                <a:gdLst>
                  <a:gd name="T0" fmla="*/ 0 w 81"/>
                  <a:gd name="T1" fmla="*/ 0 h 97"/>
                  <a:gd name="T2" fmla="*/ 21 w 81"/>
                  <a:gd name="T3" fmla="*/ 0 h 97"/>
                  <a:gd name="T4" fmla="*/ 21 w 81"/>
                  <a:gd name="T5" fmla="*/ 82 h 97"/>
                  <a:gd name="T6" fmla="*/ 81 w 81"/>
                  <a:gd name="T7" fmla="*/ 82 h 97"/>
                  <a:gd name="T8" fmla="*/ 81 w 81"/>
                  <a:gd name="T9" fmla="*/ 97 h 97"/>
                  <a:gd name="T10" fmla="*/ 0 w 81"/>
                  <a:gd name="T11" fmla="*/ 97 h 97"/>
                  <a:gd name="T12" fmla="*/ 0 w 81"/>
                  <a:gd name="T13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" h="97">
                    <a:moveTo>
                      <a:pt x="0" y="0"/>
                    </a:moveTo>
                    <a:lnTo>
                      <a:pt x="21" y="0"/>
                    </a:lnTo>
                    <a:lnTo>
                      <a:pt x="21" y="82"/>
                    </a:lnTo>
                    <a:lnTo>
                      <a:pt x="81" y="82"/>
                    </a:lnTo>
                    <a:lnTo>
                      <a:pt x="81" y="97"/>
                    </a:lnTo>
                    <a:lnTo>
                      <a:pt x="0" y="9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5" name="Freeform 83">
                <a:extLst>
                  <a:ext uri="{FF2B5EF4-FFF2-40B4-BE49-F238E27FC236}">
                    <a16:creationId xmlns:a16="http://schemas.microsoft.com/office/drawing/2014/main" id="{CCB6A374-72FE-430E-A482-5422FB6A51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7283" y="2771566"/>
                <a:ext cx="100534" cy="112090"/>
              </a:xfrm>
              <a:custGeom>
                <a:avLst/>
                <a:gdLst>
                  <a:gd name="T0" fmla="*/ 0 w 76"/>
                  <a:gd name="T1" fmla="*/ 59 h 83"/>
                  <a:gd name="T2" fmla="*/ 0 w 76"/>
                  <a:gd name="T3" fmla="*/ 0 h 83"/>
                  <a:gd name="T4" fmla="*/ 74 w 76"/>
                  <a:gd name="T5" fmla="*/ 0 h 83"/>
                  <a:gd name="T6" fmla="*/ 74 w 76"/>
                  <a:gd name="T7" fmla="*/ 14 h 83"/>
                  <a:gd name="T8" fmla="*/ 17 w 76"/>
                  <a:gd name="T9" fmla="*/ 14 h 83"/>
                  <a:gd name="T10" fmla="*/ 17 w 76"/>
                  <a:gd name="T11" fmla="*/ 34 h 83"/>
                  <a:gd name="T12" fmla="*/ 70 w 76"/>
                  <a:gd name="T13" fmla="*/ 34 h 83"/>
                  <a:gd name="T14" fmla="*/ 70 w 76"/>
                  <a:gd name="T15" fmla="*/ 46 h 83"/>
                  <a:gd name="T16" fmla="*/ 17 w 76"/>
                  <a:gd name="T17" fmla="*/ 46 h 83"/>
                  <a:gd name="T18" fmla="*/ 17 w 76"/>
                  <a:gd name="T19" fmla="*/ 59 h 83"/>
                  <a:gd name="T20" fmla="*/ 28 w 76"/>
                  <a:gd name="T21" fmla="*/ 70 h 83"/>
                  <a:gd name="T22" fmla="*/ 76 w 76"/>
                  <a:gd name="T23" fmla="*/ 70 h 83"/>
                  <a:gd name="T24" fmla="*/ 76 w 76"/>
                  <a:gd name="T25" fmla="*/ 83 h 83"/>
                  <a:gd name="T26" fmla="*/ 23 w 76"/>
                  <a:gd name="T27" fmla="*/ 83 h 83"/>
                  <a:gd name="T28" fmla="*/ 0 w 76"/>
                  <a:gd name="T29" fmla="*/ 59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6" h="83">
                    <a:moveTo>
                      <a:pt x="0" y="59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74" y="0"/>
                      <a:pt x="74" y="0"/>
                      <a:pt x="74" y="0"/>
                    </a:cubicBezTo>
                    <a:cubicBezTo>
                      <a:pt x="74" y="14"/>
                      <a:pt x="74" y="14"/>
                      <a:pt x="74" y="14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70" y="34"/>
                      <a:pt x="70" y="34"/>
                      <a:pt x="70" y="34"/>
                    </a:cubicBezTo>
                    <a:cubicBezTo>
                      <a:pt x="70" y="46"/>
                      <a:pt x="70" y="46"/>
                      <a:pt x="70" y="46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7" y="59"/>
                      <a:pt x="17" y="59"/>
                      <a:pt x="17" y="59"/>
                    </a:cubicBezTo>
                    <a:cubicBezTo>
                      <a:pt x="17" y="66"/>
                      <a:pt x="21" y="70"/>
                      <a:pt x="28" y="70"/>
                    </a:cubicBezTo>
                    <a:cubicBezTo>
                      <a:pt x="76" y="70"/>
                      <a:pt x="76" y="70"/>
                      <a:pt x="76" y="70"/>
                    </a:cubicBezTo>
                    <a:cubicBezTo>
                      <a:pt x="76" y="83"/>
                      <a:pt x="76" y="83"/>
                      <a:pt x="76" y="83"/>
                    </a:cubicBezTo>
                    <a:cubicBezTo>
                      <a:pt x="23" y="83"/>
                      <a:pt x="23" y="83"/>
                      <a:pt x="23" y="83"/>
                    </a:cubicBezTo>
                    <a:cubicBezTo>
                      <a:pt x="8" y="83"/>
                      <a:pt x="0" y="74"/>
                      <a:pt x="0" y="59"/>
                    </a:cubicBez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6" name="Freeform 110">
                <a:extLst>
                  <a:ext uri="{FF2B5EF4-FFF2-40B4-BE49-F238E27FC236}">
                    <a16:creationId xmlns:a16="http://schemas.microsoft.com/office/drawing/2014/main" id="{208685D0-34C3-443C-944F-73DC216335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0693" y="2753077"/>
                <a:ext cx="87823" cy="71645"/>
              </a:xfrm>
              <a:custGeom>
                <a:avLst/>
                <a:gdLst>
                  <a:gd name="T0" fmla="*/ 66 w 66"/>
                  <a:gd name="T1" fmla="*/ 25 h 53"/>
                  <a:gd name="T2" fmla="*/ 19 w 66"/>
                  <a:gd name="T3" fmla="*/ 50 h 53"/>
                  <a:gd name="T4" fmla="*/ 7 w 66"/>
                  <a:gd name="T5" fmla="*/ 48 h 53"/>
                  <a:gd name="T6" fmla="*/ 0 w 66"/>
                  <a:gd name="T7" fmla="*/ 31 h 53"/>
                  <a:gd name="T8" fmla="*/ 8 w 66"/>
                  <a:gd name="T9" fmla="*/ 31 h 53"/>
                  <a:gd name="T10" fmla="*/ 66 w 66"/>
                  <a:gd name="T11" fmla="*/ 0 h 53"/>
                  <a:gd name="T12" fmla="*/ 66 w 66"/>
                  <a:gd name="T13" fmla="*/ 2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6" h="53">
                    <a:moveTo>
                      <a:pt x="66" y="25"/>
                    </a:moveTo>
                    <a:cubicBezTo>
                      <a:pt x="66" y="25"/>
                      <a:pt x="28" y="47"/>
                      <a:pt x="19" y="50"/>
                    </a:cubicBezTo>
                    <a:cubicBezTo>
                      <a:pt x="11" y="53"/>
                      <a:pt x="8" y="49"/>
                      <a:pt x="7" y="48"/>
                    </a:cubicBezTo>
                    <a:cubicBezTo>
                      <a:pt x="4" y="44"/>
                      <a:pt x="1" y="33"/>
                      <a:pt x="0" y="31"/>
                    </a:cubicBezTo>
                    <a:cubicBezTo>
                      <a:pt x="1" y="31"/>
                      <a:pt x="3" y="32"/>
                      <a:pt x="8" y="31"/>
                    </a:cubicBezTo>
                    <a:cubicBezTo>
                      <a:pt x="13" y="29"/>
                      <a:pt x="66" y="0"/>
                      <a:pt x="66" y="0"/>
                    </a:cubicBezTo>
                    <a:cubicBezTo>
                      <a:pt x="66" y="25"/>
                      <a:pt x="66" y="25"/>
                      <a:pt x="66" y="25"/>
                    </a:cubicBez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sp>
          <p:nvSpPr>
            <p:cNvPr id="51" name="Freeform 111">
              <a:extLst>
                <a:ext uri="{FF2B5EF4-FFF2-40B4-BE49-F238E27FC236}">
                  <a16:creationId xmlns:a16="http://schemas.microsoft.com/office/drawing/2014/main" id="{614A2DDA-B848-445D-946C-5BD8FA66D9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669" y="2766943"/>
              <a:ext cx="362847" cy="21031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3" name="ZoneTexte 2"/>
          <p:cNvSpPr txBox="1"/>
          <p:nvPr userDrawn="1"/>
        </p:nvSpPr>
        <p:spPr>
          <a:xfrm>
            <a:off x="2403378" y="4151888"/>
            <a:ext cx="7277100" cy="46294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ctr"/>
            <a:r>
              <a:rPr lang="fr-FR" sz="1400" b="1" spc="300" dirty="0">
                <a:solidFill>
                  <a:srgbClr val="008795"/>
                </a:solidFill>
              </a:rPr>
              <a:t>GENERAL ARCHITECTURE DOCUMENT</a:t>
            </a:r>
            <a:endParaRPr lang="en-US" sz="1400" spc="300" noProof="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5" hasCustomPrompt="1"/>
          </p:nvPr>
        </p:nvSpPr>
        <p:spPr>
          <a:xfrm>
            <a:off x="778522" y="2283086"/>
            <a:ext cx="10982325" cy="19240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sz="2800" b="1" dirty="0">
                <a:solidFill>
                  <a:srgbClr val="008795"/>
                </a:solidFill>
              </a:rPr>
              <a:t>&lt;Project Id&gt; : &lt;Project Name&gt;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07881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9BA2E8-A78C-0C4A-B919-34A735209851}"/>
              </a:ext>
            </a:extLst>
          </p:cNvPr>
          <p:cNvSpPr/>
          <p:nvPr userDrawn="1"/>
        </p:nvSpPr>
        <p:spPr>
          <a:xfrm>
            <a:off x="89411" y="105107"/>
            <a:ext cx="4675060" cy="649889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noProof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56F7E1C-1BCF-4416-8779-271FBD7C89B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72000 w 9144000"/>
              <a:gd name="connsiteY0" fmla="*/ 83718 h 5143500"/>
              <a:gd name="connsiteX1" fmla="*/ 72000 w 9144000"/>
              <a:gd name="connsiteY1" fmla="*/ 4952999 h 5143500"/>
              <a:gd name="connsiteX2" fmla="*/ 9072000 w 9144000"/>
              <a:gd name="connsiteY2" fmla="*/ 4952999 h 5143500"/>
              <a:gd name="connsiteX3" fmla="*/ 9072000 w 9144000"/>
              <a:gd name="connsiteY3" fmla="*/ 83718 h 5143500"/>
              <a:gd name="connsiteX4" fmla="*/ 0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5143500 h 5143500"/>
              <a:gd name="connsiteX7" fmla="*/ 0 w 914400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72000" y="83718"/>
                </a:moveTo>
                <a:lnTo>
                  <a:pt x="72000" y="4952999"/>
                </a:lnTo>
                <a:lnTo>
                  <a:pt x="9072000" y="4952999"/>
                </a:lnTo>
                <a:lnTo>
                  <a:pt x="9072000" y="83718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00" noProof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DF5D1F-AF83-4E3E-B996-635B4259C1ED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E7F67594-F196-475F-9073-F97BFB38E9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9E9BE4F0-1D4C-4969-BF55-0E317AF63B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560EA4-2DA8-42DC-A05F-1BCC573D1958}"/>
              </a:ext>
            </a:extLst>
          </p:cNvPr>
          <p:cNvSpPr/>
          <p:nvPr userDrawn="1"/>
        </p:nvSpPr>
        <p:spPr>
          <a:xfrm>
            <a:off x="4677315" y="2736851"/>
            <a:ext cx="174308" cy="138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D57D6651-EA0A-474A-ADF3-056FE41859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94500" y="1339436"/>
            <a:ext cx="3238493" cy="33094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7B0EB59-D0EA-43D7-ADD4-332DF69095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94500" y="2099323"/>
            <a:ext cx="3238493" cy="33094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FCE35F3C-5521-4267-8481-4CFD74691A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94500" y="2859210"/>
            <a:ext cx="3238493" cy="33094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F5175864-8FF3-48DE-9580-F27CD94218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94500" y="3619097"/>
            <a:ext cx="3238493" cy="33094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6D2F0139-2566-4F5D-87D9-DAF4864BBE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94500" y="4378984"/>
            <a:ext cx="3238493" cy="33094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45" name="Text Placeholder 18">
            <a:extLst>
              <a:ext uri="{FF2B5EF4-FFF2-40B4-BE49-F238E27FC236}">
                <a16:creationId xmlns:a16="http://schemas.microsoft.com/office/drawing/2014/main" id="{836F6689-7479-4309-A5F6-CCF0FD4FEB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4500" y="5138872"/>
            <a:ext cx="3238493" cy="33094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46" name="Text Placeholder 18">
            <a:extLst>
              <a:ext uri="{FF2B5EF4-FFF2-40B4-BE49-F238E27FC236}">
                <a16:creationId xmlns:a16="http://schemas.microsoft.com/office/drawing/2014/main" id="{9ECF72F3-D4DF-43E1-A065-2578E62585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88180" y="1258687"/>
            <a:ext cx="663216" cy="49244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200" b="1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47" name="Text Placeholder 18">
            <a:extLst>
              <a:ext uri="{FF2B5EF4-FFF2-40B4-BE49-F238E27FC236}">
                <a16:creationId xmlns:a16="http://schemas.microsoft.com/office/drawing/2014/main" id="{2A77DAF4-6D71-4D77-B2FA-E27C3B238B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88180" y="2018574"/>
            <a:ext cx="663216" cy="49244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200" b="1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sp>
        <p:nvSpPr>
          <p:cNvPr id="48" name="Text Placeholder 18">
            <a:extLst>
              <a:ext uri="{FF2B5EF4-FFF2-40B4-BE49-F238E27FC236}">
                <a16:creationId xmlns:a16="http://schemas.microsoft.com/office/drawing/2014/main" id="{716AC02A-9B2B-41BB-BB3A-B2B7A736770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88180" y="2778461"/>
            <a:ext cx="663216" cy="49244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200" b="1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3</a:t>
            </a:r>
          </a:p>
        </p:txBody>
      </p:sp>
      <p:sp>
        <p:nvSpPr>
          <p:cNvPr id="49" name="Text Placeholder 18">
            <a:extLst>
              <a:ext uri="{FF2B5EF4-FFF2-40B4-BE49-F238E27FC236}">
                <a16:creationId xmlns:a16="http://schemas.microsoft.com/office/drawing/2014/main" id="{6F58FE53-B16E-4187-8DC7-FE68BD79DB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88180" y="3538348"/>
            <a:ext cx="663216" cy="49244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200" b="1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4</a:t>
            </a:r>
          </a:p>
        </p:txBody>
      </p:sp>
      <p:sp>
        <p:nvSpPr>
          <p:cNvPr id="50" name="Text Placeholder 18">
            <a:extLst>
              <a:ext uri="{FF2B5EF4-FFF2-40B4-BE49-F238E27FC236}">
                <a16:creationId xmlns:a16="http://schemas.microsoft.com/office/drawing/2014/main" id="{E3E43F40-9DFC-4D1F-A24F-C1BEEE61E7B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88180" y="4298235"/>
            <a:ext cx="663216" cy="49244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200" b="1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5</a:t>
            </a:r>
          </a:p>
        </p:txBody>
      </p:sp>
      <p:sp>
        <p:nvSpPr>
          <p:cNvPr id="51" name="Text Placeholder 18">
            <a:extLst>
              <a:ext uri="{FF2B5EF4-FFF2-40B4-BE49-F238E27FC236}">
                <a16:creationId xmlns:a16="http://schemas.microsoft.com/office/drawing/2014/main" id="{E3BCBE56-71BE-4F4F-8A06-0BF494104B6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988180" y="5058123"/>
            <a:ext cx="663216" cy="49244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200" b="1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6</a:t>
            </a:r>
          </a:p>
        </p:txBody>
      </p:sp>
      <p:sp>
        <p:nvSpPr>
          <p:cNvPr id="32" name="Title 2">
            <a:extLst>
              <a:ext uri="{FF2B5EF4-FFF2-40B4-BE49-F238E27FC236}">
                <a16:creationId xmlns:a16="http://schemas.microsoft.com/office/drawing/2014/main" id="{9EFCCBC5-5B5D-488F-820D-3B90C4BF0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939" y="2766223"/>
            <a:ext cx="4395434" cy="132556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Table of Contents</a:t>
            </a:r>
          </a:p>
        </p:txBody>
      </p:sp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011E2DC5-2D25-450F-84DA-9254764736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A7281D4B-6251-44A4-8FB9-5DEB9CC49AD0}" type="datetime3">
              <a:rPr lang="en-US" smtClean="0"/>
              <a:t>3 November 2025</a:t>
            </a:fld>
            <a:endParaRPr lang="fr-FR" dirty="0"/>
          </a:p>
        </p:txBody>
      </p:sp>
      <p:grpSp>
        <p:nvGrpSpPr>
          <p:cNvPr id="107" name="Groupe 250">
            <a:extLst>
              <a:ext uri="{FF2B5EF4-FFF2-40B4-BE49-F238E27FC236}">
                <a16:creationId xmlns:a16="http://schemas.microsoft.com/office/drawing/2014/main" id="{E8832530-7A80-4D93-8D21-19110076AF67}"/>
              </a:ext>
            </a:extLst>
          </p:cNvPr>
          <p:cNvGrpSpPr/>
          <p:nvPr userDrawn="1"/>
        </p:nvGrpSpPr>
        <p:grpSpPr>
          <a:xfrm>
            <a:off x="5456917" y="6670035"/>
            <a:ext cx="1278167" cy="125311"/>
            <a:chOff x="5629458" y="3655836"/>
            <a:chExt cx="2227432" cy="218376"/>
          </a:xfrm>
          <a:solidFill>
            <a:srgbClr val="5E6A71"/>
          </a:solidFill>
        </p:grpSpPr>
        <p:sp>
          <p:nvSpPr>
            <p:cNvPr id="108" name="Freeform 5">
              <a:extLst>
                <a:ext uri="{FF2B5EF4-FFF2-40B4-BE49-F238E27FC236}">
                  <a16:creationId xmlns:a16="http://schemas.microsoft.com/office/drawing/2014/main" id="{CF4FD974-9E91-4A0A-8CF2-4F13DF1F5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975" y="3775689"/>
              <a:ext cx="61958" cy="55864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9" name="Rectangle 6">
              <a:extLst>
                <a:ext uri="{FF2B5EF4-FFF2-40B4-BE49-F238E27FC236}">
                  <a16:creationId xmlns:a16="http://schemas.microsoft.com/office/drawing/2014/main" id="{B7277EC1-CB11-4CC1-9033-89C6277A0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662" y="3849835"/>
              <a:ext cx="284396" cy="2437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0" name="Freeform 7">
              <a:extLst>
                <a:ext uri="{FF2B5EF4-FFF2-40B4-BE49-F238E27FC236}">
                  <a16:creationId xmlns:a16="http://schemas.microsoft.com/office/drawing/2014/main" id="{AB407112-4703-41D4-A86D-385C19F27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1195" y="3655836"/>
              <a:ext cx="77193" cy="62973"/>
            </a:xfrm>
            <a:custGeom>
              <a:avLst/>
              <a:gdLst>
                <a:gd name="T0" fmla="*/ 66 w 66"/>
                <a:gd name="T1" fmla="*/ 25 h 53"/>
                <a:gd name="T2" fmla="*/ 19 w 66"/>
                <a:gd name="T3" fmla="*/ 50 h 53"/>
                <a:gd name="T4" fmla="*/ 7 w 66"/>
                <a:gd name="T5" fmla="*/ 48 h 53"/>
                <a:gd name="T6" fmla="*/ 0 w 66"/>
                <a:gd name="T7" fmla="*/ 31 h 53"/>
                <a:gd name="T8" fmla="*/ 8 w 66"/>
                <a:gd name="T9" fmla="*/ 31 h 53"/>
                <a:gd name="T10" fmla="*/ 66 w 66"/>
                <a:gd name="T11" fmla="*/ 0 h 53"/>
                <a:gd name="T12" fmla="*/ 66 w 66"/>
                <a:gd name="T13" fmla="*/ 2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53">
                  <a:moveTo>
                    <a:pt x="66" y="25"/>
                  </a:moveTo>
                  <a:cubicBezTo>
                    <a:pt x="66" y="25"/>
                    <a:pt x="28" y="47"/>
                    <a:pt x="19" y="50"/>
                  </a:cubicBezTo>
                  <a:cubicBezTo>
                    <a:pt x="11" y="53"/>
                    <a:pt x="8" y="49"/>
                    <a:pt x="7" y="48"/>
                  </a:cubicBezTo>
                  <a:cubicBezTo>
                    <a:pt x="4" y="44"/>
                    <a:pt x="1" y="33"/>
                    <a:pt x="0" y="31"/>
                  </a:cubicBezTo>
                  <a:cubicBezTo>
                    <a:pt x="1" y="31"/>
                    <a:pt x="3" y="32"/>
                    <a:pt x="8" y="31"/>
                  </a:cubicBezTo>
                  <a:cubicBezTo>
                    <a:pt x="13" y="29"/>
                    <a:pt x="66" y="0"/>
                    <a:pt x="66" y="0"/>
                  </a:cubicBezTo>
                  <a:cubicBezTo>
                    <a:pt x="66" y="25"/>
                    <a:pt x="66" y="25"/>
                    <a:pt x="66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111" name="Freeform 8">
              <a:extLst>
                <a:ext uri="{FF2B5EF4-FFF2-40B4-BE49-F238E27FC236}">
                  <a16:creationId xmlns:a16="http://schemas.microsoft.com/office/drawing/2014/main" id="{4B1E01E8-4239-43F1-8BB9-3B15F0BE8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458" y="3669040"/>
              <a:ext cx="318930" cy="18384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2" name="Freeform 9">
              <a:extLst>
                <a:ext uri="{FF2B5EF4-FFF2-40B4-BE49-F238E27FC236}">
                  <a16:creationId xmlns:a16="http://schemas.microsoft.com/office/drawing/2014/main" id="{B5C6F138-AEC0-4F7F-993A-11F6CF60F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3550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5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113" name="Freeform 10">
              <a:extLst>
                <a:ext uri="{FF2B5EF4-FFF2-40B4-BE49-F238E27FC236}">
                  <a16:creationId xmlns:a16="http://schemas.microsoft.com/office/drawing/2014/main" id="{0EBFA4B0-8980-4987-93ED-7553909310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8481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114" name="Freeform 11">
              <a:extLst>
                <a:ext uri="{FF2B5EF4-FFF2-40B4-BE49-F238E27FC236}">
                  <a16:creationId xmlns:a16="http://schemas.microsoft.com/office/drawing/2014/main" id="{253C1EFD-5661-40B8-AEC3-390FC53422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4271" y="3696464"/>
              <a:ext cx="90398" cy="126963"/>
            </a:xfrm>
            <a:custGeom>
              <a:avLst/>
              <a:gdLst>
                <a:gd name="T0" fmla="*/ 0 w 77"/>
                <a:gd name="T1" fmla="*/ 83 h 107"/>
                <a:gd name="T2" fmla="*/ 0 w 77"/>
                <a:gd name="T3" fmla="*/ 24 h 107"/>
                <a:gd name="T4" fmla="*/ 75 w 77"/>
                <a:gd name="T5" fmla="*/ 24 h 107"/>
                <a:gd name="T6" fmla="*/ 75 w 77"/>
                <a:gd name="T7" fmla="*/ 37 h 107"/>
                <a:gd name="T8" fmla="*/ 18 w 77"/>
                <a:gd name="T9" fmla="*/ 37 h 107"/>
                <a:gd name="T10" fmla="*/ 18 w 77"/>
                <a:gd name="T11" fmla="*/ 57 h 107"/>
                <a:gd name="T12" fmla="*/ 70 w 77"/>
                <a:gd name="T13" fmla="*/ 57 h 107"/>
                <a:gd name="T14" fmla="*/ 70 w 77"/>
                <a:gd name="T15" fmla="*/ 70 h 107"/>
                <a:gd name="T16" fmla="*/ 18 w 77"/>
                <a:gd name="T17" fmla="*/ 70 h 107"/>
                <a:gd name="T18" fmla="*/ 18 w 77"/>
                <a:gd name="T19" fmla="*/ 83 h 107"/>
                <a:gd name="T20" fmla="*/ 28 w 77"/>
                <a:gd name="T21" fmla="*/ 93 h 107"/>
                <a:gd name="T22" fmla="*/ 77 w 77"/>
                <a:gd name="T23" fmla="*/ 93 h 107"/>
                <a:gd name="T24" fmla="*/ 77 w 77"/>
                <a:gd name="T25" fmla="*/ 107 h 107"/>
                <a:gd name="T26" fmla="*/ 24 w 77"/>
                <a:gd name="T27" fmla="*/ 107 h 107"/>
                <a:gd name="T28" fmla="*/ 0 w 77"/>
                <a:gd name="T29" fmla="*/ 83 h 107"/>
                <a:gd name="T30" fmla="*/ 57 w 77"/>
                <a:gd name="T31" fmla="*/ 0 h 107"/>
                <a:gd name="T32" fmla="*/ 43 w 77"/>
                <a:gd name="T33" fmla="*/ 15 h 107"/>
                <a:gd name="T34" fmla="*/ 28 w 77"/>
                <a:gd name="T35" fmla="*/ 15 h 107"/>
                <a:gd name="T36" fmla="*/ 39 w 77"/>
                <a:gd name="T37" fmla="*/ 0 h 107"/>
                <a:gd name="T38" fmla="*/ 57 w 77"/>
                <a:gd name="T39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" h="107">
                  <a:moveTo>
                    <a:pt x="0" y="83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90"/>
                    <a:pt x="21" y="93"/>
                    <a:pt x="28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107"/>
                    <a:pt x="77" y="107"/>
                    <a:pt x="77" y="107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9" y="107"/>
                    <a:pt x="0" y="98"/>
                    <a:pt x="0" y="83"/>
                  </a:cubicBezTo>
                  <a:close/>
                  <a:moveTo>
                    <a:pt x="57" y="0"/>
                  </a:moveTo>
                  <a:cubicBezTo>
                    <a:pt x="43" y="15"/>
                    <a:pt x="43" y="15"/>
                    <a:pt x="43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9" y="0"/>
                    <a:pt x="39" y="0"/>
                    <a:pt x="39" y="0"/>
                  </a:cubicBez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115" name="Freeform 12">
              <a:extLst>
                <a:ext uri="{FF2B5EF4-FFF2-40B4-BE49-F238E27FC236}">
                  <a16:creationId xmlns:a16="http://schemas.microsoft.com/office/drawing/2014/main" id="{3F387682-1373-486F-82C2-1011978D61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7014" y="3724904"/>
              <a:ext cx="105633" cy="98523"/>
            </a:xfrm>
            <a:custGeom>
              <a:avLst/>
              <a:gdLst>
                <a:gd name="T0" fmla="*/ 0 w 90"/>
                <a:gd name="T1" fmla="*/ 0 h 83"/>
                <a:gd name="T2" fmla="*/ 37 w 90"/>
                <a:gd name="T3" fmla="*/ 0 h 83"/>
                <a:gd name="T4" fmla="*/ 90 w 90"/>
                <a:gd name="T5" fmla="*/ 41 h 83"/>
                <a:gd name="T6" fmla="*/ 37 w 90"/>
                <a:gd name="T7" fmla="*/ 83 h 83"/>
                <a:gd name="T8" fmla="*/ 0 w 90"/>
                <a:gd name="T9" fmla="*/ 83 h 83"/>
                <a:gd name="T10" fmla="*/ 0 w 90"/>
                <a:gd name="T11" fmla="*/ 0 h 83"/>
                <a:gd name="T12" fmla="*/ 38 w 90"/>
                <a:gd name="T13" fmla="*/ 69 h 83"/>
                <a:gd name="T14" fmla="*/ 71 w 90"/>
                <a:gd name="T15" fmla="*/ 41 h 83"/>
                <a:gd name="T16" fmla="*/ 38 w 90"/>
                <a:gd name="T17" fmla="*/ 13 h 83"/>
                <a:gd name="T18" fmla="*/ 17 w 90"/>
                <a:gd name="T19" fmla="*/ 13 h 83"/>
                <a:gd name="T20" fmla="*/ 17 w 90"/>
                <a:gd name="T21" fmla="*/ 69 h 83"/>
                <a:gd name="T22" fmla="*/ 38 w 90"/>
                <a:gd name="T23" fmla="*/ 6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3">
                  <a:moveTo>
                    <a:pt x="0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69" y="0"/>
                    <a:pt x="90" y="17"/>
                    <a:pt x="90" y="41"/>
                  </a:cubicBezTo>
                  <a:cubicBezTo>
                    <a:pt x="90" y="66"/>
                    <a:pt x="69" y="83"/>
                    <a:pt x="3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38" y="69"/>
                  </a:moveTo>
                  <a:cubicBezTo>
                    <a:pt x="58" y="69"/>
                    <a:pt x="71" y="58"/>
                    <a:pt x="71" y="41"/>
                  </a:cubicBezTo>
                  <a:cubicBezTo>
                    <a:pt x="71" y="25"/>
                    <a:pt x="58" y="13"/>
                    <a:pt x="3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69"/>
                    <a:pt x="17" y="69"/>
                    <a:pt x="17" y="69"/>
                  </a:cubicBezTo>
                  <a:lnTo>
                    <a:pt x="38" y="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116" name="Rectangle 13">
              <a:extLst>
                <a:ext uri="{FF2B5EF4-FFF2-40B4-BE49-F238E27FC236}">
                  <a16:creationId xmlns:a16="http://schemas.microsoft.com/office/drawing/2014/main" id="{C5C24E39-E38A-494F-97E8-5405688C0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929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117" name="Freeform 14">
              <a:extLst>
                <a:ext uri="{FF2B5EF4-FFF2-40B4-BE49-F238E27FC236}">
                  <a16:creationId xmlns:a16="http://schemas.microsoft.com/office/drawing/2014/main" id="{A76F85E9-EB51-4873-ABE0-7B3735B476C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557" y="3724904"/>
              <a:ext cx="94460" cy="98523"/>
            </a:xfrm>
            <a:custGeom>
              <a:avLst/>
              <a:gdLst>
                <a:gd name="T0" fmla="*/ 0 w 93"/>
                <a:gd name="T1" fmla="*/ 15 h 97"/>
                <a:gd name="T2" fmla="*/ 0 w 93"/>
                <a:gd name="T3" fmla="*/ 0 h 97"/>
                <a:gd name="T4" fmla="*/ 93 w 93"/>
                <a:gd name="T5" fmla="*/ 0 h 97"/>
                <a:gd name="T6" fmla="*/ 93 w 93"/>
                <a:gd name="T7" fmla="*/ 15 h 97"/>
                <a:gd name="T8" fmla="*/ 56 w 93"/>
                <a:gd name="T9" fmla="*/ 15 h 97"/>
                <a:gd name="T10" fmla="*/ 56 w 93"/>
                <a:gd name="T11" fmla="*/ 97 h 97"/>
                <a:gd name="T12" fmla="*/ 36 w 93"/>
                <a:gd name="T13" fmla="*/ 97 h 97"/>
                <a:gd name="T14" fmla="*/ 36 w 93"/>
                <a:gd name="T15" fmla="*/ 15 h 97"/>
                <a:gd name="T16" fmla="*/ 0 w 93"/>
                <a:gd name="T17" fmla="*/ 1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97">
                  <a:moveTo>
                    <a:pt x="0" y="15"/>
                  </a:moveTo>
                  <a:lnTo>
                    <a:pt x="0" y="0"/>
                  </a:lnTo>
                  <a:lnTo>
                    <a:pt x="93" y="0"/>
                  </a:lnTo>
                  <a:lnTo>
                    <a:pt x="93" y="15"/>
                  </a:lnTo>
                  <a:lnTo>
                    <a:pt x="56" y="15"/>
                  </a:lnTo>
                  <a:lnTo>
                    <a:pt x="56" y="97"/>
                  </a:lnTo>
                  <a:lnTo>
                    <a:pt x="36" y="97"/>
                  </a:lnTo>
                  <a:lnTo>
                    <a:pt x="36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118" name="Freeform 15">
              <a:extLst>
                <a:ext uri="{FF2B5EF4-FFF2-40B4-BE49-F238E27FC236}">
                  <a16:creationId xmlns:a16="http://schemas.microsoft.com/office/drawing/2014/main" id="{F5158DD2-A866-4FAA-AD24-FDC3C6986C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70552" y="3724904"/>
              <a:ext cx="121884" cy="98523"/>
            </a:xfrm>
            <a:custGeom>
              <a:avLst/>
              <a:gdLst>
                <a:gd name="T0" fmla="*/ 85 w 120"/>
                <a:gd name="T1" fmla="*/ 73 h 97"/>
                <a:gd name="T2" fmla="*/ 32 w 120"/>
                <a:gd name="T3" fmla="*/ 73 h 97"/>
                <a:gd name="T4" fmla="*/ 21 w 120"/>
                <a:gd name="T5" fmla="*/ 97 h 97"/>
                <a:gd name="T6" fmla="*/ 0 w 120"/>
                <a:gd name="T7" fmla="*/ 97 h 97"/>
                <a:gd name="T8" fmla="*/ 50 w 120"/>
                <a:gd name="T9" fmla="*/ 0 h 97"/>
                <a:gd name="T10" fmla="*/ 70 w 120"/>
                <a:gd name="T11" fmla="*/ 0 h 97"/>
                <a:gd name="T12" fmla="*/ 120 w 120"/>
                <a:gd name="T13" fmla="*/ 97 h 97"/>
                <a:gd name="T14" fmla="*/ 97 w 120"/>
                <a:gd name="T15" fmla="*/ 97 h 97"/>
                <a:gd name="T16" fmla="*/ 85 w 120"/>
                <a:gd name="T17" fmla="*/ 73 h 97"/>
                <a:gd name="T18" fmla="*/ 77 w 120"/>
                <a:gd name="T19" fmla="*/ 58 h 97"/>
                <a:gd name="T20" fmla="*/ 59 w 120"/>
                <a:gd name="T21" fmla="*/ 20 h 97"/>
                <a:gd name="T22" fmla="*/ 40 w 120"/>
                <a:gd name="T23" fmla="*/ 58 h 97"/>
                <a:gd name="T24" fmla="*/ 77 w 120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7">
                  <a:moveTo>
                    <a:pt x="85" y="73"/>
                  </a:moveTo>
                  <a:lnTo>
                    <a:pt x="32" y="73"/>
                  </a:lnTo>
                  <a:lnTo>
                    <a:pt x="21" y="97"/>
                  </a:lnTo>
                  <a:lnTo>
                    <a:pt x="0" y="97"/>
                  </a:lnTo>
                  <a:lnTo>
                    <a:pt x="50" y="0"/>
                  </a:lnTo>
                  <a:lnTo>
                    <a:pt x="70" y="0"/>
                  </a:lnTo>
                  <a:lnTo>
                    <a:pt x="120" y="97"/>
                  </a:lnTo>
                  <a:lnTo>
                    <a:pt x="97" y="97"/>
                  </a:lnTo>
                  <a:lnTo>
                    <a:pt x="85" y="73"/>
                  </a:lnTo>
                  <a:close/>
                  <a:moveTo>
                    <a:pt x="77" y="58"/>
                  </a:moveTo>
                  <a:lnTo>
                    <a:pt x="59" y="20"/>
                  </a:lnTo>
                  <a:lnTo>
                    <a:pt x="40" y="58"/>
                  </a:lnTo>
                  <a:lnTo>
                    <a:pt x="77" y="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119" name="Freeform 16">
              <a:extLst>
                <a:ext uri="{FF2B5EF4-FFF2-40B4-BE49-F238E27FC236}">
                  <a16:creationId xmlns:a16="http://schemas.microsoft.com/office/drawing/2014/main" id="{7ABE1829-D2C6-4F2A-B2C2-49E45EDC7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498" y="3723888"/>
              <a:ext cx="108680" cy="100555"/>
            </a:xfrm>
            <a:custGeom>
              <a:avLst/>
              <a:gdLst>
                <a:gd name="T0" fmla="*/ 52 w 93"/>
                <a:gd name="T1" fmla="*/ 0 h 85"/>
                <a:gd name="T2" fmla="*/ 89 w 93"/>
                <a:gd name="T3" fmla="*/ 11 h 85"/>
                <a:gd name="T4" fmla="*/ 80 w 93"/>
                <a:gd name="T5" fmla="*/ 22 h 85"/>
                <a:gd name="T6" fmla="*/ 53 w 93"/>
                <a:gd name="T7" fmla="*/ 12 h 85"/>
                <a:gd name="T8" fmla="*/ 18 w 93"/>
                <a:gd name="T9" fmla="*/ 42 h 85"/>
                <a:gd name="T10" fmla="*/ 52 w 93"/>
                <a:gd name="T11" fmla="*/ 72 h 85"/>
                <a:gd name="T12" fmla="*/ 76 w 93"/>
                <a:gd name="T13" fmla="*/ 66 h 85"/>
                <a:gd name="T14" fmla="*/ 76 w 93"/>
                <a:gd name="T15" fmla="*/ 50 h 85"/>
                <a:gd name="T16" fmla="*/ 51 w 93"/>
                <a:gd name="T17" fmla="*/ 50 h 85"/>
                <a:gd name="T18" fmla="*/ 51 w 93"/>
                <a:gd name="T19" fmla="*/ 37 h 85"/>
                <a:gd name="T20" fmla="*/ 93 w 93"/>
                <a:gd name="T21" fmla="*/ 37 h 85"/>
                <a:gd name="T22" fmla="*/ 93 w 93"/>
                <a:gd name="T23" fmla="*/ 72 h 85"/>
                <a:gd name="T24" fmla="*/ 52 w 93"/>
                <a:gd name="T25" fmla="*/ 85 h 85"/>
                <a:gd name="T26" fmla="*/ 0 w 93"/>
                <a:gd name="T27" fmla="*/ 42 h 85"/>
                <a:gd name="T28" fmla="*/ 52 w 93"/>
                <a:gd name="T2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4"/>
                    <a:pt x="18" y="42"/>
                  </a:cubicBezTo>
                  <a:cubicBezTo>
                    <a:pt x="18" y="59"/>
                    <a:pt x="32" y="72"/>
                    <a:pt x="52" y="72"/>
                  </a:cubicBezTo>
                  <a:cubicBezTo>
                    <a:pt x="61" y="72"/>
                    <a:pt x="70" y="70"/>
                    <a:pt x="76" y="66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3" y="72"/>
                    <a:pt x="93" y="72"/>
                    <a:pt x="93" y="72"/>
                  </a:cubicBezTo>
                  <a:cubicBezTo>
                    <a:pt x="83" y="79"/>
                    <a:pt x="69" y="85"/>
                    <a:pt x="52" y="85"/>
                  </a:cubicBezTo>
                  <a:cubicBezTo>
                    <a:pt x="21" y="85"/>
                    <a:pt x="0" y="67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120" name="Freeform 17">
              <a:extLst>
                <a:ext uri="{FF2B5EF4-FFF2-40B4-BE49-F238E27FC236}">
                  <a16:creationId xmlns:a16="http://schemas.microsoft.com/office/drawing/2014/main" id="{E8A42332-7D69-4BD4-B1A2-54FFFA3657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9555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121" name="Rectangle 18">
              <a:extLst>
                <a:ext uri="{FF2B5EF4-FFF2-40B4-BE49-F238E27FC236}">
                  <a16:creationId xmlns:a16="http://schemas.microsoft.com/office/drawing/2014/main" id="{6475D5E1-96AB-4758-834F-FED6998F11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9408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122" name="Freeform 19">
              <a:extLst>
                <a:ext uri="{FF2B5EF4-FFF2-40B4-BE49-F238E27FC236}">
                  <a16:creationId xmlns:a16="http://schemas.microsoft.com/office/drawing/2014/main" id="{615638AA-4CBA-4E6C-A098-D0D3F3843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2067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8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8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4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123" name="Freeform 20">
              <a:extLst>
                <a:ext uri="{FF2B5EF4-FFF2-40B4-BE49-F238E27FC236}">
                  <a16:creationId xmlns:a16="http://schemas.microsoft.com/office/drawing/2014/main" id="{286CBBDA-E919-41E6-8F9D-87E086E92A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1763" y="3723888"/>
              <a:ext cx="123915" cy="100555"/>
            </a:xfrm>
            <a:custGeom>
              <a:avLst/>
              <a:gdLst>
                <a:gd name="T0" fmla="*/ 0 w 105"/>
                <a:gd name="T1" fmla="*/ 42 h 85"/>
                <a:gd name="T2" fmla="*/ 52 w 105"/>
                <a:gd name="T3" fmla="*/ 0 h 85"/>
                <a:gd name="T4" fmla="*/ 105 w 105"/>
                <a:gd name="T5" fmla="*/ 42 h 85"/>
                <a:gd name="T6" fmla="*/ 52 w 105"/>
                <a:gd name="T7" fmla="*/ 85 h 85"/>
                <a:gd name="T8" fmla="*/ 0 w 105"/>
                <a:gd name="T9" fmla="*/ 42 h 85"/>
                <a:gd name="T10" fmla="*/ 19 w 105"/>
                <a:gd name="T11" fmla="*/ 42 h 85"/>
                <a:gd name="T12" fmla="*/ 52 w 105"/>
                <a:gd name="T13" fmla="*/ 72 h 85"/>
                <a:gd name="T14" fmla="*/ 86 w 105"/>
                <a:gd name="T15" fmla="*/ 42 h 85"/>
                <a:gd name="T16" fmla="*/ 52 w 105"/>
                <a:gd name="T17" fmla="*/ 12 h 85"/>
                <a:gd name="T18" fmla="*/ 19 w 105"/>
                <a:gd name="T19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" h="85">
                  <a:moveTo>
                    <a:pt x="0" y="42"/>
                  </a:moveTo>
                  <a:cubicBezTo>
                    <a:pt x="0" y="19"/>
                    <a:pt x="22" y="0"/>
                    <a:pt x="52" y="0"/>
                  </a:cubicBezTo>
                  <a:cubicBezTo>
                    <a:pt x="83" y="0"/>
                    <a:pt x="105" y="19"/>
                    <a:pt x="105" y="42"/>
                  </a:cubicBezTo>
                  <a:cubicBezTo>
                    <a:pt x="105" y="66"/>
                    <a:pt x="83" y="85"/>
                    <a:pt x="52" y="85"/>
                  </a:cubicBezTo>
                  <a:cubicBezTo>
                    <a:pt x="22" y="85"/>
                    <a:pt x="0" y="66"/>
                    <a:pt x="0" y="42"/>
                  </a:cubicBezTo>
                  <a:close/>
                  <a:moveTo>
                    <a:pt x="19" y="42"/>
                  </a:moveTo>
                  <a:cubicBezTo>
                    <a:pt x="19" y="59"/>
                    <a:pt x="32" y="72"/>
                    <a:pt x="52" y="72"/>
                  </a:cubicBezTo>
                  <a:cubicBezTo>
                    <a:pt x="72" y="72"/>
                    <a:pt x="86" y="59"/>
                    <a:pt x="86" y="42"/>
                  </a:cubicBezTo>
                  <a:cubicBezTo>
                    <a:pt x="86" y="26"/>
                    <a:pt x="72" y="12"/>
                    <a:pt x="52" y="12"/>
                  </a:cubicBezTo>
                  <a:cubicBezTo>
                    <a:pt x="32" y="12"/>
                    <a:pt x="19" y="26"/>
                    <a:pt x="19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124" name="Freeform 21">
              <a:extLst>
                <a:ext uri="{FF2B5EF4-FFF2-40B4-BE49-F238E27FC236}">
                  <a16:creationId xmlns:a16="http://schemas.microsoft.com/office/drawing/2014/main" id="{34BABB89-3917-4B3B-AAB4-808CB2AEBA9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1929" y="3724904"/>
              <a:ext cx="82272" cy="98523"/>
            </a:xfrm>
            <a:custGeom>
              <a:avLst/>
              <a:gdLst>
                <a:gd name="T0" fmla="*/ 0 w 81"/>
                <a:gd name="T1" fmla="*/ 0 h 97"/>
                <a:gd name="T2" fmla="*/ 20 w 81"/>
                <a:gd name="T3" fmla="*/ 0 h 97"/>
                <a:gd name="T4" fmla="*/ 20 w 81"/>
                <a:gd name="T5" fmla="*/ 81 h 97"/>
                <a:gd name="T6" fmla="*/ 81 w 81"/>
                <a:gd name="T7" fmla="*/ 81 h 97"/>
                <a:gd name="T8" fmla="*/ 81 w 81"/>
                <a:gd name="T9" fmla="*/ 97 h 97"/>
                <a:gd name="T10" fmla="*/ 0 w 81"/>
                <a:gd name="T11" fmla="*/ 97 h 97"/>
                <a:gd name="T12" fmla="*/ 0 w 81"/>
                <a:gd name="T13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97">
                  <a:moveTo>
                    <a:pt x="0" y="0"/>
                  </a:moveTo>
                  <a:lnTo>
                    <a:pt x="20" y="0"/>
                  </a:lnTo>
                  <a:lnTo>
                    <a:pt x="20" y="81"/>
                  </a:lnTo>
                  <a:lnTo>
                    <a:pt x="81" y="81"/>
                  </a:lnTo>
                  <a:lnTo>
                    <a:pt x="81" y="97"/>
                  </a:lnTo>
                  <a:lnTo>
                    <a:pt x="0" y="9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125" name="Freeform 22">
              <a:extLst>
                <a:ext uri="{FF2B5EF4-FFF2-40B4-BE49-F238E27FC236}">
                  <a16:creationId xmlns:a16="http://schemas.microsoft.com/office/drawing/2014/main" id="{2123BC65-EAC2-4EBA-9588-AB03402D4C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4359" y="3724904"/>
              <a:ext cx="89382" cy="98523"/>
            </a:xfrm>
            <a:custGeom>
              <a:avLst/>
              <a:gdLst>
                <a:gd name="T0" fmla="*/ 0 w 76"/>
                <a:gd name="T1" fmla="*/ 59 h 83"/>
                <a:gd name="T2" fmla="*/ 0 w 76"/>
                <a:gd name="T3" fmla="*/ 0 h 83"/>
                <a:gd name="T4" fmla="*/ 75 w 76"/>
                <a:gd name="T5" fmla="*/ 0 h 83"/>
                <a:gd name="T6" fmla="*/ 75 w 76"/>
                <a:gd name="T7" fmla="*/ 13 h 83"/>
                <a:gd name="T8" fmla="*/ 18 w 76"/>
                <a:gd name="T9" fmla="*/ 13 h 83"/>
                <a:gd name="T10" fmla="*/ 18 w 76"/>
                <a:gd name="T11" fmla="*/ 33 h 83"/>
                <a:gd name="T12" fmla="*/ 70 w 76"/>
                <a:gd name="T13" fmla="*/ 33 h 83"/>
                <a:gd name="T14" fmla="*/ 70 w 76"/>
                <a:gd name="T15" fmla="*/ 46 h 83"/>
                <a:gd name="T16" fmla="*/ 18 w 76"/>
                <a:gd name="T17" fmla="*/ 46 h 83"/>
                <a:gd name="T18" fmla="*/ 18 w 76"/>
                <a:gd name="T19" fmla="*/ 59 h 83"/>
                <a:gd name="T20" fmla="*/ 28 w 76"/>
                <a:gd name="T21" fmla="*/ 69 h 83"/>
                <a:gd name="T22" fmla="*/ 76 w 76"/>
                <a:gd name="T23" fmla="*/ 69 h 83"/>
                <a:gd name="T24" fmla="*/ 76 w 76"/>
                <a:gd name="T25" fmla="*/ 83 h 83"/>
                <a:gd name="T26" fmla="*/ 24 w 76"/>
                <a:gd name="T27" fmla="*/ 83 h 83"/>
                <a:gd name="T28" fmla="*/ 0 w 76"/>
                <a:gd name="T29" fmla="*/ 5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83">
                  <a:moveTo>
                    <a:pt x="0" y="5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66"/>
                    <a:pt x="21" y="69"/>
                    <a:pt x="28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9" y="83"/>
                    <a:pt x="0" y="74"/>
                    <a:pt x="0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126" name="Freeform 23">
              <a:extLst>
                <a:ext uri="{FF2B5EF4-FFF2-40B4-BE49-F238E27FC236}">
                  <a16:creationId xmlns:a16="http://schemas.microsoft.com/office/drawing/2014/main" id="{30270AC0-F57D-4D1E-BE56-CC7D8068D6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2651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5"/>
                    <a:pt x="18" y="42"/>
                  </a:cubicBezTo>
                  <a:cubicBezTo>
                    <a:pt x="18" y="60"/>
                    <a:pt x="34" y="72"/>
                    <a:pt x="53" y="72"/>
                  </a:cubicBezTo>
                  <a:cubicBezTo>
                    <a:pt x="65" y="72"/>
                    <a:pt x="73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127" name="Rectangle 24">
              <a:extLst>
                <a:ext uri="{FF2B5EF4-FFF2-40B4-BE49-F238E27FC236}">
                  <a16:creationId xmlns:a16="http://schemas.microsoft.com/office/drawing/2014/main" id="{153272B2-55F5-4D26-8A28-57297BBA04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6566" y="3724904"/>
              <a:ext cx="20314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128" name="Freeform 25">
              <a:extLst>
                <a:ext uri="{FF2B5EF4-FFF2-40B4-BE49-F238E27FC236}">
                  <a16:creationId xmlns:a16="http://schemas.microsoft.com/office/drawing/2014/main" id="{325A4D8F-5360-4CB5-B2D4-5E43DDEE65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6335" y="3724904"/>
              <a:ext cx="100555" cy="98523"/>
            </a:xfrm>
            <a:custGeom>
              <a:avLst/>
              <a:gdLst>
                <a:gd name="T0" fmla="*/ 86 w 86"/>
                <a:gd name="T1" fmla="*/ 59 h 83"/>
                <a:gd name="T2" fmla="*/ 51 w 86"/>
                <a:gd name="T3" fmla="*/ 83 h 83"/>
                <a:gd name="T4" fmla="*/ 0 w 86"/>
                <a:gd name="T5" fmla="*/ 83 h 83"/>
                <a:gd name="T6" fmla="*/ 0 w 86"/>
                <a:gd name="T7" fmla="*/ 0 h 83"/>
                <a:gd name="T8" fmla="*/ 48 w 86"/>
                <a:gd name="T9" fmla="*/ 0 h 83"/>
                <a:gd name="T10" fmla="*/ 82 w 86"/>
                <a:gd name="T11" fmla="*/ 23 h 83"/>
                <a:gd name="T12" fmla="*/ 69 w 86"/>
                <a:gd name="T13" fmla="*/ 40 h 83"/>
                <a:gd name="T14" fmla="*/ 86 w 86"/>
                <a:gd name="T15" fmla="*/ 59 h 83"/>
                <a:gd name="T16" fmla="*/ 17 w 86"/>
                <a:gd name="T17" fmla="*/ 13 h 83"/>
                <a:gd name="T18" fmla="*/ 17 w 86"/>
                <a:gd name="T19" fmla="*/ 34 h 83"/>
                <a:gd name="T20" fmla="*/ 47 w 86"/>
                <a:gd name="T21" fmla="*/ 34 h 83"/>
                <a:gd name="T22" fmla="*/ 63 w 86"/>
                <a:gd name="T23" fmla="*/ 24 h 83"/>
                <a:gd name="T24" fmla="*/ 46 w 86"/>
                <a:gd name="T25" fmla="*/ 13 h 83"/>
                <a:gd name="T26" fmla="*/ 17 w 86"/>
                <a:gd name="T27" fmla="*/ 13 h 83"/>
                <a:gd name="T28" fmla="*/ 67 w 86"/>
                <a:gd name="T29" fmla="*/ 58 h 83"/>
                <a:gd name="T30" fmla="*/ 50 w 86"/>
                <a:gd name="T31" fmla="*/ 47 h 83"/>
                <a:gd name="T32" fmla="*/ 17 w 86"/>
                <a:gd name="T33" fmla="*/ 47 h 83"/>
                <a:gd name="T34" fmla="*/ 17 w 86"/>
                <a:gd name="T35" fmla="*/ 69 h 83"/>
                <a:gd name="T36" fmla="*/ 50 w 86"/>
                <a:gd name="T37" fmla="*/ 69 h 83"/>
                <a:gd name="T38" fmla="*/ 67 w 86"/>
                <a:gd name="T39" fmla="*/ 5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" h="83">
                  <a:moveTo>
                    <a:pt x="86" y="59"/>
                  </a:moveTo>
                  <a:cubicBezTo>
                    <a:pt x="86" y="74"/>
                    <a:pt x="70" y="83"/>
                    <a:pt x="51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7" y="0"/>
                    <a:pt x="82" y="8"/>
                    <a:pt x="82" y="23"/>
                  </a:cubicBezTo>
                  <a:cubicBezTo>
                    <a:pt x="82" y="31"/>
                    <a:pt x="77" y="37"/>
                    <a:pt x="69" y="40"/>
                  </a:cubicBezTo>
                  <a:cubicBezTo>
                    <a:pt x="79" y="43"/>
                    <a:pt x="86" y="49"/>
                    <a:pt x="86" y="59"/>
                  </a:cubicBezTo>
                  <a:close/>
                  <a:moveTo>
                    <a:pt x="17" y="13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57" y="34"/>
                    <a:pt x="63" y="31"/>
                    <a:pt x="63" y="24"/>
                  </a:cubicBezTo>
                  <a:cubicBezTo>
                    <a:pt x="63" y="17"/>
                    <a:pt x="57" y="13"/>
                    <a:pt x="46" y="13"/>
                  </a:cubicBezTo>
                  <a:lnTo>
                    <a:pt x="17" y="13"/>
                  </a:lnTo>
                  <a:close/>
                  <a:moveTo>
                    <a:pt x="67" y="58"/>
                  </a:moveTo>
                  <a:cubicBezTo>
                    <a:pt x="67" y="51"/>
                    <a:pt x="60" y="47"/>
                    <a:pt x="50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60" y="69"/>
                    <a:pt x="67" y="65"/>
                    <a:pt x="67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6479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10AC02E-AF11-45A0-B803-75100039FF8C}"/>
              </a:ext>
            </a:extLst>
          </p:cNvPr>
          <p:cNvSpPr/>
          <p:nvPr userDrawn="1"/>
        </p:nvSpPr>
        <p:spPr>
          <a:xfrm>
            <a:off x="4" y="-1"/>
            <a:ext cx="4766733" cy="68212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8A965B2-23D7-4AD0-B912-7A3CEBD907C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72000 w 9144000"/>
              <a:gd name="connsiteY0" fmla="*/ 83718 h 5143500"/>
              <a:gd name="connsiteX1" fmla="*/ 72000 w 9144000"/>
              <a:gd name="connsiteY1" fmla="*/ 4952999 h 5143500"/>
              <a:gd name="connsiteX2" fmla="*/ 9072000 w 9144000"/>
              <a:gd name="connsiteY2" fmla="*/ 4952999 h 5143500"/>
              <a:gd name="connsiteX3" fmla="*/ 9072000 w 9144000"/>
              <a:gd name="connsiteY3" fmla="*/ 83718 h 5143500"/>
              <a:gd name="connsiteX4" fmla="*/ 0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5143500 h 5143500"/>
              <a:gd name="connsiteX7" fmla="*/ 0 w 914400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72000" y="83718"/>
                </a:moveTo>
                <a:lnTo>
                  <a:pt x="72000" y="4952999"/>
                </a:lnTo>
                <a:lnTo>
                  <a:pt x="9072000" y="4952999"/>
                </a:lnTo>
                <a:lnTo>
                  <a:pt x="9072000" y="83718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00" noProof="0"/>
          </a:p>
        </p:txBody>
      </p:sp>
      <p:sp>
        <p:nvSpPr>
          <p:cNvPr id="37" name="Footer Placeholder 4">
            <a:extLst>
              <a:ext uri="{FF2B5EF4-FFF2-40B4-BE49-F238E27FC236}">
                <a16:creationId xmlns:a16="http://schemas.microsoft.com/office/drawing/2014/main" id="{0AE4CC1F-1873-463B-AF12-F8B66B2D0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DBE429-266D-5645-8029-FF80A2A568F9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C5373163-6DE6-5149-9781-C7E873264E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0830FC-BA52-4B5A-8C75-1DE1D3DCCB01}"/>
              </a:ext>
            </a:extLst>
          </p:cNvPr>
          <p:cNvSpPr/>
          <p:nvPr userDrawn="1"/>
        </p:nvSpPr>
        <p:spPr>
          <a:xfrm>
            <a:off x="4677315" y="2736851"/>
            <a:ext cx="174308" cy="13843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>
              <a:solidFill>
                <a:schemeClr val="bg1"/>
              </a:solidFill>
            </a:endParaRP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A06CC8FA-D940-462F-A32A-C91EE88ED7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94500" y="1339436"/>
            <a:ext cx="3238493" cy="33094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192B666C-8A7D-445D-889D-88A38FA139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94500" y="2099323"/>
            <a:ext cx="3238493" cy="33094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FBFFAB27-84B6-46A0-ACB8-CFCBE4A78C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94500" y="2859210"/>
            <a:ext cx="3238493" cy="33094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C715C9B8-C439-4FE6-9AC4-5C8E554557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94500" y="3619097"/>
            <a:ext cx="3238493" cy="33094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47" name="Text Placeholder 18">
            <a:extLst>
              <a:ext uri="{FF2B5EF4-FFF2-40B4-BE49-F238E27FC236}">
                <a16:creationId xmlns:a16="http://schemas.microsoft.com/office/drawing/2014/main" id="{B777C3C7-DEA6-45A3-8580-2280328739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94500" y="4378984"/>
            <a:ext cx="3238493" cy="33094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48" name="Text Placeholder 18">
            <a:extLst>
              <a:ext uri="{FF2B5EF4-FFF2-40B4-BE49-F238E27FC236}">
                <a16:creationId xmlns:a16="http://schemas.microsoft.com/office/drawing/2014/main" id="{BE492BBF-7DBB-4D05-8D36-E1913C68E8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4500" y="5138872"/>
            <a:ext cx="3238493" cy="33094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49" name="Text Placeholder 18">
            <a:extLst>
              <a:ext uri="{FF2B5EF4-FFF2-40B4-BE49-F238E27FC236}">
                <a16:creationId xmlns:a16="http://schemas.microsoft.com/office/drawing/2014/main" id="{95AD3B23-64DE-4426-93CA-FAAE0B87884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88180" y="1258687"/>
            <a:ext cx="663216" cy="49244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200" b="1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noProof="0" dirty="0"/>
              <a:t>1</a:t>
            </a:r>
          </a:p>
        </p:txBody>
      </p:sp>
      <p:sp>
        <p:nvSpPr>
          <p:cNvPr id="50" name="Text Placeholder 18">
            <a:extLst>
              <a:ext uri="{FF2B5EF4-FFF2-40B4-BE49-F238E27FC236}">
                <a16:creationId xmlns:a16="http://schemas.microsoft.com/office/drawing/2014/main" id="{D04BABE9-C670-4CD1-95F5-33DBDD362DF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88180" y="2018574"/>
            <a:ext cx="663216" cy="49244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200" b="1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sp>
        <p:nvSpPr>
          <p:cNvPr id="51" name="Text Placeholder 18">
            <a:extLst>
              <a:ext uri="{FF2B5EF4-FFF2-40B4-BE49-F238E27FC236}">
                <a16:creationId xmlns:a16="http://schemas.microsoft.com/office/drawing/2014/main" id="{157078A3-29E1-41EF-B417-3EFC954DE3D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88180" y="2778461"/>
            <a:ext cx="663216" cy="49244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200" b="1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3</a:t>
            </a:r>
          </a:p>
        </p:txBody>
      </p:sp>
      <p:sp>
        <p:nvSpPr>
          <p:cNvPr id="52" name="Text Placeholder 18">
            <a:extLst>
              <a:ext uri="{FF2B5EF4-FFF2-40B4-BE49-F238E27FC236}">
                <a16:creationId xmlns:a16="http://schemas.microsoft.com/office/drawing/2014/main" id="{1F43F7C5-59C8-4730-9B3E-1005E10D4FB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88180" y="3538348"/>
            <a:ext cx="663216" cy="49244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200" b="1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4</a:t>
            </a:r>
          </a:p>
        </p:txBody>
      </p:sp>
      <p:sp>
        <p:nvSpPr>
          <p:cNvPr id="53" name="Text Placeholder 18">
            <a:extLst>
              <a:ext uri="{FF2B5EF4-FFF2-40B4-BE49-F238E27FC236}">
                <a16:creationId xmlns:a16="http://schemas.microsoft.com/office/drawing/2014/main" id="{33DC9C93-DB5B-4E8F-9250-696183CD37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88180" y="4298235"/>
            <a:ext cx="663216" cy="49244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200" b="1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5</a:t>
            </a:r>
          </a:p>
        </p:txBody>
      </p:sp>
      <p:sp>
        <p:nvSpPr>
          <p:cNvPr id="54" name="Text Placeholder 18">
            <a:extLst>
              <a:ext uri="{FF2B5EF4-FFF2-40B4-BE49-F238E27FC236}">
                <a16:creationId xmlns:a16="http://schemas.microsoft.com/office/drawing/2014/main" id="{1DE28CF5-2AB2-40BE-A56B-088BEABF527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988180" y="5058123"/>
            <a:ext cx="663216" cy="49244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200" b="1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6</a:t>
            </a:r>
          </a:p>
        </p:txBody>
      </p:sp>
      <p:sp>
        <p:nvSpPr>
          <p:cNvPr id="22" name="Title 2">
            <a:extLst>
              <a:ext uri="{FF2B5EF4-FFF2-40B4-BE49-F238E27FC236}">
                <a16:creationId xmlns:a16="http://schemas.microsoft.com/office/drawing/2014/main" id="{D028FD0C-5FAF-4B54-8D5E-4FCAABF891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939" y="2766223"/>
            <a:ext cx="4395434" cy="132556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Table of Contents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7756078F-468F-4D89-864C-3C864CF55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38A9E088-5D8A-4B32-846D-FC3201C41C8F}" type="datetime3">
              <a:rPr lang="en-US" smtClean="0"/>
              <a:t>3 November 2025</a:t>
            </a:fld>
            <a:endParaRPr lang="fr-FR" dirty="0"/>
          </a:p>
        </p:txBody>
      </p:sp>
      <p:grpSp>
        <p:nvGrpSpPr>
          <p:cNvPr id="24" name="Groupe 250">
            <a:extLst>
              <a:ext uri="{FF2B5EF4-FFF2-40B4-BE49-F238E27FC236}">
                <a16:creationId xmlns:a16="http://schemas.microsoft.com/office/drawing/2014/main" id="{FD68FB2E-4CD8-4BA0-8BCC-8BA165CE3F32}"/>
              </a:ext>
            </a:extLst>
          </p:cNvPr>
          <p:cNvGrpSpPr/>
          <p:nvPr userDrawn="1"/>
        </p:nvGrpSpPr>
        <p:grpSpPr>
          <a:xfrm>
            <a:off x="5456917" y="6670035"/>
            <a:ext cx="1278167" cy="125311"/>
            <a:chOff x="5629458" y="3655836"/>
            <a:chExt cx="2227432" cy="218376"/>
          </a:xfrm>
          <a:solidFill>
            <a:srgbClr val="5E6A71"/>
          </a:solidFill>
        </p:grpSpPr>
        <p:sp>
          <p:nvSpPr>
            <p:cNvPr id="29" name="Freeform 5">
              <a:extLst>
                <a:ext uri="{FF2B5EF4-FFF2-40B4-BE49-F238E27FC236}">
                  <a16:creationId xmlns:a16="http://schemas.microsoft.com/office/drawing/2014/main" id="{C175E724-4E2E-4766-A0A8-6BCACA1C4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975" y="3775689"/>
              <a:ext cx="61958" cy="55864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" name="Rectangle 6">
              <a:extLst>
                <a:ext uri="{FF2B5EF4-FFF2-40B4-BE49-F238E27FC236}">
                  <a16:creationId xmlns:a16="http://schemas.microsoft.com/office/drawing/2014/main" id="{DF149AE6-72EB-4FD8-8B32-A58F2BDA2B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662" y="3849835"/>
              <a:ext cx="284396" cy="2437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" name="Freeform 7">
              <a:extLst>
                <a:ext uri="{FF2B5EF4-FFF2-40B4-BE49-F238E27FC236}">
                  <a16:creationId xmlns:a16="http://schemas.microsoft.com/office/drawing/2014/main" id="{B4819D7A-0EF0-4B9F-8233-766F188091D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1195" y="3655836"/>
              <a:ext cx="77193" cy="62973"/>
            </a:xfrm>
            <a:custGeom>
              <a:avLst/>
              <a:gdLst>
                <a:gd name="T0" fmla="*/ 66 w 66"/>
                <a:gd name="T1" fmla="*/ 25 h 53"/>
                <a:gd name="T2" fmla="*/ 19 w 66"/>
                <a:gd name="T3" fmla="*/ 50 h 53"/>
                <a:gd name="T4" fmla="*/ 7 w 66"/>
                <a:gd name="T5" fmla="*/ 48 h 53"/>
                <a:gd name="T6" fmla="*/ 0 w 66"/>
                <a:gd name="T7" fmla="*/ 31 h 53"/>
                <a:gd name="T8" fmla="*/ 8 w 66"/>
                <a:gd name="T9" fmla="*/ 31 h 53"/>
                <a:gd name="T10" fmla="*/ 66 w 66"/>
                <a:gd name="T11" fmla="*/ 0 h 53"/>
                <a:gd name="T12" fmla="*/ 66 w 66"/>
                <a:gd name="T13" fmla="*/ 2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53">
                  <a:moveTo>
                    <a:pt x="66" y="25"/>
                  </a:moveTo>
                  <a:cubicBezTo>
                    <a:pt x="66" y="25"/>
                    <a:pt x="28" y="47"/>
                    <a:pt x="19" y="50"/>
                  </a:cubicBezTo>
                  <a:cubicBezTo>
                    <a:pt x="11" y="53"/>
                    <a:pt x="8" y="49"/>
                    <a:pt x="7" y="48"/>
                  </a:cubicBezTo>
                  <a:cubicBezTo>
                    <a:pt x="4" y="44"/>
                    <a:pt x="1" y="33"/>
                    <a:pt x="0" y="31"/>
                  </a:cubicBezTo>
                  <a:cubicBezTo>
                    <a:pt x="1" y="31"/>
                    <a:pt x="3" y="32"/>
                    <a:pt x="8" y="31"/>
                  </a:cubicBezTo>
                  <a:cubicBezTo>
                    <a:pt x="13" y="29"/>
                    <a:pt x="66" y="0"/>
                    <a:pt x="66" y="0"/>
                  </a:cubicBezTo>
                  <a:cubicBezTo>
                    <a:pt x="66" y="25"/>
                    <a:pt x="66" y="25"/>
                    <a:pt x="66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8" name="Freeform 8">
              <a:extLst>
                <a:ext uri="{FF2B5EF4-FFF2-40B4-BE49-F238E27FC236}">
                  <a16:creationId xmlns:a16="http://schemas.microsoft.com/office/drawing/2014/main" id="{1AA240C7-D988-4913-969B-559438A8F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458" y="3669040"/>
              <a:ext cx="318930" cy="18384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9" name="Freeform 9">
              <a:extLst>
                <a:ext uri="{FF2B5EF4-FFF2-40B4-BE49-F238E27FC236}">
                  <a16:creationId xmlns:a16="http://schemas.microsoft.com/office/drawing/2014/main" id="{4DC24922-DE6B-4802-BB8B-11FD9D41238C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3550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5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604C345C-86A5-487F-9F89-84229056BE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8481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491E9FC1-6E6B-42CE-AF92-2E213F17FA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4271" y="3696464"/>
              <a:ext cx="90398" cy="126963"/>
            </a:xfrm>
            <a:custGeom>
              <a:avLst/>
              <a:gdLst>
                <a:gd name="T0" fmla="*/ 0 w 77"/>
                <a:gd name="T1" fmla="*/ 83 h 107"/>
                <a:gd name="T2" fmla="*/ 0 w 77"/>
                <a:gd name="T3" fmla="*/ 24 h 107"/>
                <a:gd name="T4" fmla="*/ 75 w 77"/>
                <a:gd name="T5" fmla="*/ 24 h 107"/>
                <a:gd name="T6" fmla="*/ 75 w 77"/>
                <a:gd name="T7" fmla="*/ 37 h 107"/>
                <a:gd name="T8" fmla="*/ 18 w 77"/>
                <a:gd name="T9" fmla="*/ 37 h 107"/>
                <a:gd name="T10" fmla="*/ 18 w 77"/>
                <a:gd name="T11" fmla="*/ 57 h 107"/>
                <a:gd name="T12" fmla="*/ 70 w 77"/>
                <a:gd name="T13" fmla="*/ 57 h 107"/>
                <a:gd name="T14" fmla="*/ 70 w 77"/>
                <a:gd name="T15" fmla="*/ 70 h 107"/>
                <a:gd name="T16" fmla="*/ 18 w 77"/>
                <a:gd name="T17" fmla="*/ 70 h 107"/>
                <a:gd name="T18" fmla="*/ 18 w 77"/>
                <a:gd name="T19" fmla="*/ 83 h 107"/>
                <a:gd name="T20" fmla="*/ 28 w 77"/>
                <a:gd name="T21" fmla="*/ 93 h 107"/>
                <a:gd name="T22" fmla="*/ 77 w 77"/>
                <a:gd name="T23" fmla="*/ 93 h 107"/>
                <a:gd name="T24" fmla="*/ 77 w 77"/>
                <a:gd name="T25" fmla="*/ 107 h 107"/>
                <a:gd name="T26" fmla="*/ 24 w 77"/>
                <a:gd name="T27" fmla="*/ 107 h 107"/>
                <a:gd name="T28" fmla="*/ 0 w 77"/>
                <a:gd name="T29" fmla="*/ 83 h 107"/>
                <a:gd name="T30" fmla="*/ 57 w 77"/>
                <a:gd name="T31" fmla="*/ 0 h 107"/>
                <a:gd name="T32" fmla="*/ 43 w 77"/>
                <a:gd name="T33" fmla="*/ 15 h 107"/>
                <a:gd name="T34" fmla="*/ 28 w 77"/>
                <a:gd name="T35" fmla="*/ 15 h 107"/>
                <a:gd name="T36" fmla="*/ 39 w 77"/>
                <a:gd name="T37" fmla="*/ 0 h 107"/>
                <a:gd name="T38" fmla="*/ 57 w 77"/>
                <a:gd name="T39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" h="107">
                  <a:moveTo>
                    <a:pt x="0" y="83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90"/>
                    <a:pt x="21" y="93"/>
                    <a:pt x="28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107"/>
                    <a:pt x="77" y="107"/>
                    <a:pt x="77" y="107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9" y="107"/>
                    <a:pt x="0" y="98"/>
                    <a:pt x="0" y="83"/>
                  </a:cubicBezTo>
                  <a:close/>
                  <a:moveTo>
                    <a:pt x="57" y="0"/>
                  </a:moveTo>
                  <a:cubicBezTo>
                    <a:pt x="43" y="15"/>
                    <a:pt x="43" y="15"/>
                    <a:pt x="43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9" y="0"/>
                    <a:pt x="39" y="0"/>
                    <a:pt x="39" y="0"/>
                  </a:cubicBez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E728B22A-BC19-4260-9A7D-9CA5A9A57D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7014" y="3724904"/>
              <a:ext cx="105633" cy="98523"/>
            </a:xfrm>
            <a:custGeom>
              <a:avLst/>
              <a:gdLst>
                <a:gd name="T0" fmla="*/ 0 w 90"/>
                <a:gd name="T1" fmla="*/ 0 h 83"/>
                <a:gd name="T2" fmla="*/ 37 w 90"/>
                <a:gd name="T3" fmla="*/ 0 h 83"/>
                <a:gd name="T4" fmla="*/ 90 w 90"/>
                <a:gd name="T5" fmla="*/ 41 h 83"/>
                <a:gd name="T6" fmla="*/ 37 w 90"/>
                <a:gd name="T7" fmla="*/ 83 h 83"/>
                <a:gd name="T8" fmla="*/ 0 w 90"/>
                <a:gd name="T9" fmla="*/ 83 h 83"/>
                <a:gd name="T10" fmla="*/ 0 w 90"/>
                <a:gd name="T11" fmla="*/ 0 h 83"/>
                <a:gd name="T12" fmla="*/ 38 w 90"/>
                <a:gd name="T13" fmla="*/ 69 h 83"/>
                <a:gd name="T14" fmla="*/ 71 w 90"/>
                <a:gd name="T15" fmla="*/ 41 h 83"/>
                <a:gd name="T16" fmla="*/ 38 w 90"/>
                <a:gd name="T17" fmla="*/ 13 h 83"/>
                <a:gd name="T18" fmla="*/ 17 w 90"/>
                <a:gd name="T19" fmla="*/ 13 h 83"/>
                <a:gd name="T20" fmla="*/ 17 w 90"/>
                <a:gd name="T21" fmla="*/ 69 h 83"/>
                <a:gd name="T22" fmla="*/ 38 w 90"/>
                <a:gd name="T23" fmla="*/ 6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3">
                  <a:moveTo>
                    <a:pt x="0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69" y="0"/>
                    <a:pt x="90" y="17"/>
                    <a:pt x="90" y="41"/>
                  </a:cubicBezTo>
                  <a:cubicBezTo>
                    <a:pt x="90" y="66"/>
                    <a:pt x="69" y="83"/>
                    <a:pt x="3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38" y="69"/>
                  </a:moveTo>
                  <a:cubicBezTo>
                    <a:pt x="58" y="69"/>
                    <a:pt x="71" y="58"/>
                    <a:pt x="71" y="41"/>
                  </a:cubicBezTo>
                  <a:cubicBezTo>
                    <a:pt x="71" y="25"/>
                    <a:pt x="58" y="13"/>
                    <a:pt x="3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69"/>
                    <a:pt x="17" y="69"/>
                    <a:pt x="17" y="69"/>
                  </a:cubicBezTo>
                  <a:lnTo>
                    <a:pt x="38" y="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3" name="Rectangle 13">
              <a:extLst>
                <a:ext uri="{FF2B5EF4-FFF2-40B4-BE49-F238E27FC236}">
                  <a16:creationId xmlns:a16="http://schemas.microsoft.com/office/drawing/2014/main" id="{E28A6947-C32E-4E80-90CC-794B550EA1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929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F43C0FC9-C2EB-42C3-9423-2382FCEA1DF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557" y="3724904"/>
              <a:ext cx="94460" cy="98523"/>
            </a:xfrm>
            <a:custGeom>
              <a:avLst/>
              <a:gdLst>
                <a:gd name="T0" fmla="*/ 0 w 93"/>
                <a:gd name="T1" fmla="*/ 15 h 97"/>
                <a:gd name="T2" fmla="*/ 0 w 93"/>
                <a:gd name="T3" fmla="*/ 0 h 97"/>
                <a:gd name="T4" fmla="*/ 93 w 93"/>
                <a:gd name="T5" fmla="*/ 0 h 97"/>
                <a:gd name="T6" fmla="*/ 93 w 93"/>
                <a:gd name="T7" fmla="*/ 15 h 97"/>
                <a:gd name="T8" fmla="*/ 56 w 93"/>
                <a:gd name="T9" fmla="*/ 15 h 97"/>
                <a:gd name="T10" fmla="*/ 56 w 93"/>
                <a:gd name="T11" fmla="*/ 97 h 97"/>
                <a:gd name="T12" fmla="*/ 36 w 93"/>
                <a:gd name="T13" fmla="*/ 97 h 97"/>
                <a:gd name="T14" fmla="*/ 36 w 93"/>
                <a:gd name="T15" fmla="*/ 15 h 97"/>
                <a:gd name="T16" fmla="*/ 0 w 93"/>
                <a:gd name="T17" fmla="*/ 1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97">
                  <a:moveTo>
                    <a:pt x="0" y="15"/>
                  </a:moveTo>
                  <a:lnTo>
                    <a:pt x="0" y="0"/>
                  </a:lnTo>
                  <a:lnTo>
                    <a:pt x="93" y="0"/>
                  </a:lnTo>
                  <a:lnTo>
                    <a:pt x="93" y="15"/>
                  </a:lnTo>
                  <a:lnTo>
                    <a:pt x="56" y="15"/>
                  </a:lnTo>
                  <a:lnTo>
                    <a:pt x="56" y="97"/>
                  </a:lnTo>
                  <a:lnTo>
                    <a:pt x="36" y="97"/>
                  </a:lnTo>
                  <a:lnTo>
                    <a:pt x="36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B2317D7D-0582-401E-932C-76573D1D89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70552" y="3724904"/>
              <a:ext cx="121884" cy="98523"/>
            </a:xfrm>
            <a:custGeom>
              <a:avLst/>
              <a:gdLst>
                <a:gd name="T0" fmla="*/ 85 w 120"/>
                <a:gd name="T1" fmla="*/ 73 h 97"/>
                <a:gd name="T2" fmla="*/ 32 w 120"/>
                <a:gd name="T3" fmla="*/ 73 h 97"/>
                <a:gd name="T4" fmla="*/ 21 w 120"/>
                <a:gd name="T5" fmla="*/ 97 h 97"/>
                <a:gd name="T6" fmla="*/ 0 w 120"/>
                <a:gd name="T7" fmla="*/ 97 h 97"/>
                <a:gd name="T8" fmla="*/ 50 w 120"/>
                <a:gd name="T9" fmla="*/ 0 h 97"/>
                <a:gd name="T10" fmla="*/ 70 w 120"/>
                <a:gd name="T11" fmla="*/ 0 h 97"/>
                <a:gd name="T12" fmla="*/ 120 w 120"/>
                <a:gd name="T13" fmla="*/ 97 h 97"/>
                <a:gd name="T14" fmla="*/ 97 w 120"/>
                <a:gd name="T15" fmla="*/ 97 h 97"/>
                <a:gd name="T16" fmla="*/ 85 w 120"/>
                <a:gd name="T17" fmla="*/ 73 h 97"/>
                <a:gd name="T18" fmla="*/ 77 w 120"/>
                <a:gd name="T19" fmla="*/ 58 h 97"/>
                <a:gd name="T20" fmla="*/ 59 w 120"/>
                <a:gd name="T21" fmla="*/ 20 h 97"/>
                <a:gd name="T22" fmla="*/ 40 w 120"/>
                <a:gd name="T23" fmla="*/ 58 h 97"/>
                <a:gd name="T24" fmla="*/ 77 w 120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7">
                  <a:moveTo>
                    <a:pt x="85" y="73"/>
                  </a:moveTo>
                  <a:lnTo>
                    <a:pt x="32" y="73"/>
                  </a:lnTo>
                  <a:lnTo>
                    <a:pt x="21" y="97"/>
                  </a:lnTo>
                  <a:lnTo>
                    <a:pt x="0" y="97"/>
                  </a:lnTo>
                  <a:lnTo>
                    <a:pt x="50" y="0"/>
                  </a:lnTo>
                  <a:lnTo>
                    <a:pt x="70" y="0"/>
                  </a:lnTo>
                  <a:lnTo>
                    <a:pt x="120" y="97"/>
                  </a:lnTo>
                  <a:lnTo>
                    <a:pt x="97" y="97"/>
                  </a:lnTo>
                  <a:lnTo>
                    <a:pt x="85" y="73"/>
                  </a:lnTo>
                  <a:close/>
                  <a:moveTo>
                    <a:pt x="77" y="58"/>
                  </a:moveTo>
                  <a:lnTo>
                    <a:pt x="59" y="20"/>
                  </a:lnTo>
                  <a:lnTo>
                    <a:pt x="40" y="58"/>
                  </a:lnTo>
                  <a:lnTo>
                    <a:pt x="77" y="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EA077BD0-B5E6-4E5C-8E81-293D8F38A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498" y="3723888"/>
              <a:ext cx="108680" cy="100555"/>
            </a:xfrm>
            <a:custGeom>
              <a:avLst/>
              <a:gdLst>
                <a:gd name="T0" fmla="*/ 52 w 93"/>
                <a:gd name="T1" fmla="*/ 0 h 85"/>
                <a:gd name="T2" fmla="*/ 89 w 93"/>
                <a:gd name="T3" fmla="*/ 11 h 85"/>
                <a:gd name="T4" fmla="*/ 80 w 93"/>
                <a:gd name="T5" fmla="*/ 22 h 85"/>
                <a:gd name="T6" fmla="*/ 53 w 93"/>
                <a:gd name="T7" fmla="*/ 12 h 85"/>
                <a:gd name="T8" fmla="*/ 18 w 93"/>
                <a:gd name="T9" fmla="*/ 42 h 85"/>
                <a:gd name="T10" fmla="*/ 52 w 93"/>
                <a:gd name="T11" fmla="*/ 72 h 85"/>
                <a:gd name="T12" fmla="*/ 76 w 93"/>
                <a:gd name="T13" fmla="*/ 66 h 85"/>
                <a:gd name="T14" fmla="*/ 76 w 93"/>
                <a:gd name="T15" fmla="*/ 50 h 85"/>
                <a:gd name="T16" fmla="*/ 51 w 93"/>
                <a:gd name="T17" fmla="*/ 50 h 85"/>
                <a:gd name="T18" fmla="*/ 51 w 93"/>
                <a:gd name="T19" fmla="*/ 37 h 85"/>
                <a:gd name="T20" fmla="*/ 93 w 93"/>
                <a:gd name="T21" fmla="*/ 37 h 85"/>
                <a:gd name="T22" fmla="*/ 93 w 93"/>
                <a:gd name="T23" fmla="*/ 72 h 85"/>
                <a:gd name="T24" fmla="*/ 52 w 93"/>
                <a:gd name="T25" fmla="*/ 85 h 85"/>
                <a:gd name="T26" fmla="*/ 0 w 93"/>
                <a:gd name="T27" fmla="*/ 42 h 85"/>
                <a:gd name="T28" fmla="*/ 52 w 93"/>
                <a:gd name="T2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4"/>
                    <a:pt x="18" y="42"/>
                  </a:cubicBezTo>
                  <a:cubicBezTo>
                    <a:pt x="18" y="59"/>
                    <a:pt x="32" y="72"/>
                    <a:pt x="52" y="72"/>
                  </a:cubicBezTo>
                  <a:cubicBezTo>
                    <a:pt x="61" y="72"/>
                    <a:pt x="70" y="70"/>
                    <a:pt x="76" y="66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3" y="72"/>
                    <a:pt x="93" y="72"/>
                    <a:pt x="93" y="72"/>
                  </a:cubicBezTo>
                  <a:cubicBezTo>
                    <a:pt x="83" y="79"/>
                    <a:pt x="69" y="85"/>
                    <a:pt x="52" y="85"/>
                  </a:cubicBezTo>
                  <a:cubicBezTo>
                    <a:pt x="21" y="85"/>
                    <a:pt x="0" y="67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5" name="Freeform 17">
              <a:extLst>
                <a:ext uri="{FF2B5EF4-FFF2-40B4-BE49-F238E27FC236}">
                  <a16:creationId xmlns:a16="http://schemas.microsoft.com/office/drawing/2014/main" id="{E2749E81-982B-42B6-A248-17455FFEB8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9555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6" name="Rectangle 18">
              <a:extLst>
                <a:ext uri="{FF2B5EF4-FFF2-40B4-BE49-F238E27FC236}">
                  <a16:creationId xmlns:a16="http://schemas.microsoft.com/office/drawing/2014/main" id="{1FB32F99-844F-4F47-94EF-5A74F13521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9408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7" name="Freeform 19">
              <a:extLst>
                <a:ext uri="{FF2B5EF4-FFF2-40B4-BE49-F238E27FC236}">
                  <a16:creationId xmlns:a16="http://schemas.microsoft.com/office/drawing/2014/main" id="{AFBC2EA8-3E60-4A35-8B96-B3522B315C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2067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8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8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4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8" name="Freeform 20">
              <a:extLst>
                <a:ext uri="{FF2B5EF4-FFF2-40B4-BE49-F238E27FC236}">
                  <a16:creationId xmlns:a16="http://schemas.microsoft.com/office/drawing/2014/main" id="{D435CDE8-700A-4105-BD30-B7F036F8AB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1763" y="3723888"/>
              <a:ext cx="123915" cy="100555"/>
            </a:xfrm>
            <a:custGeom>
              <a:avLst/>
              <a:gdLst>
                <a:gd name="T0" fmla="*/ 0 w 105"/>
                <a:gd name="T1" fmla="*/ 42 h 85"/>
                <a:gd name="T2" fmla="*/ 52 w 105"/>
                <a:gd name="T3" fmla="*/ 0 h 85"/>
                <a:gd name="T4" fmla="*/ 105 w 105"/>
                <a:gd name="T5" fmla="*/ 42 h 85"/>
                <a:gd name="T6" fmla="*/ 52 w 105"/>
                <a:gd name="T7" fmla="*/ 85 h 85"/>
                <a:gd name="T8" fmla="*/ 0 w 105"/>
                <a:gd name="T9" fmla="*/ 42 h 85"/>
                <a:gd name="T10" fmla="*/ 19 w 105"/>
                <a:gd name="T11" fmla="*/ 42 h 85"/>
                <a:gd name="T12" fmla="*/ 52 w 105"/>
                <a:gd name="T13" fmla="*/ 72 h 85"/>
                <a:gd name="T14" fmla="*/ 86 w 105"/>
                <a:gd name="T15" fmla="*/ 42 h 85"/>
                <a:gd name="T16" fmla="*/ 52 w 105"/>
                <a:gd name="T17" fmla="*/ 12 h 85"/>
                <a:gd name="T18" fmla="*/ 19 w 105"/>
                <a:gd name="T19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" h="85">
                  <a:moveTo>
                    <a:pt x="0" y="42"/>
                  </a:moveTo>
                  <a:cubicBezTo>
                    <a:pt x="0" y="19"/>
                    <a:pt x="22" y="0"/>
                    <a:pt x="52" y="0"/>
                  </a:cubicBezTo>
                  <a:cubicBezTo>
                    <a:pt x="83" y="0"/>
                    <a:pt x="105" y="19"/>
                    <a:pt x="105" y="42"/>
                  </a:cubicBezTo>
                  <a:cubicBezTo>
                    <a:pt x="105" y="66"/>
                    <a:pt x="83" y="85"/>
                    <a:pt x="52" y="85"/>
                  </a:cubicBezTo>
                  <a:cubicBezTo>
                    <a:pt x="22" y="85"/>
                    <a:pt x="0" y="66"/>
                    <a:pt x="0" y="42"/>
                  </a:cubicBezTo>
                  <a:close/>
                  <a:moveTo>
                    <a:pt x="19" y="42"/>
                  </a:moveTo>
                  <a:cubicBezTo>
                    <a:pt x="19" y="59"/>
                    <a:pt x="32" y="72"/>
                    <a:pt x="52" y="72"/>
                  </a:cubicBezTo>
                  <a:cubicBezTo>
                    <a:pt x="72" y="72"/>
                    <a:pt x="86" y="59"/>
                    <a:pt x="86" y="42"/>
                  </a:cubicBezTo>
                  <a:cubicBezTo>
                    <a:pt x="86" y="26"/>
                    <a:pt x="72" y="12"/>
                    <a:pt x="52" y="12"/>
                  </a:cubicBezTo>
                  <a:cubicBezTo>
                    <a:pt x="32" y="12"/>
                    <a:pt x="19" y="26"/>
                    <a:pt x="19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9" name="Freeform 21">
              <a:extLst>
                <a:ext uri="{FF2B5EF4-FFF2-40B4-BE49-F238E27FC236}">
                  <a16:creationId xmlns:a16="http://schemas.microsoft.com/office/drawing/2014/main" id="{E34414FD-D245-4580-B758-046046911D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1929" y="3724904"/>
              <a:ext cx="82272" cy="98523"/>
            </a:xfrm>
            <a:custGeom>
              <a:avLst/>
              <a:gdLst>
                <a:gd name="T0" fmla="*/ 0 w 81"/>
                <a:gd name="T1" fmla="*/ 0 h 97"/>
                <a:gd name="T2" fmla="*/ 20 w 81"/>
                <a:gd name="T3" fmla="*/ 0 h 97"/>
                <a:gd name="T4" fmla="*/ 20 w 81"/>
                <a:gd name="T5" fmla="*/ 81 h 97"/>
                <a:gd name="T6" fmla="*/ 81 w 81"/>
                <a:gd name="T7" fmla="*/ 81 h 97"/>
                <a:gd name="T8" fmla="*/ 81 w 81"/>
                <a:gd name="T9" fmla="*/ 97 h 97"/>
                <a:gd name="T10" fmla="*/ 0 w 81"/>
                <a:gd name="T11" fmla="*/ 97 h 97"/>
                <a:gd name="T12" fmla="*/ 0 w 81"/>
                <a:gd name="T13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97">
                  <a:moveTo>
                    <a:pt x="0" y="0"/>
                  </a:moveTo>
                  <a:lnTo>
                    <a:pt x="20" y="0"/>
                  </a:lnTo>
                  <a:lnTo>
                    <a:pt x="20" y="81"/>
                  </a:lnTo>
                  <a:lnTo>
                    <a:pt x="81" y="81"/>
                  </a:lnTo>
                  <a:lnTo>
                    <a:pt x="81" y="97"/>
                  </a:lnTo>
                  <a:lnTo>
                    <a:pt x="0" y="9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0" name="Freeform 22">
              <a:extLst>
                <a:ext uri="{FF2B5EF4-FFF2-40B4-BE49-F238E27FC236}">
                  <a16:creationId xmlns:a16="http://schemas.microsoft.com/office/drawing/2014/main" id="{EE3820F0-9537-4AE2-9F89-D8142D7264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4359" y="3724904"/>
              <a:ext cx="89382" cy="98523"/>
            </a:xfrm>
            <a:custGeom>
              <a:avLst/>
              <a:gdLst>
                <a:gd name="T0" fmla="*/ 0 w 76"/>
                <a:gd name="T1" fmla="*/ 59 h 83"/>
                <a:gd name="T2" fmla="*/ 0 w 76"/>
                <a:gd name="T3" fmla="*/ 0 h 83"/>
                <a:gd name="T4" fmla="*/ 75 w 76"/>
                <a:gd name="T5" fmla="*/ 0 h 83"/>
                <a:gd name="T6" fmla="*/ 75 w 76"/>
                <a:gd name="T7" fmla="*/ 13 h 83"/>
                <a:gd name="T8" fmla="*/ 18 w 76"/>
                <a:gd name="T9" fmla="*/ 13 h 83"/>
                <a:gd name="T10" fmla="*/ 18 w 76"/>
                <a:gd name="T11" fmla="*/ 33 h 83"/>
                <a:gd name="T12" fmla="*/ 70 w 76"/>
                <a:gd name="T13" fmla="*/ 33 h 83"/>
                <a:gd name="T14" fmla="*/ 70 w 76"/>
                <a:gd name="T15" fmla="*/ 46 h 83"/>
                <a:gd name="T16" fmla="*/ 18 w 76"/>
                <a:gd name="T17" fmla="*/ 46 h 83"/>
                <a:gd name="T18" fmla="*/ 18 w 76"/>
                <a:gd name="T19" fmla="*/ 59 h 83"/>
                <a:gd name="T20" fmla="*/ 28 w 76"/>
                <a:gd name="T21" fmla="*/ 69 h 83"/>
                <a:gd name="T22" fmla="*/ 76 w 76"/>
                <a:gd name="T23" fmla="*/ 69 h 83"/>
                <a:gd name="T24" fmla="*/ 76 w 76"/>
                <a:gd name="T25" fmla="*/ 83 h 83"/>
                <a:gd name="T26" fmla="*/ 24 w 76"/>
                <a:gd name="T27" fmla="*/ 83 h 83"/>
                <a:gd name="T28" fmla="*/ 0 w 76"/>
                <a:gd name="T29" fmla="*/ 5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83">
                  <a:moveTo>
                    <a:pt x="0" y="5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66"/>
                    <a:pt x="21" y="69"/>
                    <a:pt x="28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9" y="83"/>
                    <a:pt x="0" y="74"/>
                    <a:pt x="0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1" name="Freeform 23">
              <a:extLst>
                <a:ext uri="{FF2B5EF4-FFF2-40B4-BE49-F238E27FC236}">
                  <a16:creationId xmlns:a16="http://schemas.microsoft.com/office/drawing/2014/main" id="{A9789BC9-9A03-4934-91AB-D125CFF3C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2651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5"/>
                    <a:pt x="18" y="42"/>
                  </a:cubicBezTo>
                  <a:cubicBezTo>
                    <a:pt x="18" y="60"/>
                    <a:pt x="34" y="72"/>
                    <a:pt x="53" y="72"/>
                  </a:cubicBezTo>
                  <a:cubicBezTo>
                    <a:pt x="65" y="72"/>
                    <a:pt x="73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2" name="Rectangle 24">
              <a:extLst>
                <a:ext uri="{FF2B5EF4-FFF2-40B4-BE49-F238E27FC236}">
                  <a16:creationId xmlns:a16="http://schemas.microsoft.com/office/drawing/2014/main" id="{D771BD3E-7D33-43F2-AD6F-1538A4B75D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6566" y="3724904"/>
              <a:ext cx="20314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3" name="Freeform 25">
              <a:extLst>
                <a:ext uri="{FF2B5EF4-FFF2-40B4-BE49-F238E27FC236}">
                  <a16:creationId xmlns:a16="http://schemas.microsoft.com/office/drawing/2014/main" id="{8D5F03FC-D437-43A7-81AC-CEA9E36537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6335" y="3724904"/>
              <a:ext cx="100555" cy="98523"/>
            </a:xfrm>
            <a:custGeom>
              <a:avLst/>
              <a:gdLst>
                <a:gd name="T0" fmla="*/ 86 w 86"/>
                <a:gd name="T1" fmla="*/ 59 h 83"/>
                <a:gd name="T2" fmla="*/ 51 w 86"/>
                <a:gd name="T3" fmla="*/ 83 h 83"/>
                <a:gd name="T4" fmla="*/ 0 w 86"/>
                <a:gd name="T5" fmla="*/ 83 h 83"/>
                <a:gd name="T6" fmla="*/ 0 w 86"/>
                <a:gd name="T7" fmla="*/ 0 h 83"/>
                <a:gd name="T8" fmla="*/ 48 w 86"/>
                <a:gd name="T9" fmla="*/ 0 h 83"/>
                <a:gd name="T10" fmla="*/ 82 w 86"/>
                <a:gd name="T11" fmla="*/ 23 h 83"/>
                <a:gd name="T12" fmla="*/ 69 w 86"/>
                <a:gd name="T13" fmla="*/ 40 h 83"/>
                <a:gd name="T14" fmla="*/ 86 w 86"/>
                <a:gd name="T15" fmla="*/ 59 h 83"/>
                <a:gd name="T16" fmla="*/ 17 w 86"/>
                <a:gd name="T17" fmla="*/ 13 h 83"/>
                <a:gd name="T18" fmla="*/ 17 w 86"/>
                <a:gd name="T19" fmla="*/ 34 h 83"/>
                <a:gd name="T20" fmla="*/ 47 w 86"/>
                <a:gd name="T21" fmla="*/ 34 h 83"/>
                <a:gd name="T22" fmla="*/ 63 w 86"/>
                <a:gd name="T23" fmla="*/ 24 h 83"/>
                <a:gd name="T24" fmla="*/ 46 w 86"/>
                <a:gd name="T25" fmla="*/ 13 h 83"/>
                <a:gd name="T26" fmla="*/ 17 w 86"/>
                <a:gd name="T27" fmla="*/ 13 h 83"/>
                <a:gd name="T28" fmla="*/ 67 w 86"/>
                <a:gd name="T29" fmla="*/ 58 h 83"/>
                <a:gd name="T30" fmla="*/ 50 w 86"/>
                <a:gd name="T31" fmla="*/ 47 h 83"/>
                <a:gd name="T32" fmla="*/ 17 w 86"/>
                <a:gd name="T33" fmla="*/ 47 h 83"/>
                <a:gd name="T34" fmla="*/ 17 w 86"/>
                <a:gd name="T35" fmla="*/ 69 h 83"/>
                <a:gd name="T36" fmla="*/ 50 w 86"/>
                <a:gd name="T37" fmla="*/ 69 h 83"/>
                <a:gd name="T38" fmla="*/ 67 w 86"/>
                <a:gd name="T39" fmla="*/ 5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" h="83">
                  <a:moveTo>
                    <a:pt x="86" y="59"/>
                  </a:moveTo>
                  <a:cubicBezTo>
                    <a:pt x="86" y="74"/>
                    <a:pt x="70" y="83"/>
                    <a:pt x="51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7" y="0"/>
                    <a:pt x="82" y="8"/>
                    <a:pt x="82" y="23"/>
                  </a:cubicBezTo>
                  <a:cubicBezTo>
                    <a:pt x="82" y="31"/>
                    <a:pt x="77" y="37"/>
                    <a:pt x="69" y="40"/>
                  </a:cubicBezTo>
                  <a:cubicBezTo>
                    <a:pt x="79" y="43"/>
                    <a:pt x="86" y="49"/>
                    <a:pt x="86" y="59"/>
                  </a:cubicBezTo>
                  <a:close/>
                  <a:moveTo>
                    <a:pt x="17" y="13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57" y="34"/>
                    <a:pt x="63" y="31"/>
                    <a:pt x="63" y="24"/>
                  </a:cubicBezTo>
                  <a:cubicBezTo>
                    <a:pt x="63" y="17"/>
                    <a:pt x="57" y="13"/>
                    <a:pt x="46" y="13"/>
                  </a:cubicBezTo>
                  <a:lnTo>
                    <a:pt x="17" y="13"/>
                  </a:lnTo>
                  <a:close/>
                  <a:moveTo>
                    <a:pt x="67" y="58"/>
                  </a:moveTo>
                  <a:cubicBezTo>
                    <a:pt x="67" y="51"/>
                    <a:pt x="60" y="47"/>
                    <a:pt x="50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60" y="69"/>
                    <a:pt x="67" y="65"/>
                    <a:pt x="67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7374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47B2EE8-3A6A-6F4E-924D-906B29354BF1}"/>
              </a:ext>
            </a:extLst>
          </p:cNvPr>
          <p:cNvSpPr/>
          <p:nvPr userDrawn="1"/>
        </p:nvSpPr>
        <p:spPr>
          <a:xfrm>
            <a:off x="1" y="4"/>
            <a:ext cx="4079875" cy="68044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A0EB3A2-82A8-46C7-821A-D59837315B5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72000 w 9144000"/>
              <a:gd name="connsiteY0" fmla="*/ 83718 h 5143500"/>
              <a:gd name="connsiteX1" fmla="*/ 72000 w 9144000"/>
              <a:gd name="connsiteY1" fmla="*/ 4952999 h 5143500"/>
              <a:gd name="connsiteX2" fmla="*/ 9072000 w 9144000"/>
              <a:gd name="connsiteY2" fmla="*/ 4952999 h 5143500"/>
              <a:gd name="connsiteX3" fmla="*/ 9072000 w 9144000"/>
              <a:gd name="connsiteY3" fmla="*/ 83718 h 5143500"/>
              <a:gd name="connsiteX4" fmla="*/ 0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5143500 h 5143500"/>
              <a:gd name="connsiteX7" fmla="*/ 0 w 914400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72000" y="83718"/>
                </a:moveTo>
                <a:lnTo>
                  <a:pt x="72000" y="4952999"/>
                </a:lnTo>
                <a:lnTo>
                  <a:pt x="9072000" y="4952999"/>
                </a:lnTo>
                <a:lnTo>
                  <a:pt x="9072000" y="83718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00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ED52B5-4A68-4D02-9B01-877F2D0BE0C1}"/>
              </a:ext>
            </a:extLst>
          </p:cNvPr>
          <p:cNvSpPr/>
          <p:nvPr userDrawn="1"/>
        </p:nvSpPr>
        <p:spPr>
          <a:xfrm>
            <a:off x="3992723" y="2661666"/>
            <a:ext cx="174308" cy="1384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3AB8FB62-8EA0-4D4C-B72E-64C3B7B6F9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4240" y="2419135"/>
            <a:ext cx="2420239" cy="186936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7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 dirty="0"/>
              <a:t>#</a:t>
            </a: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5D334C99-4C27-4D1B-9B2A-433FA3A5A5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DF2A4E-5F90-C745-89C4-BF2989B3C191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CF54D93-6E8D-7C48-B0D2-FCB63D80F4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F7AE22-34CD-4D7F-8928-9C8FB6DEED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1800" y="2334446"/>
            <a:ext cx="7169609" cy="1426031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lnSpc>
                <a:spcPts val="5200"/>
              </a:lnSpc>
              <a:defRPr sz="480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 noProof="0" dirty="0"/>
              <a:t>Name of the </a:t>
            </a:r>
            <a:br>
              <a:rPr lang="en-US" noProof="0" dirty="0"/>
            </a:br>
            <a:r>
              <a:rPr lang="en-US" noProof="0" dirty="0"/>
              <a:t>section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34C3DBC-4FDD-47A3-8E9C-D03A390952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51800" y="3884739"/>
            <a:ext cx="7169613" cy="49244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307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Sub-title of the section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8C6D1690-3F06-453F-B62B-C5F166ACCB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758B450C-C0BA-4A61-BEC9-8EBEAF360462}" type="datetime3">
              <a:rPr lang="en-US" smtClean="0"/>
              <a:t>3 November 2025</a:t>
            </a:fld>
            <a:endParaRPr lang="fr-FR" dirty="0"/>
          </a:p>
        </p:txBody>
      </p:sp>
      <p:grpSp>
        <p:nvGrpSpPr>
          <p:cNvPr id="19" name="Groupe 250">
            <a:extLst>
              <a:ext uri="{FF2B5EF4-FFF2-40B4-BE49-F238E27FC236}">
                <a16:creationId xmlns:a16="http://schemas.microsoft.com/office/drawing/2014/main" id="{A6CFCC1F-F4DA-43C2-8588-61EA94BD7CE4}"/>
              </a:ext>
            </a:extLst>
          </p:cNvPr>
          <p:cNvGrpSpPr/>
          <p:nvPr userDrawn="1"/>
        </p:nvGrpSpPr>
        <p:grpSpPr>
          <a:xfrm>
            <a:off x="5456917" y="6670035"/>
            <a:ext cx="1278167" cy="125311"/>
            <a:chOff x="5629458" y="3655836"/>
            <a:chExt cx="2227432" cy="218376"/>
          </a:xfrm>
          <a:solidFill>
            <a:srgbClr val="5E6A71"/>
          </a:solidFill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0EA2B269-BBB7-4A80-A458-B7FA95F97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975" y="3775689"/>
              <a:ext cx="61958" cy="55864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Rectangle 6">
              <a:extLst>
                <a:ext uri="{FF2B5EF4-FFF2-40B4-BE49-F238E27FC236}">
                  <a16:creationId xmlns:a16="http://schemas.microsoft.com/office/drawing/2014/main" id="{F3486E53-8895-4DC8-8C49-29D96A63B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662" y="3849835"/>
              <a:ext cx="284396" cy="2437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48B5F368-E616-4C55-8866-89F830A8B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1195" y="3655836"/>
              <a:ext cx="77193" cy="62973"/>
            </a:xfrm>
            <a:custGeom>
              <a:avLst/>
              <a:gdLst>
                <a:gd name="T0" fmla="*/ 66 w 66"/>
                <a:gd name="T1" fmla="*/ 25 h 53"/>
                <a:gd name="T2" fmla="*/ 19 w 66"/>
                <a:gd name="T3" fmla="*/ 50 h 53"/>
                <a:gd name="T4" fmla="*/ 7 w 66"/>
                <a:gd name="T5" fmla="*/ 48 h 53"/>
                <a:gd name="T6" fmla="*/ 0 w 66"/>
                <a:gd name="T7" fmla="*/ 31 h 53"/>
                <a:gd name="T8" fmla="*/ 8 w 66"/>
                <a:gd name="T9" fmla="*/ 31 h 53"/>
                <a:gd name="T10" fmla="*/ 66 w 66"/>
                <a:gd name="T11" fmla="*/ 0 h 53"/>
                <a:gd name="T12" fmla="*/ 66 w 66"/>
                <a:gd name="T13" fmla="*/ 2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53">
                  <a:moveTo>
                    <a:pt x="66" y="25"/>
                  </a:moveTo>
                  <a:cubicBezTo>
                    <a:pt x="66" y="25"/>
                    <a:pt x="28" y="47"/>
                    <a:pt x="19" y="50"/>
                  </a:cubicBezTo>
                  <a:cubicBezTo>
                    <a:pt x="11" y="53"/>
                    <a:pt x="8" y="49"/>
                    <a:pt x="7" y="48"/>
                  </a:cubicBezTo>
                  <a:cubicBezTo>
                    <a:pt x="4" y="44"/>
                    <a:pt x="1" y="33"/>
                    <a:pt x="0" y="31"/>
                  </a:cubicBezTo>
                  <a:cubicBezTo>
                    <a:pt x="1" y="31"/>
                    <a:pt x="3" y="32"/>
                    <a:pt x="8" y="31"/>
                  </a:cubicBezTo>
                  <a:cubicBezTo>
                    <a:pt x="13" y="29"/>
                    <a:pt x="66" y="0"/>
                    <a:pt x="66" y="0"/>
                  </a:cubicBezTo>
                  <a:cubicBezTo>
                    <a:pt x="66" y="25"/>
                    <a:pt x="66" y="25"/>
                    <a:pt x="66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01159E68-A103-4F29-8277-104AE8047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458" y="3669040"/>
              <a:ext cx="318930" cy="18384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529D501C-503D-4274-BFCB-0B3490463FE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3550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5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45C1AFC5-8012-4F8B-851D-070023F1E6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8481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F45F7D86-526A-4032-B82F-EC26137A13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4271" y="3696464"/>
              <a:ext cx="90398" cy="126963"/>
            </a:xfrm>
            <a:custGeom>
              <a:avLst/>
              <a:gdLst>
                <a:gd name="T0" fmla="*/ 0 w 77"/>
                <a:gd name="T1" fmla="*/ 83 h 107"/>
                <a:gd name="T2" fmla="*/ 0 w 77"/>
                <a:gd name="T3" fmla="*/ 24 h 107"/>
                <a:gd name="T4" fmla="*/ 75 w 77"/>
                <a:gd name="T5" fmla="*/ 24 h 107"/>
                <a:gd name="T6" fmla="*/ 75 w 77"/>
                <a:gd name="T7" fmla="*/ 37 h 107"/>
                <a:gd name="T8" fmla="*/ 18 w 77"/>
                <a:gd name="T9" fmla="*/ 37 h 107"/>
                <a:gd name="T10" fmla="*/ 18 w 77"/>
                <a:gd name="T11" fmla="*/ 57 h 107"/>
                <a:gd name="T12" fmla="*/ 70 w 77"/>
                <a:gd name="T13" fmla="*/ 57 h 107"/>
                <a:gd name="T14" fmla="*/ 70 w 77"/>
                <a:gd name="T15" fmla="*/ 70 h 107"/>
                <a:gd name="T16" fmla="*/ 18 w 77"/>
                <a:gd name="T17" fmla="*/ 70 h 107"/>
                <a:gd name="T18" fmla="*/ 18 w 77"/>
                <a:gd name="T19" fmla="*/ 83 h 107"/>
                <a:gd name="T20" fmla="*/ 28 w 77"/>
                <a:gd name="T21" fmla="*/ 93 h 107"/>
                <a:gd name="T22" fmla="*/ 77 w 77"/>
                <a:gd name="T23" fmla="*/ 93 h 107"/>
                <a:gd name="T24" fmla="*/ 77 w 77"/>
                <a:gd name="T25" fmla="*/ 107 h 107"/>
                <a:gd name="T26" fmla="*/ 24 w 77"/>
                <a:gd name="T27" fmla="*/ 107 h 107"/>
                <a:gd name="T28" fmla="*/ 0 w 77"/>
                <a:gd name="T29" fmla="*/ 83 h 107"/>
                <a:gd name="T30" fmla="*/ 57 w 77"/>
                <a:gd name="T31" fmla="*/ 0 h 107"/>
                <a:gd name="T32" fmla="*/ 43 w 77"/>
                <a:gd name="T33" fmla="*/ 15 h 107"/>
                <a:gd name="T34" fmla="*/ 28 w 77"/>
                <a:gd name="T35" fmla="*/ 15 h 107"/>
                <a:gd name="T36" fmla="*/ 39 w 77"/>
                <a:gd name="T37" fmla="*/ 0 h 107"/>
                <a:gd name="T38" fmla="*/ 57 w 77"/>
                <a:gd name="T39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" h="107">
                  <a:moveTo>
                    <a:pt x="0" y="83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90"/>
                    <a:pt x="21" y="93"/>
                    <a:pt x="28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107"/>
                    <a:pt x="77" y="107"/>
                    <a:pt x="77" y="107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9" y="107"/>
                    <a:pt x="0" y="98"/>
                    <a:pt x="0" y="83"/>
                  </a:cubicBezTo>
                  <a:close/>
                  <a:moveTo>
                    <a:pt x="57" y="0"/>
                  </a:moveTo>
                  <a:cubicBezTo>
                    <a:pt x="43" y="15"/>
                    <a:pt x="43" y="15"/>
                    <a:pt x="43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9" y="0"/>
                    <a:pt x="39" y="0"/>
                    <a:pt x="39" y="0"/>
                  </a:cubicBez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9" name="Freeform 12">
              <a:extLst>
                <a:ext uri="{FF2B5EF4-FFF2-40B4-BE49-F238E27FC236}">
                  <a16:creationId xmlns:a16="http://schemas.microsoft.com/office/drawing/2014/main" id="{EB1FAC5F-7C45-4028-B97D-0CD4E03E3B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7014" y="3724904"/>
              <a:ext cx="105633" cy="98523"/>
            </a:xfrm>
            <a:custGeom>
              <a:avLst/>
              <a:gdLst>
                <a:gd name="T0" fmla="*/ 0 w 90"/>
                <a:gd name="T1" fmla="*/ 0 h 83"/>
                <a:gd name="T2" fmla="*/ 37 w 90"/>
                <a:gd name="T3" fmla="*/ 0 h 83"/>
                <a:gd name="T4" fmla="*/ 90 w 90"/>
                <a:gd name="T5" fmla="*/ 41 h 83"/>
                <a:gd name="T6" fmla="*/ 37 w 90"/>
                <a:gd name="T7" fmla="*/ 83 h 83"/>
                <a:gd name="T8" fmla="*/ 0 w 90"/>
                <a:gd name="T9" fmla="*/ 83 h 83"/>
                <a:gd name="T10" fmla="*/ 0 w 90"/>
                <a:gd name="T11" fmla="*/ 0 h 83"/>
                <a:gd name="T12" fmla="*/ 38 w 90"/>
                <a:gd name="T13" fmla="*/ 69 h 83"/>
                <a:gd name="T14" fmla="*/ 71 w 90"/>
                <a:gd name="T15" fmla="*/ 41 h 83"/>
                <a:gd name="T16" fmla="*/ 38 w 90"/>
                <a:gd name="T17" fmla="*/ 13 h 83"/>
                <a:gd name="T18" fmla="*/ 17 w 90"/>
                <a:gd name="T19" fmla="*/ 13 h 83"/>
                <a:gd name="T20" fmla="*/ 17 w 90"/>
                <a:gd name="T21" fmla="*/ 69 h 83"/>
                <a:gd name="T22" fmla="*/ 38 w 90"/>
                <a:gd name="T23" fmla="*/ 6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3">
                  <a:moveTo>
                    <a:pt x="0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69" y="0"/>
                    <a:pt x="90" y="17"/>
                    <a:pt x="90" y="41"/>
                  </a:cubicBezTo>
                  <a:cubicBezTo>
                    <a:pt x="90" y="66"/>
                    <a:pt x="69" y="83"/>
                    <a:pt x="3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38" y="69"/>
                  </a:moveTo>
                  <a:cubicBezTo>
                    <a:pt x="58" y="69"/>
                    <a:pt x="71" y="58"/>
                    <a:pt x="71" y="41"/>
                  </a:cubicBezTo>
                  <a:cubicBezTo>
                    <a:pt x="71" y="25"/>
                    <a:pt x="58" y="13"/>
                    <a:pt x="3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69"/>
                    <a:pt x="17" y="69"/>
                    <a:pt x="17" y="69"/>
                  </a:cubicBezTo>
                  <a:lnTo>
                    <a:pt x="38" y="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0" name="Rectangle 13">
              <a:extLst>
                <a:ext uri="{FF2B5EF4-FFF2-40B4-BE49-F238E27FC236}">
                  <a16:creationId xmlns:a16="http://schemas.microsoft.com/office/drawing/2014/main" id="{7FF9A7DF-D571-4798-90CB-5612731266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929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A3495337-A8E8-461A-8D76-7FE58FAFD49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557" y="3724904"/>
              <a:ext cx="94460" cy="98523"/>
            </a:xfrm>
            <a:custGeom>
              <a:avLst/>
              <a:gdLst>
                <a:gd name="T0" fmla="*/ 0 w 93"/>
                <a:gd name="T1" fmla="*/ 15 h 97"/>
                <a:gd name="T2" fmla="*/ 0 w 93"/>
                <a:gd name="T3" fmla="*/ 0 h 97"/>
                <a:gd name="T4" fmla="*/ 93 w 93"/>
                <a:gd name="T5" fmla="*/ 0 h 97"/>
                <a:gd name="T6" fmla="*/ 93 w 93"/>
                <a:gd name="T7" fmla="*/ 15 h 97"/>
                <a:gd name="T8" fmla="*/ 56 w 93"/>
                <a:gd name="T9" fmla="*/ 15 h 97"/>
                <a:gd name="T10" fmla="*/ 56 w 93"/>
                <a:gd name="T11" fmla="*/ 97 h 97"/>
                <a:gd name="T12" fmla="*/ 36 w 93"/>
                <a:gd name="T13" fmla="*/ 97 h 97"/>
                <a:gd name="T14" fmla="*/ 36 w 93"/>
                <a:gd name="T15" fmla="*/ 15 h 97"/>
                <a:gd name="T16" fmla="*/ 0 w 93"/>
                <a:gd name="T17" fmla="*/ 1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97">
                  <a:moveTo>
                    <a:pt x="0" y="15"/>
                  </a:moveTo>
                  <a:lnTo>
                    <a:pt x="0" y="0"/>
                  </a:lnTo>
                  <a:lnTo>
                    <a:pt x="93" y="0"/>
                  </a:lnTo>
                  <a:lnTo>
                    <a:pt x="93" y="15"/>
                  </a:lnTo>
                  <a:lnTo>
                    <a:pt x="56" y="15"/>
                  </a:lnTo>
                  <a:lnTo>
                    <a:pt x="56" y="97"/>
                  </a:lnTo>
                  <a:lnTo>
                    <a:pt x="36" y="97"/>
                  </a:lnTo>
                  <a:lnTo>
                    <a:pt x="36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2" name="Freeform 15">
              <a:extLst>
                <a:ext uri="{FF2B5EF4-FFF2-40B4-BE49-F238E27FC236}">
                  <a16:creationId xmlns:a16="http://schemas.microsoft.com/office/drawing/2014/main" id="{2EB0B31B-C882-4D85-9CFD-96360B9BE6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70552" y="3724904"/>
              <a:ext cx="121884" cy="98523"/>
            </a:xfrm>
            <a:custGeom>
              <a:avLst/>
              <a:gdLst>
                <a:gd name="T0" fmla="*/ 85 w 120"/>
                <a:gd name="T1" fmla="*/ 73 h 97"/>
                <a:gd name="T2" fmla="*/ 32 w 120"/>
                <a:gd name="T3" fmla="*/ 73 h 97"/>
                <a:gd name="T4" fmla="*/ 21 w 120"/>
                <a:gd name="T5" fmla="*/ 97 h 97"/>
                <a:gd name="T6" fmla="*/ 0 w 120"/>
                <a:gd name="T7" fmla="*/ 97 h 97"/>
                <a:gd name="T8" fmla="*/ 50 w 120"/>
                <a:gd name="T9" fmla="*/ 0 h 97"/>
                <a:gd name="T10" fmla="*/ 70 w 120"/>
                <a:gd name="T11" fmla="*/ 0 h 97"/>
                <a:gd name="T12" fmla="*/ 120 w 120"/>
                <a:gd name="T13" fmla="*/ 97 h 97"/>
                <a:gd name="T14" fmla="*/ 97 w 120"/>
                <a:gd name="T15" fmla="*/ 97 h 97"/>
                <a:gd name="T16" fmla="*/ 85 w 120"/>
                <a:gd name="T17" fmla="*/ 73 h 97"/>
                <a:gd name="T18" fmla="*/ 77 w 120"/>
                <a:gd name="T19" fmla="*/ 58 h 97"/>
                <a:gd name="T20" fmla="*/ 59 w 120"/>
                <a:gd name="T21" fmla="*/ 20 h 97"/>
                <a:gd name="T22" fmla="*/ 40 w 120"/>
                <a:gd name="T23" fmla="*/ 58 h 97"/>
                <a:gd name="T24" fmla="*/ 77 w 120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7">
                  <a:moveTo>
                    <a:pt x="85" y="73"/>
                  </a:moveTo>
                  <a:lnTo>
                    <a:pt x="32" y="73"/>
                  </a:lnTo>
                  <a:lnTo>
                    <a:pt x="21" y="97"/>
                  </a:lnTo>
                  <a:lnTo>
                    <a:pt x="0" y="97"/>
                  </a:lnTo>
                  <a:lnTo>
                    <a:pt x="50" y="0"/>
                  </a:lnTo>
                  <a:lnTo>
                    <a:pt x="70" y="0"/>
                  </a:lnTo>
                  <a:lnTo>
                    <a:pt x="120" y="97"/>
                  </a:lnTo>
                  <a:lnTo>
                    <a:pt x="97" y="97"/>
                  </a:lnTo>
                  <a:lnTo>
                    <a:pt x="85" y="73"/>
                  </a:lnTo>
                  <a:close/>
                  <a:moveTo>
                    <a:pt x="77" y="58"/>
                  </a:moveTo>
                  <a:lnTo>
                    <a:pt x="59" y="20"/>
                  </a:lnTo>
                  <a:lnTo>
                    <a:pt x="40" y="58"/>
                  </a:lnTo>
                  <a:lnTo>
                    <a:pt x="77" y="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3" name="Freeform 16">
              <a:extLst>
                <a:ext uri="{FF2B5EF4-FFF2-40B4-BE49-F238E27FC236}">
                  <a16:creationId xmlns:a16="http://schemas.microsoft.com/office/drawing/2014/main" id="{DFE5ECDB-C5E3-44BA-9555-468C0E496E9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498" y="3723888"/>
              <a:ext cx="108680" cy="100555"/>
            </a:xfrm>
            <a:custGeom>
              <a:avLst/>
              <a:gdLst>
                <a:gd name="T0" fmla="*/ 52 w 93"/>
                <a:gd name="T1" fmla="*/ 0 h 85"/>
                <a:gd name="T2" fmla="*/ 89 w 93"/>
                <a:gd name="T3" fmla="*/ 11 h 85"/>
                <a:gd name="T4" fmla="*/ 80 w 93"/>
                <a:gd name="T5" fmla="*/ 22 h 85"/>
                <a:gd name="T6" fmla="*/ 53 w 93"/>
                <a:gd name="T7" fmla="*/ 12 h 85"/>
                <a:gd name="T8" fmla="*/ 18 w 93"/>
                <a:gd name="T9" fmla="*/ 42 h 85"/>
                <a:gd name="T10" fmla="*/ 52 w 93"/>
                <a:gd name="T11" fmla="*/ 72 h 85"/>
                <a:gd name="T12" fmla="*/ 76 w 93"/>
                <a:gd name="T13" fmla="*/ 66 h 85"/>
                <a:gd name="T14" fmla="*/ 76 w 93"/>
                <a:gd name="T15" fmla="*/ 50 h 85"/>
                <a:gd name="T16" fmla="*/ 51 w 93"/>
                <a:gd name="T17" fmla="*/ 50 h 85"/>
                <a:gd name="T18" fmla="*/ 51 w 93"/>
                <a:gd name="T19" fmla="*/ 37 h 85"/>
                <a:gd name="T20" fmla="*/ 93 w 93"/>
                <a:gd name="T21" fmla="*/ 37 h 85"/>
                <a:gd name="T22" fmla="*/ 93 w 93"/>
                <a:gd name="T23" fmla="*/ 72 h 85"/>
                <a:gd name="T24" fmla="*/ 52 w 93"/>
                <a:gd name="T25" fmla="*/ 85 h 85"/>
                <a:gd name="T26" fmla="*/ 0 w 93"/>
                <a:gd name="T27" fmla="*/ 42 h 85"/>
                <a:gd name="T28" fmla="*/ 52 w 93"/>
                <a:gd name="T2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4"/>
                    <a:pt x="18" y="42"/>
                  </a:cubicBezTo>
                  <a:cubicBezTo>
                    <a:pt x="18" y="59"/>
                    <a:pt x="32" y="72"/>
                    <a:pt x="52" y="72"/>
                  </a:cubicBezTo>
                  <a:cubicBezTo>
                    <a:pt x="61" y="72"/>
                    <a:pt x="70" y="70"/>
                    <a:pt x="76" y="66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3" y="72"/>
                    <a:pt x="93" y="72"/>
                    <a:pt x="93" y="72"/>
                  </a:cubicBezTo>
                  <a:cubicBezTo>
                    <a:pt x="83" y="79"/>
                    <a:pt x="69" y="85"/>
                    <a:pt x="52" y="85"/>
                  </a:cubicBezTo>
                  <a:cubicBezTo>
                    <a:pt x="21" y="85"/>
                    <a:pt x="0" y="67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4" name="Freeform 17">
              <a:extLst>
                <a:ext uri="{FF2B5EF4-FFF2-40B4-BE49-F238E27FC236}">
                  <a16:creationId xmlns:a16="http://schemas.microsoft.com/office/drawing/2014/main" id="{4409458D-8A27-46D1-9F47-EAC8D848E8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9555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5" name="Rectangle 18">
              <a:extLst>
                <a:ext uri="{FF2B5EF4-FFF2-40B4-BE49-F238E27FC236}">
                  <a16:creationId xmlns:a16="http://schemas.microsoft.com/office/drawing/2014/main" id="{D59DDA95-2489-4060-8F72-A917487D2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9408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6" name="Freeform 19">
              <a:extLst>
                <a:ext uri="{FF2B5EF4-FFF2-40B4-BE49-F238E27FC236}">
                  <a16:creationId xmlns:a16="http://schemas.microsoft.com/office/drawing/2014/main" id="{DE60E0FE-C72F-4797-A82D-C2D810D9FB3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2067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8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8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4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7" name="Freeform 20">
              <a:extLst>
                <a:ext uri="{FF2B5EF4-FFF2-40B4-BE49-F238E27FC236}">
                  <a16:creationId xmlns:a16="http://schemas.microsoft.com/office/drawing/2014/main" id="{C5BE3E1B-F42B-4583-BFF7-C3A8B9C548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1763" y="3723888"/>
              <a:ext cx="123915" cy="100555"/>
            </a:xfrm>
            <a:custGeom>
              <a:avLst/>
              <a:gdLst>
                <a:gd name="T0" fmla="*/ 0 w 105"/>
                <a:gd name="T1" fmla="*/ 42 h 85"/>
                <a:gd name="T2" fmla="*/ 52 w 105"/>
                <a:gd name="T3" fmla="*/ 0 h 85"/>
                <a:gd name="T4" fmla="*/ 105 w 105"/>
                <a:gd name="T5" fmla="*/ 42 h 85"/>
                <a:gd name="T6" fmla="*/ 52 w 105"/>
                <a:gd name="T7" fmla="*/ 85 h 85"/>
                <a:gd name="T8" fmla="*/ 0 w 105"/>
                <a:gd name="T9" fmla="*/ 42 h 85"/>
                <a:gd name="T10" fmla="*/ 19 w 105"/>
                <a:gd name="T11" fmla="*/ 42 h 85"/>
                <a:gd name="T12" fmla="*/ 52 w 105"/>
                <a:gd name="T13" fmla="*/ 72 h 85"/>
                <a:gd name="T14" fmla="*/ 86 w 105"/>
                <a:gd name="T15" fmla="*/ 42 h 85"/>
                <a:gd name="T16" fmla="*/ 52 w 105"/>
                <a:gd name="T17" fmla="*/ 12 h 85"/>
                <a:gd name="T18" fmla="*/ 19 w 105"/>
                <a:gd name="T19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" h="85">
                  <a:moveTo>
                    <a:pt x="0" y="42"/>
                  </a:moveTo>
                  <a:cubicBezTo>
                    <a:pt x="0" y="19"/>
                    <a:pt x="22" y="0"/>
                    <a:pt x="52" y="0"/>
                  </a:cubicBezTo>
                  <a:cubicBezTo>
                    <a:pt x="83" y="0"/>
                    <a:pt x="105" y="19"/>
                    <a:pt x="105" y="42"/>
                  </a:cubicBezTo>
                  <a:cubicBezTo>
                    <a:pt x="105" y="66"/>
                    <a:pt x="83" y="85"/>
                    <a:pt x="52" y="85"/>
                  </a:cubicBezTo>
                  <a:cubicBezTo>
                    <a:pt x="22" y="85"/>
                    <a:pt x="0" y="66"/>
                    <a:pt x="0" y="42"/>
                  </a:cubicBezTo>
                  <a:close/>
                  <a:moveTo>
                    <a:pt x="19" y="42"/>
                  </a:moveTo>
                  <a:cubicBezTo>
                    <a:pt x="19" y="59"/>
                    <a:pt x="32" y="72"/>
                    <a:pt x="52" y="72"/>
                  </a:cubicBezTo>
                  <a:cubicBezTo>
                    <a:pt x="72" y="72"/>
                    <a:pt x="86" y="59"/>
                    <a:pt x="86" y="42"/>
                  </a:cubicBezTo>
                  <a:cubicBezTo>
                    <a:pt x="86" y="26"/>
                    <a:pt x="72" y="12"/>
                    <a:pt x="52" y="12"/>
                  </a:cubicBezTo>
                  <a:cubicBezTo>
                    <a:pt x="32" y="12"/>
                    <a:pt x="19" y="26"/>
                    <a:pt x="19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8" name="Freeform 21">
              <a:extLst>
                <a:ext uri="{FF2B5EF4-FFF2-40B4-BE49-F238E27FC236}">
                  <a16:creationId xmlns:a16="http://schemas.microsoft.com/office/drawing/2014/main" id="{C21C1688-93D7-4FB2-A595-AFAAEF589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1929" y="3724904"/>
              <a:ext cx="82272" cy="98523"/>
            </a:xfrm>
            <a:custGeom>
              <a:avLst/>
              <a:gdLst>
                <a:gd name="T0" fmla="*/ 0 w 81"/>
                <a:gd name="T1" fmla="*/ 0 h 97"/>
                <a:gd name="T2" fmla="*/ 20 w 81"/>
                <a:gd name="T3" fmla="*/ 0 h 97"/>
                <a:gd name="T4" fmla="*/ 20 w 81"/>
                <a:gd name="T5" fmla="*/ 81 h 97"/>
                <a:gd name="T6" fmla="*/ 81 w 81"/>
                <a:gd name="T7" fmla="*/ 81 h 97"/>
                <a:gd name="T8" fmla="*/ 81 w 81"/>
                <a:gd name="T9" fmla="*/ 97 h 97"/>
                <a:gd name="T10" fmla="*/ 0 w 81"/>
                <a:gd name="T11" fmla="*/ 97 h 97"/>
                <a:gd name="T12" fmla="*/ 0 w 81"/>
                <a:gd name="T13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97">
                  <a:moveTo>
                    <a:pt x="0" y="0"/>
                  </a:moveTo>
                  <a:lnTo>
                    <a:pt x="20" y="0"/>
                  </a:lnTo>
                  <a:lnTo>
                    <a:pt x="20" y="81"/>
                  </a:lnTo>
                  <a:lnTo>
                    <a:pt x="81" y="81"/>
                  </a:lnTo>
                  <a:lnTo>
                    <a:pt x="81" y="97"/>
                  </a:lnTo>
                  <a:lnTo>
                    <a:pt x="0" y="9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9" name="Freeform 22">
              <a:extLst>
                <a:ext uri="{FF2B5EF4-FFF2-40B4-BE49-F238E27FC236}">
                  <a16:creationId xmlns:a16="http://schemas.microsoft.com/office/drawing/2014/main" id="{388594D1-B31E-4376-846D-99F31096E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4359" y="3724904"/>
              <a:ext cx="89382" cy="98523"/>
            </a:xfrm>
            <a:custGeom>
              <a:avLst/>
              <a:gdLst>
                <a:gd name="T0" fmla="*/ 0 w 76"/>
                <a:gd name="T1" fmla="*/ 59 h 83"/>
                <a:gd name="T2" fmla="*/ 0 w 76"/>
                <a:gd name="T3" fmla="*/ 0 h 83"/>
                <a:gd name="T4" fmla="*/ 75 w 76"/>
                <a:gd name="T5" fmla="*/ 0 h 83"/>
                <a:gd name="T6" fmla="*/ 75 w 76"/>
                <a:gd name="T7" fmla="*/ 13 h 83"/>
                <a:gd name="T8" fmla="*/ 18 w 76"/>
                <a:gd name="T9" fmla="*/ 13 h 83"/>
                <a:gd name="T10" fmla="*/ 18 w 76"/>
                <a:gd name="T11" fmla="*/ 33 h 83"/>
                <a:gd name="T12" fmla="*/ 70 w 76"/>
                <a:gd name="T13" fmla="*/ 33 h 83"/>
                <a:gd name="T14" fmla="*/ 70 w 76"/>
                <a:gd name="T15" fmla="*/ 46 h 83"/>
                <a:gd name="T16" fmla="*/ 18 w 76"/>
                <a:gd name="T17" fmla="*/ 46 h 83"/>
                <a:gd name="T18" fmla="*/ 18 w 76"/>
                <a:gd name="T19" fmla="*/ 59 h 83"/>
                <a:gd name="T20" fmla="*/ 28 w 76"/>
                <a:gd name="T21" fmla="*/ 69 h 83"/>
                <a:gd name="T22" fmla="*/ 76 w 76"/>
                <a:gd name="T23" fmla="*/ 69 h 83"/>
                <a:gd name="T24" fmla="*/ 76 w 76"/>
                <a:gd name="T25" fmla="*/ 83 h 83"/>
                <a:gd name="T26" fmla="*/ 24 w 76"/>
                <a:gd name="T27" fmla="*/ 83 h 83"/>
                <a:gd name="T28" fmla="*/ 0 w 76"/>
                <a:gd name="T29" fmla="*/ 5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83">
                  <a:moveTo>
                    <a:pt x="0" y="5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66"/>
                    <a:pt x="21" y="69"/>
                    <a:pt x="28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9" y="83"/>
                    <a:pt x="0" y="74"/>
                    <a:pt x="0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0" name="Freeform 23">
              <a:extLst>
                <a:ext uri="{FF2B5EF4-FFF2-40B4-BE49-F238E27FC236}">
                  <a16:creationId xmlns:a16="http://schemas.microsoft.com/office/drawing/2014/main" id="{92AE1090-5969-403E-9382-66A2A7BBA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2651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5"/>
                    <a:pt x="18" y="42"/>
                  </a:cubicBezTo>
                  <a:cubicBezTo>
                    <a:pt x="18" y="60"/>
                    <a:pt x="34" y="72"/>
                    <a:pt x="53" y="72"/>
                  </a:cubicBezTo>
                  <a:cubicBezTo>
                    <a:pt x="65" y="72"/>
                    <a:pt x="73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1" name="Rectangle 24">
              <a:extLst>
                <a:ext uri="{FF2B5EF4-FFF2-40B4-BE49-F238E27FC236}">
                  <a16:creationId xmlns:a16="http://schemas.microsoft.com/office/drawing/2014/main" id="{DE41EE76-9D85-432E-BAD4-A1A624D4D1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6566" y="3724904"/>
              <a:ext cx="20314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2" name="Freeform 25">
              <a:extLst>
                <a:ext uri="{FF2B5EF4-FFF2-40B4-BE49-F238E27FC236}">
                  <a16:creationId xmlns:a16="http://schemas.microsoft.com/office/drawing/2014/main" id="{C16C1E20-F2F6-44FF-80A4-C5890E92A7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6335" y="3724904"/>
              <a:ext cx="100555" cy="98523"/>
            </a:xfrm>
            <a:custGeom>
              <a:avLst/>
              <a:gdLst>
                <a:gd name="T0" fmla="*/ 86 w 86"/>
                <a:gd name="T1" fmla="*/ 59 h 83"/>
                <a:gd name="T2" fmla="*/ 51 w 86"/>
                <a:gd name="T3" fmla="*/ 83 h 83"/>
                <a:gd name="T4" fmla="*/ 0 w 86"/>
                <a:gd name="T5" fmla="*/ 83 h 83"/>
                <a:gd name="T6" fmla="*/ 0 w 86"/>
                <a:gd name="T7" fmla="*/ 0 h 83"/>
                <a:gd name="T8" fmla="*/ 48 w 86"/>
                <a:gd name="T9" fmla="*/ 0 h 83"/>
                <a:gd name="T10" fmla="*/ 82 w 86"/>
                <a:gd name="T11" fmla="*/ 23 h 83"/>
                <a:gd name="T12" fmla="*/ 69 w 86"/>
                <a:gd name="T13" fmla="*/ 40 h 83"/>
                <a:gd name="T14" fmla="*/ 86 w 86"/>
                <a:gd name="T15" fmla="*/ 59 h 83"/>
                <a:gd name="T16" fmla="*/ 17 w 86"/>
                <a:gd name="T17" fmla="*/ 13 h 83"/>
                <a:gd name="T18" fmla="*/ 17 w 86"/>
                <a:gd name="T19" fmla="*/ 34 h 83"/>
                <a:gd name="T20" fmla="*/ 47 w 86"/>
                <a:gd name="T21" fmla="*/ 34 h 83"/>
                <a:gd name="T22" fmla="*/ 63 w 86"/>
                <a:gd name="T23" fmla="*/ 24 h 83"/>
                <a:gd name="T24" fmla="*/ 46 w 86"/>
                <a:gd name="T25" fmla="*/ 13 h 83"/>
                <a:gd name="T26" fmla="*/ 17 w 86"/>
                <a:gd name="T27" fmla="*/ 13 h 83"/>
                <a:gd name="T28" fmla="*/ 67 w 86"/>
                <a:gd name="T29" fmla="*/ 58 h 83"/>
                <a:gd name="T30" fmla="*/ 50 w 86"/>
                <a:gd name="T31" fmla="*/ 47 h 83"/>
                <a:gd name="T32" fmla="*/ 17 w 86"/>
                <a:gd name="T33" fmla="*/ 47 h 83"/>
                <a:gd name="T34" fmla="*/ 17 w 86"/>
                <a:gd name="T35" fmla="*/ 69 h 83"/>
                <a:gd name="T36" fmla="*/ 50 w 86"/>
                <a:gd name="T37" fmla="*/ 69 h 83"/>
                <a:gd name="T38" fmla="*/ 67 w 86"/>
                <a:gd name="T39" fmla="*/ 5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" h="83">
                  <a:moveTo>
                    <a:pt x="86" y="59"/>
                  </a:moveTo>
                  <a:cubicBezTo>
                    <a:pt x="86" y="74"/>
                    <a:pt x="70" y="83"/>
                    <a:pt x="51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7" y="0"/>
                    <a:pt x="82" y="8"/>
                    <a:pt x="82" y="23"/>
                  </a:cubicBezTo>
                  <a:cubicBezTo>
                    <a:pt x="82" y="31"/>
                    <a:pt x="77" y="37"/>
                    <a:pt x="69" y="40"/>
                  </a:cubicBezTo>
                  <a:cubicBezTo>
                    <a:pt x="79" y="43"/>
                    <a:pt x="86" y="49"/>
                    <a:pt x="86" y="59"/>
                  </a:cubicBezTo>
                  <a:close/>
                  <a:moveTo>
                    <a:pt x="17" y="13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57" y="34"/>
                    <a:pt x="63" y="31"/>
                    <a:pt x="63" y="24"/>
                  </a:cubicBezTo>
                  <a:cubicBezTo>
                    <a:pt x="63" y="17"/>
                    <a:pt x="57" y="13"/>
                    <a:pt x="46" y="13"/>
                  </a:cubicBezTo>
                  <a:lnTo>
                    <a:pt x="17" y="13"/>
                  </a:lnTo>
                  <a:close/>
                  <a:moveTo>
                    <a:pt x="67" y="58"/>
                  </a:moveTo>
                  <a:cubicBezTo>
                    <a:pt x="67" y="51"/>
                    <a:pt x="60" y="47"/>
                    <a:pt x="50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60" y="69"/>
                    <a:pt x="67" y="65"/>
                    <a:pt x="67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4998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F874173-1FED-4915-911C-064B5E8A383E}"/>
              </a:ext>
            </a:extLst>
          </p:cNvPr>
          <p:cNvSpPr/>
          <p:nvPr userDrawn="1"/>
        </p:nvSpPr>
        <p:spPr>
          <a:xfrm>
            <a:off x="1" y="4"/>
            <a:ext cx="4079875" cy="68044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0EA0DA-0C8C-4440-86AA-172EDE76E2D2}"/>
              </a:ext>
            </a:extLst>
          </p:cNvPr>
          <p:cNvSpPr/>
          <p:nvPr userDrawn="1"/>
        </p:nvSpPr>
        <p:spPr>
          <a:xfrm>
            <a:off x="3992723" y="2661666"/>
            <a:ext cx="174308" cy="1384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F2517460-A0D0-41B6-A31C-1EB767959B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4240" y="2419135"/>
            <a:ext cx="2420239" cy="186936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7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D4E9514-F884-4762-AF15-49CFED242A0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72000 w 9144000"/>
              <a:gd name="connsiteY0" fmla="*/ 83718 h 5143500"/>
              <a:gd name="connsiteX1" fmla="*/ 72000 w 9144000"/>
              <a:gd name="connsiteY1" fmla="*/ 4952999 h 5143500"/>
              <a:gd name="connsiteX2" fmla="*/ 9072000 w 9144000"/>
              <a:gd name="connsiteY2" fmla="*/ 4952999 h 5143500"/>
              <a:gd name="connsiteX3" fmla="*/ 9072000 w 9144000"/>
              <a:gd name="connsiteY3" fmla="*/ 83718 h 5143500"/>
              <a:gd name="connsiteX4" fmla="*/ 0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5143500 h 5143500"/>
              <a:gd name="connsiteX7" fmla="*/ 0 w 914400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72000" y="83718"/>
                </a:moveTo>
                <a:lnTo>
                  <a:pt x="72000" y="4952999"/>
                </a:lnTo>
                <a:lnTo>
                  <a:pt x="9072000" y="4952999"/>
                </a:lnTo>
                <a:lnTo>
                  <a:pt x="9072000" y="83718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00" noProof="0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9B05C673-578B-4CB8-946E-3FAE37BDF3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2C8F7B-F898-E94A-88B5-A8451FDC1685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D7486E9-26C0-514E-83DA-8A7E3270D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9D840433-AC0E-42E3-8D4A-9DBC4C1DCF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51800" y="3884739"/>
            <a:ext cx="7169613" cy="49244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307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Sub-title of the section</a:t>
            </a:r>
          </a:p>
        </p:txBody>
      </p:sp>
      <p:sp>
        <p:nvSpPr>
          <p:cNvPr id="18" name="Title 2">
            <a:extLst>
              <a:ext uri="{FF2B5EF4-FFF2-40B4-BE49-F238E27FC236}">
                <a16:creationId xmlns:a16="http://schemas.microsoft.com/office/drawing/2014/main" id="{F1D6265E-C2F9-461B-9A96-06E157FEB5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1800" y="2334446"/>
            <a:ext cx="7169609" cy="1426031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lnSpc>
                <a:spcPts val="5200"/>
              </a:lnSpc>
              <a:defRPr sz="480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 noProof="0" dirty="0"/>
              <a:t>Name of the </a:t>
            </a:r>
            <a:br>
              <a:rPr lang="en-US" noProof="0" dirty="0"/>
            </a:br>
            <a:r>
              <a:rPr lang="en-US" noProof="0" dirty="0"/>
              <a:t>section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6055FF3C-AB4F-4D31-B776-99A172DDF8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5F84D54A-6C4C-4B37-943E-B00676201BDC}" type="datetime3">
              <a:rPr lang="en-US" smtClean="0"/>
              <a:t>3 November 2025</a:t>
            </a:fld>
            <a:endParaRPr lang="fr-FR" dirty="0"/>
          </a:p>
        </p:txBody>
      </p:sp>
      <p:grpSp>
        <p:nvGrpSpPr>
          <p:cNvPr id="21" name="Groupe 250">
            <a:extLst>
              <a:ext uri="{FF2B5EF4-FFF2-40B4-BE49-F238E27FC236}">
                <a16:creationId xmlns:a16="http://schemas.microsoft.com/office/drawing/2014/main" id="{7F0C2C40-7F04-4258-9C2B-94186E3A1375}"/>
              </a:ext>
            </a:extLst>
          </p:cNvPr>
          <p:cNvGrpSpPr/>
          <p:nvPr userDrawn="1"/>
        </p:nvGrpSpPr>
        <p:grpSpPr>
          <a:xfrm>
            <a:off x="5456917" y="6670035"/>
            <a:ext cx="1278167" cy="125311"/>
            <a:chOff x="5629458" y="3655836"/>
            <a:chExt cx="2227432" cy="218376"/>
          </a:xfrm>
          <a:solidFill>
            <a:srgbClr val="5E6A71"/>
          </a:solidFill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2FECF367-506B-4E23-9357-CA722BBAB4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975" y="3775689"/>
              <a:ext cx="61958" cy="55864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" name="Rectangle 6">
              <a:extLst>
                <a:ext uri="{FF2B5EF4-FFF2-40B4-BE49-F238E27FC236}">
                  <a16:creationId xmlns:a16="http://schemas.microsoft.com/office/drawing/2014/main" id="{4659C887-A237-46B7-A9C4-2104D595C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662" y="3849835"/>
              <a:ext cx="284396" cy="2437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A65EE93F-7EC8-4068-B6C5-8A9D79B0A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1195" y="3655836"/>
              <a:ext cx="77193" cy="62973"/>
            </a:xfrm>
            <a:custGeom>
              <a:avLst/>
              <a:gdLst>
                <a:gd name="T0" fmla="*/ 66 w 66"/>
                <a:gd name="T1" fmla="*/ 25 h 53"/>
                <a:gd name="T2" fmla="*/ 19 w 66"/>
                <a:gd name="T3" fmla="*/ 50 h 53"/>
                <a:gd name="T4" fmla="*/ 7 w 66"/>
                <a:gd name="T5" fmla="*/ 48 h 53"/>
                <a:gd name="T6" fmla="*/ 0 w 66"/>
                <a:gd name="T7" fmla="*/ 31 h 53"/>
                <a:gd name="T8" fmla="*/ 8 w 66"/>
                <a:gd name="T9" fmla="*/ 31 h 53"/>
                <a:gd name="T10" fmla="*/ 66 w 66"/>
                <a:gd name="T11" fmla="*/ 0 h 53"/>
                <a:gd name="T12" fmla="*/ 66 w 66"/>
                <a:gd name="T13" fmla="*/ 2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53">
                  <a:moveTo>
                    <a:pt x="66" y="25"/>
                  </a:moveTo>
                  <a:cubicBezTo>
                    <a:pt x="66" y="25"/>
                    <a:pt x="28" y="47"/>
                    <a:pt x="19" y="50"/>
                  </a:cubicBezTo>
                  <a:cubicBezTo>
                    <a:pt x="11" y="53"/>
                    <a:pt x="8" y="49"/>
                    <a:pt x="7" y="48"/>
                  </a:cubicBezTo>
                  <a:cubicBezTo>
                    <a:pt x="4" y="44"/>
                    <a:pt x="1" y="33"/>
                    <a:pt x="0" y="31"/>
                  </a:cubicBezTo>
                  <a:cubicBezTo>
                    <a:pt x="1" y="31"/>
                    <a:pt x="3" y="32"/>
                    <a:pt x="8" y="31"/>
                  </a:cubicBezTo>
                  <a:cubicBezTo>
                    <a:pt x="13" y="29"/>
                    <a:pt x="66" y="0"/>
                    <a:pt x="66" y="0"/>
                  </a:cubicBezTo>
                  <a:cubicBezTo>
                    <a:pt x="66" y="25"/>
                    <a:pt x="66" y="25"/>
                    <a:pt x="66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9CDDF3A5-9992-4B3D-B2AE-1251EED02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458" y="3669040"/>
              <a:ext cx="318930" cy="18384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8BE49ED1-9C37-4054-8EE3-06EFA4A19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3550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5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DEE90139-564C-4FF2-B2B2-912E0845B5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8481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21933A95-2268-4A39-BBDA-606FAE9082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4271" y="3696464"/>
              <a:ext cx="90398" cy="126963"/>
            </a:xfrm>
            <a:custGeom>
              <a:avLst/>
              <a:gdLst>
                <a:gd name="T0" fmla="*/ 0 w 77"/>
                <a:gd name="T1" fmla="*/ 83 h 107"/>
                <a:gd name="T2" fmla="*/ 0 w 77"/>
                <a:gd name="T3" fmla="*/ 24 h 107"/>
                <a:gd name="T4" fmla="*/ 75 w 77"/>
                <a:gd name="T5" fmla="*/ 24 h 107"/>
                <a:gd name="T6" fmla="*/ 75 w 77"/>
                <a:gd name="T7" fmla="*/ 37 h 107"/>
                <a:gd name="T8" fmla="*/ 18 w 77"/>
                <a:gd name="T9" fmla="*/ 37 h 107"/>
                <a:gd name="T10" fmla="*/ 18 w 77"/>
                <a:gd name="T11" fmla="*/ 57 h 107"/>
                <a:gd name="T12" fmla="*/ 70 w 77"/>
                <a:gd name="T13" fmla="*/ 57 h 107"/>
                <a:gd name="T14" fmla="*/ 70 w 77"/>
                <a:gd name="T15" fmla="*/ 70 h 107"/>
                <a:gd name="T16" fmla="*/ 18 w 77"/>
                <a:gd name="T17" fmla="*/ 70 h 107"/>
                <a:gd name="T18" fmla="*/ 18 w 77"/>
                <a:gd name="T19" fmla="*/ 83 h 107"/>
                <a:gd name="T20" fmla="*/ 28 w 77"/>
                <a:gd name="T21" fmla="*/ 93 h 107"/>
                <a:gd name="T22" fmla="*/ 77 w 77"/>
                <a:gd name="T23" fmla="*/ 93 h 107"/>
                <a:gd name="T24" fmla="*/ 77 w 77"/>
                <a:gd name="T25" fmla="*/ 107 h 107"/>
                <a:gd name="T26" fmla="*/ 24 w 77"/>
                <a:gd name="T27" fmla="*/ 107 h 107"/>
                <a:gd name="T28" fmla="*/ 0 w 77"/>
                <a:gd name="T29" fmla="*/ 83 h 107"/>
                <a:gd name="T30" fmla="*/ 57 w 77"/>
                <a:gd name="T31" fmla="*/ 0 h 107"/>
                <a:gd name="T32" fmla="*/ 43 w 77"/>
                <a:gd name="T33" fmla="*/ 15 h 107"/>
                <a:gd name="T34" fmla="*/ 28 w 77"/>
                <a:gd name="T35" fmla="*/ 15 h 107"/>
                <a:gd name="T36" fmla="*/ 39 w 77"/>
                <a:gd name="T37" fmla="*/ 0 h 107"/>
                <a:gd name="T38" fmla="*/ 57 w 77"/>
                <a:gd name="T39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" h="107">
                  <a:moveTo>
                    <a:pt x="0" y="83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90"/>
                    <a:pt x="21" y="93"/>
                    <a:pt x="28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107"/>
                    <a:pt x="77" y="107"/>
                    <a:pt x="77" y="107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9" y="107"/>
                    <a:pt x="0" y="98"/>
                    <a:pt x="0" y="83"/>
                  </a:cubicBezTo>
                  <a:close/>
                  <a:moveTo>
                    <a:pt x="57" y="0"/>
                  </a:moveTo>
                  <a:cubicBezTo>
                    <a:pt x="43" y="15"/>
                    <a:pt x="43" y="15"/>
                    <a:pt x="43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9" y="0"/>
                    <a:pt x="39" y="0"/>
                    <a:pt x="39" y="0"/>
                  </a:cubicBez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995F8AAD-49C1-4719-AB93-ACE4F38607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7014" y="3724904"/>
              <a:ext cx="105633" cy="98523"/>
            </a:xfrm>
            <a:custGeom>
              <a:avLst/>
              <a:gdLst>
                <a:gd name="T0" fmla="*/ 0 w 90"/>
                <a:gd name="T1" fmla="*/ 0 h 83"/>
                <a:gd name="T2" fmla="*/ 37 w 90"/>
                <a:gd name="T3" fmla="*/ 0 h 83"/>
                <a:gd name="T4" fmla="*/ 90 w 90"/>
                <a:gd name="T5" fmla="*/ 41 h 83"/>
                <a:gd name="T6" fmla="*/ 37 w 90"/>
                <a:gd name="T7" fmla="*/ 83 h 83"/>
                <a:gd name="T8" fmla="*/ 0 w 90"/>
                <a:gd name="T9" fmla="*/ 83 h 83"/>
                <a:gd name="T10" fmla="*/ 0 w 90"/>
                <a:gd name="T11" fmla="*/ 0 h 83"/>
                <a:gd name="T12" fmla="*/ 38 w 90"/>
                <a:gd name="T13" fmla="*/ 69 h 83"/>
                <a:gd name="T14" fmla="*/ 71 w 90"/>
                <a:gd name="T15" fmla="*/ 41 h 83"/>
                <a:gd name="T16" fmla="*/ 38 w 90"/>
                <a:gd name="T17" fmla="*/ 13 h 83"/>
                <a:gd name="T18" fmla="*/ 17 w 90"/>
                <a:gd name="T19" fmla="*/ 13 h 83"/>
                <a:gd name="T20" fmla="*/ 17 w 90"/>
                <a:gd name="T21" fmla="*/ 69 h 83"/>
                <a:gd name="T22" fmla="*/ 38 w 90"/>
                <a:gd name="T23" fmla="*/ 6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3">
                  <a:moveTo>
                    <a:pt x="0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69" y="0"/>
                    <a:pt x="90" y="17"/>
                    <a:pt x="90" y="41"/>
                  </a:cubicBezTo>
                  <a:cubicBezTo>
                    <a:pt x="90" y="66"/>
                    <a:pt x="69" y="83"/>
                    <a:pt x="3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38" y="69"/>
                  </a:moveTo>
                  <a:cubicBezTo>
                    <a:pt x="58" y="69"/>
                    <a:pt x="71" y="58"/>
                    <a:pt x="71" y="41"/>
                  </a:cubicBezTo>
                  <a:cubicBezTo>
                    <a:pt x="71" y="25"/>
                    <a:pt x="58" y="13"/>
                    <a:pt x="3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69"/>
                    <a:pt x="17" y="69"/>
                    <a:pt x="17" y="69"/>
                  </a:cubicBezTo>
                  <a:lnTo>
                    <a:pt x="38" y="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2" name="Rectangle 13">
              <a:extLst>
                <a:ext uri="{FF2B5EF4-FFF2-40B4-BE49-F238E27FC236}">
                  <a16:creationId xmlns:a16="http://schemas.microsoft.com/office/drawing/2014/main" id="{84BAD7CD-B8C9-4F70-A940-5EB3B5991A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929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3" name="Freeform 14">
              <a:extLst>
                <a:ext uri="{FF2B5EF4-FFF2-40B4-BE49-F238E27FC236}">
                  <a16:creationId xmlns:a16="http://schemas.microsoft.com/office/drawing/2014/main" id="{1612D941-D4B3-43F6-B804-5185D6DDB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557" y="3724904"/>
              <a:ext cx="94460" cy="98523"/>
            </a:xfrm>
            <a:custGeom>
              <a:avLst/>
              <a:gdLst>
                <a:gd name="T0" fmla="*/ 0 w 93"/>
                <a:gd name="T1" fmla="*/ 15 h 97"/>
                <a:gd name="T2" fmla="*/ 0 w 93"/>
                <a:gd name="T3" fmla="*/ 0 h 97"/>
                <a:gd name="T4" fmla="*/ 93 w 93"/>
                <a:gd name="T5" fmla="*/ 0 h 97"/>
                <a:gd name="T6" fmla="*/ 93 w 93"/>
                <a:gd name="T7" fmla="*/ 15 h 97"/>
                <a:gd name="T8" fmla="*/ 56 w 93"/>
                <a:gd name="T9" fmla="*/ 15 h 97"/>
                <a:gd name="T10" fmla="*/ 56 w 93"/>
                <a:gd name="T11" fmla="*/ 97 h 97"/>
                <a:gd name="T12" fmla="*/ 36 w 93"/>
                <a:gd name="T13" fmla="*/ 97 h 97"/>
                <a:gd name="T14" fmla="*/ 36 w 93"/>
                <a:gd name="T15" fmla="*/ 15 h 97"/>
                <a:gd name="T16" fmla="*/ 0 w 93"/>
                <a:gd name="T17" fmla="*/ 1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97">
                  <a:moveTo>
                    <a:pt x="0" y="15"/>
                  </a:moveTo>
                  <a:lnTo>
                    <a:pt x="0" y="0"/>
                  </a:lnTo>
                  <a:lnTo>
                    <a:pt x="93" y="0"/>
                  </a:lnTo>
                  <a:lnTo>
                    <a:pt x="93" y="15"/>
                  </a:lnTo>
                  <a:lnTo>
                    <a:pt x="56" y="15"/>
                  </a:lnTo>
                  <a:lnTo>
                    <a:pt x="56" y="97"/>
                  </a:lnTo>
                  <a:lnTo>
                    <a:pt x="36" y="97"/>
                  </a:lnTo>
                  <a:lnTo>
                    <a:pt x="36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4" name="Freeform 15">
              <a:extLst>
                <a:ext uri="{FF2B5EF4-FFF2-40B4-BE49-F238E27FC236}">
                  <a16:creationId xmlns:a16="http://schemas.microsoft.com/office/drawing/2014/main" id="{400AB1EB-AF79-4C5F-94CD-39E7F4FC8B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70552" y="3724904"/>
              <a:ext cx="121884" cy="98523"/>
            </a:xfrm>
            <a:custGeom>
              <a:avLst/>
              <a:gdLst>
                <a:gd name="T0" fmla="*/ 85 w 120"/>
                <a:gd name="T1" fmla="*/ 73 h 97"/>
                <a:gd name="T2" fmla="*/ 32 w 120"/>
                <a:gd name="T3" fmla="*/ 73 h 97"/>
                <a:gd name="T4" fmla="*/ 21 w 120"/>
                <a:gd name="T5" fmla="*/ 97 h 97"/>
                <a:gd name="T6" fmla="*/ 0 w 120"/>
                <a:gd name="T7" fmla="*/ 97 h 97"/>
                <a:gd name="T8" fmla="*/ 50 w 120"/>
                <a:gd name="T9" fmla="*/ 0 h 97"/>
                <a:gd name="T10" fmla="*/ 70 w 120"/>
                <a:gd name="T11" fmla="*/ 0 h 97"/>
                <a:gd name="T12" fmla="*/ 120 w 120"/>
                <a:gd name="T13" fmla="*/ 97 h 97"/>
                <a:gd name="T14" fmla="*/ 97 w 120"/>
                <a:gd name="T15" fmla="*/ 97 h 97"/>
                <a:gd name="T16" fmla="*/ 85 w 120"/>
                <a:gd name="T17" fmla="*/ 73 h 97"/>
                <a:gd name="T18" fmla="*/ 77 w 120"/>
                <a:gd name="T19" fmla="*/ 58 h 97"/>
                <a:gd name="T20" fmla="*/ 59 w 120"/>
                <a:gd name="T21" fmla="*/ 20 h 97"/>
                <a:gd name="T22" fmla="*/ 40 w 120"/>
                <a:gd name="T23" fmla="*/ 58 h 97"/>
                <a:gd name="T24" fmla="*/ 77 w 120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7">
                  <a:moveTo>
                    <a:pt x="85" y="73"/>
                  </a:moveTo>
                  <a:lnTo>
                    <a:pt x="32" y="73"/>
                  </a:lnTo>
                  <a:lnTo>
                    <a:pt x="21" y="97"/>
                  </a:lnTo>
                  <a:lnTo>
                    <a:pt x="0" y="97"/>
                  </a:lnTo>
                  <a:lnTo>
                    <a:pt x="50" y="0"/>
                  </a:lnTo>
                  <a:lnTo>
                    <a:pt x="70" y="0"/>
                  </a:lnTo>
                  <a:lnTo>
                    <a:pt x="120" y="97"/>
                  </a:lnTo>
                  <a:lnTo>
                    <a:pt x="97" y="97"/>
                  </a:lnTo>
                  <a:lnTo>
                    <a:pt x="85" y="73"/>
                  </a:lnTo>
                  <a:close/>
                  <a:moveTo>
                    <a:pt x="77" y="58"/>
                  </a:moveTo>
                  <a:lnTo>
                    <a:pt x="59" y="20"/>
                  </a:lnTo>
                  <a:lnTo>
                    <a:pt x="40" y="58"/>
                  </a:lnTo>
                  <a:lnTo>
                    <a:pt x="77" y="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5" name="Freeform 16">
              <a:extLst>
                <a:ext uri="{FF2B5EF4-FFF2-40B4-BE49-F238E27FC236}">
                  <a16:creationId xmlns:a16="http://schemas.microsoft.com/office/drawing/2014/main" id="{7FEF89F3-61DC-4A81-8919-3948542A0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498" y="3723888"/>
              <a:ext cx="108680" cy="100555"/>
            </a:xfrm>
            <a:custGeom>
              <a:avLst/>
              <a:gdLst>
                <a:gd name="T0" fmla="*/ 52 w 93"/>
                <a:gd name="T1" fmla="*/ 0 h 85"/>
                <a:gd name="T2" fmla="*/ 89 w 93"/>
                <a:gd name="T3" fmla="*/ 11 h 85"/>
                <a:gd name="T4" fmla="*/ 80 w 93"/>
                <a:gd name="T5" fmla="*/ 22 h 85"/>
                <a:gd name="T6" fmla="*/ 53 w 93"/>
                <a:gd name="T7" fmla="*/ 12 h 85"/>
                <a:gd name="T8" fmla="*/ 18 w 93"/>
                <a:gd name="T9" fmla="*/ 42 h 85"/>
                <a:gd name="T10" fmla="*/ 52 w 93"/>
                <a:gd name="T11" fmla="*/ 72 h 85"/>
                <a:gd name="T12" fmla="*/ 76 w 93"/>
                <a:gd name="T13" fmla="*/ 66 h 85"/>
                <a:gd name="T14" fmla="*/ 76 w 93"/>
                <a:gd name="T15" fmla="*/ 50 h 85"/>
                <a:gd name="T16" fmla="*/ 51 w 93"/>
                <a:gd name="T17" fmla="*/ 50 h 85"/>
                <a:gd name="T18" fmla="*/ 51 w 93"/>
                <a:gd name="T19" fmla="*/ 37 h 85"/>
                <a:gd name="T20" fmla="*/ 93 w 93"/>
                <a:gd name="T21" fmla="*/ 37 h 85"/>
                <a:gd name="T22" fmla="*/ 93 w 93"/>
                <a:gd name="T23" fmla="*/ 72 h 85"/>
                <a:gd name="T24" fmla="*/ 52 w 93"/>
                <a:gd name="T25" fmla="*/ 85 h 85"/>
                <a:gd name="T26" fmla="*/ 0 w 93"/>
                <a:gd name="T27" fmla="*/ 42 h 85"/>
                <a:gd name="T28" fmla="*/ 52 w 93"/>
                <a:gd name="T2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4"/>
                    <a:pt x="18" y="42"/>
                  </a:cubicBezTo>
                  <a:cubicBezTo>
                    <a:pt x="18" y="59"/>
                    <a:pt x="32" y="72"/>
                    <a:pt x="52" y="72"/>
                  </a:cubicBezTo>
                  <a:cubicBezTo>
                    <a:pt x="61" y="72"/>
                    <a:pt x="70" y="70"/>
                    <a:pt x="76" y="66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3" y="72"/>
                    <a:pt x="93" y="72"/>
                    <a:pt x="93" y="72"/>
                  </a:cubicBezTo>
                  <a:cubicBezTo>
                    <a:pt x="83" y="79"/>
                    <a:pt x="69" y="85"/>
                    <a:pt x="52" y="85"/>
                  </a:cubicBezTo>
                  <a:cubicBezTo>
                    <a:pt x="21" y="85"/>
                    <a:pt x="0" y="67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6" name="Freeform 17">
              <a:extLst>
                <a:ext uri="{FF2B5EF4-FFF2-40B4-BE49-F238E27FC236}">
                  <a16:creationId xmlns:a16="http://schemas.microsoft.com/office/drawing/2014/main" id="{C9CF378F-7D39-4FAB-93B1-C091EF8BF1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9555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7" name="Rectangle 18">
              <a:extLst>
                <a:ext uri="{FF2B5EF4-FFF2-40B4-BE49-F238E27FC236}">
                  <a16:creationId xmlns:a16="http://schemas.microsoft.com/office/drawing/2014/main" id="{D1E368C0-3A4A-43A3-98D3-BF85319A6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9408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8" name="Freeform 19">
              <a:extLst>
                <a:ext uri="{FF2B5EF4-FFF2-40B4-BE49-F238E27FC236}">
                  <a16:creationId xmlns:a16="http://schemas.microsoft.com/office/drawing/2014/main" id="{26664422-CC91-41D7-B914-ADA16A64B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2067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8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8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4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9" name="Freeform 20">
              <a:extLst>
                <a:ext uri="{FF2B5EF4-FFF2-40B4-BE49-F238E27FC236}">
                  <a16:creationId xmlns:a16="http://schemas.microsoft.com/office/drawing/2014/main" id="{B07F8350-A028-4031-BE2A-2948964D02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1763" y="3723888"/>
              <a:ext cx="123915" cy="100555"/>
            </a:xfrm>
            <a:custGeom>
              <a:avLst/>
              <a:gdLst>
                <a:gd name="T0" fmla="*/ 0 w 105"/>
                <a:gd name="T1" fmla="*/ 42 h 85"/>
                <a:gd name="T2" fmla="*/ 52 w 105"/>
                <a:gd name="T3" fmla="*/ 0 h 85"/>
                <a:gd name="T4" fmla="*/ 105 w 105"/>
                <a:gd name="T5" fmla="*/ 42 h 85"/>
                <a:gd name="T6" fmla="*/ 52 w 105"/>
                <a:gd name="T7" fmla="*/ 85 h 85"/>
                <a:gd name="T8" fmla="*/ 0 w 105"/>
                <a:gd name="T9" fmla="*/ 42 h 85"/>
                <a:gd name="T10" fmla="*/ 19 w 105"/>
                <a:gd name="T11" fmla="*/ 42 h 85"/>
                <a:gd name="T12" fmla="*/ 52 w 105"/>
                <a:gd name="T13" fmla="*/ 72 h 85"/>
                <a:gd name="T14" fmla="*/ 86 w 105"/>
                <a:gd name="T15" fmla="*/ 42 h 85"/>
                <a:gd name="T16" fmla="*/ 52 w 105"/>
                <a:gd name="T17" fmla="*/ 12 h 85"/>
                <a:gd name="T18" fmla="*/ 19 w 105"/>
                <a:gd name="T19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" h="85">
                  <a:moveTo>
                    <a:pt x="0" y="42"/>
                  </a:moveTo>
                  <a:cubicBezTo>
                    <a:pt x="0" y="19"/>
                    <a:pt x="22" y="0"/>
                    <a:pt x="52" y="0"/>
                  </a:cubicBezTo>
                  <a:cubicBezTo>
                    <a:pt x="83" y="0"/>
                    <a:pt x="105" y="19"/>
                    <a:pt x="105" y="42"/>
                  </a:cubicBezTo>
                  <a:cubicBezTo>
                    <a:pt x="105" y="66"/>
                    <a:pt x="83" y="85"/>
                    <a:pt x="52" y="85"/>
                  </a:cubicBezTo>
                  <a:cubicBezTo>
                    <a:pt x="22" y="85"/>
                    <a:pt x="0" y="66"/>
                    <a:pt x="0" y="42"/>
                  </a:cubicBezTo>
                  <a:close/>
                  <a:moveTo>
                    <a:pt x="19" y="42"/>
                  </a:moveTo>
                  <a:cubicBezTo>
                    <a:pt x="19" y="59"/>
                    <a:pt x="32" y="72"/>
                    <a:pt x="52" y="72"/>
                  </a:cubicBezTo>
                  <a:cubicBezTo>
                    <a:pt x="72" y="72"/>
                    <a:pt x="86" y="59"/>
                    <a:pt x="86" y="42"/>
                  </a:cubicBezTo>
                  <a:cubicBezTo>
                    <a:pt x="86" y="26"/>
                    <a:pt x="72" y="12"/>
                    <a:pt x="52" y="12"/>
                  </a:cubicBezTo>
                  <a:cubicBezTo>
                    <a:pt x="32" y="12"/>
                    <a:pt x="19" y="26"/>
                    <a:pt x="19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0" name="Freeform 21">
              <a:extLst>
                <a:ext uri="{FF2B5EF4-FFF2-40B4-BE49-F238E27FC236}">
                  <a16:creationId xmlns:a16="http://schemas.microsoft.com/office/drawing/2014/main" id="{7D9847A1-1863-4C03-B3F0-5BE850F110D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1929" y="3724904"/>
              <a:ext cx="82272" cy="98523"/>
            </a:xfrm>
            <a:custGeom>
              <a:avLst/>
              <a:gdLst>
                <a:gd name="T0" fmla="*/ 0 w 81"/>
                <a:gd name="T1" fmla="*/ 0 h 97"/>
                <a:gd name="T2" fmla="*/ 20 w 81"/>
                <a:gd name="T3" fmla="*/ 0 h 97"/>
                <a:gd name="T4" fmla="*/ 20 w 81"/>
                <a:gd name="T5" fmla="*/ 81 h 97"/>
                <a:gd name="T6" fmla="*/ 81 w 81"/>
                <a:gd name="T7" fmla="*/ 81 h 97"/>
                <a:gd name="T8" fmla="*/ 81 w 81"/>
                <a:gd name="T9" fmla="*/ 97 h 97"/>
                <a:gd name="T10" fmla="*/ 0 w 81"/>
                <a:gd name="T11" fmla="*/ 97 h 97"/>
                <a:gd name="T12" fmla="*/ 0 w 81"/>
                <a:gd name="T13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97">
                  <a:moveTo>
                    <a:pt x="0" y="0"/>
                  </a:moveTo>
                  <a:lnTo>
                    <a:pt x="20" y="0"/>
                  </a:lnTo>
                  <a:lnTo>
                    <a:pt x="20" y="81"/>
                  </a:lnTo>
                  <a:lnTo>
                    <a:pt x="81" y="81"/>
                  </a:lnTo>
                  <a:lnTo>
                    <a:pt x="81" y="97"/>
                  </a:lnTo>
                  <a:lnTo>
                    <a:pt x="0" y="9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1" name="Freeform 22">
              <a:extLst>
                <a:ext uri="{FF2B5EF4-FFF2-40B4-BE49-F238E27FC236}">
                  <a16:creationId xmlns:a16="http://schemas.microsoft.com/office/drawing/2014/main" id="{85E94EFC-BC22-4A89-BAB4-2C8D916ADC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4359" y="3724904"/>
              <a:ext cx="89382" cy="98523"/>
            </a:xfrm>
            <a:custGeom>
              <a:avLst/>
              <a:gdLst>
                <a:gd name="T0" fmla="*/ 0 w 76"/>
                <a:gd name="T1" fmla="*/ 59 h 83"/>
                <a:gd name="T2" fmla="*/ 0 w 76"/>
                <a:gd name="T3" fmla="*/ 0 h 83"/>
                <a:gd name="T4" fmla="*/ 75 w 76"/>
                <a:gd name="T5" fmla="*/ 0 h 83"/>
                <a:gd name="T6" fmla="*/ 75 w 76"/>
                <a:gd name="T7" fmla="*/ 13 h 83"/>
                <a:gd name="T8" fmla="*/ 18 w 76"/>
                <a:gd name="T9" fmla="*/ 13 h 83"/>
                <a:gd name="T10" fmla="*/ 18 w 76"/>
                <a:gd name="T11" fmla="*/ 33 h 83"/>
                <a:gd name="T12" fmla="*/ 70 w 76"/>
                <a:gd name="T13" fmla="*/ 33 h 83"/>
                <a:gd name="T14" fmla="*/ 70 w 76"/>
                <a:gd name="T15" fmla="*/ 46 h 83"/>
                <a:gd name="T16" fmla="*/ 18 w 76"/>
                <a:gd name="T17" fmla="*/ 46 h 83"/>
                <a:gd name="T18" fmla="*/ 18 w 76"/>
                <a:gd name="T19" fmla="*/ 59 h 83"/>
                <a:gd name="T20" fmla="*/ 28 w 76"/>
                <a:gd name="T21" fmla="*/ 69 h 83"/>
                <a:gd name="T22" fmla="*/ 76 w 76"/>
                <a:gd name="T23" fmla="*/ 69 h 83"/>
                <a:gd name="T24" fmla="*/ 76 w 76"/>
                <a:gd name="T25" fmla="*/ 83 h 83"/>
                <a:gd name="T26" fmla="*/ 24 w 76"/>
                <a:gd name="T27" fmla="*/ 83 h 83"/>
                <a:gd name="T28" fmla="*/ 0 w 76"/>
                <a:gd name="T29" fmla="*/ 5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83">
                  <a:moveTo>
                    <a:pt x="0" y="5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66"/>
                    <a:pt x="21" y="69"/>
                    <a:pt x="28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9" y="83"/>
                    <a:pt x="0" y="74"/>
                    <a:pt x="0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2" name="Freeform 23">
              <a:extLst>
                <a:ext uri="{FF2B5EF4-FFF2-40B4-BE49-F238E27FC236}">
                  <a16:creationId xmlns:a16="http://schemas.microsoft.com/office/drawing/2014/main" id="{A692259E-576E-4F17-A3CF-CB8CA7F448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2651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5"/>
                    <a:pt x="18" y="42"/>
                  </a:cubicBezTo>
                  <a:cubicBezTo>
                    <a:pt x="18" y="60"/>
                    <a:pt x="34" y="72"/>
                    <a:pt x="53" y="72"/>
                  </a:cubicBezTo>
                  <a:cubicBezTo>
                    <a:pt x="65" y="72"/>
                    <a:pt x="73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3" name="Rectangle 24">
              <a:extLst>
                <a:ext uri="{FF2B5EF4-FFF2-40B4-BE49-F238E27FC236}">
                  <a16:creationId xmlns:a16="http://schemas.microsoft.com/office/drawing/2014/main" id="{C9ED065B-179D-4D56-97AB-4329FD69D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6566" y="3724904"/>
              <a:ext cx="20314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4" name="Freeform 25">
              <a:extLst>
                <a:ext uri="{FF2B5EF4-FFF2-40B4-BE49-F238E27FC236}">
                  <a16:creationId xmlns:a16="http://schemas.microsoft.com/office/drawing/2014/main" id="{9AD39337-2363-472C-A287-49738C1A0E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6335" y="3724904"/>
              <a:ext cx="100555" cy="98523"/>
            </a:xfrm>
            <a:custGeom>
              <a:avLst/>
              <a:gdLst>
                <a:gd name="T0" fmla="*/ 86 w 86"/>
                <a:gd name="T1" fmla="*/ 59 h 83"/>
                <a:gd name="T2" fmla="*/ 51 w 86"/>
                <a:gd name="T3" fmla="*/ 83 h 83"/>
                <a:gd name="T4" fmla="*/ 0 w 86"/>
                <a:gd name="T5" fmla="*/ 83 h 83"/>
                <a:gd name="T6" fmla="*/ 0 w 86"/>
                <a:gd name="T7" fmla="*/ 0 h 83"/>
                <a:gd name="T8" fmla="*/ 48 w 86"/>
                <a:gd name="T9" fmla="*/ 0 h 83"/>
                <a:gd name="T10" fmla="*/ 82 w 86"/>
                <a:gd name="T11" fmla="*/ 23 h 83"/>
                <a:gd name="T12" fmla="*/ 69 w 86"/>
                <a:gd name="T13" fmla="*/ 40 h 83"/>
                <a:gd name="T14" fmla="*/ 86 w 86"/>
                <a:gd name="T15" fmla="*/ 59 h 83"/>
                <a:gd name="T16" fmla="*/ 17 w 86"/>
                <a:gd name="T17" fmla="*/ 13 h 83"/>
                <a:gd name="T18" fmla="*/ 17 w 86"/>
                <a:gd name="T19" fmla="*/ 34 h 83"/>
                <a:gd name="T20" fmla="*/ 47 w 86"/>
                <a:gd name="T21" fmla="*/ 34 h 83"/>
                <a:gd name="T22" fmla="*/ 63 w 86"/>
                <a:gd name="T23" fmla="*/ 24 h 83"/>
                <a:gd name="T24" fmla="*/ 46 w 86"/>
                <a:gd name="T25" fmla="*/ 13 h 83"/>
                <a:gd name="T26" fmla="*/ 17 w 86"/>
                <a:gd name="T27" fmla="*/ 13 h 83"/>
                <a:gd name="T28" fmla="*/ 67 w 86"/>
                <a:gd name="T29" fmla="*/ 58 h 83"/>
                <a:gd name="T30" fmla="*/ 50 w 86"/>
                <a:gd name="T31" fmla="*/ 47 h 83"/>
                <a:gd name="T32" fmla="*/ 17 w 86"/>
                <a:gd name="T33" fmla="*/ 47 h 83"/>
                <a:gd name="T34" fmla="*/ 17 w 86"/>
                <a:gd name="T35" fmla="*/ 69 h 83"/>
                <a:gd name="T36" fmla="*/ 50 w 86"/>
                <a:gd name="T37" fmla="*/ 69 h 83"/>
                <a:gd name="T38" fmla="*/ 67 w 86"/>
                <a:gd name="T39" fmla="*/ 5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" h="83">
                  <a:moveTo>
                    <a:pt x="86" y="59"/>
                  </a:moveTo>
                  <a:cubicBezTo>
                    <a:pt x="86" y="74"/>
                    <a:pt x="70" y="83"/>
                    <a:pt x="51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7" y="0"/>
                    <a:pt x="82" y="8"/>
                    <a:pt x="82" y="23"/>
                  </a:cubicBezTo>
                  <a:cubicBezTo>
                    <a:pt x="82" y="31"/>
                    <a:pt x="77" y="37"/>
                    <a:pt x="69" y="40"/>
                  </a:cubicBezTo>
                  <a:cubicBezTo>
                    <a:pt x="79" y="43"/>
                    <a:pt x="86" y="49"/>
                    <a:pt x="86" y="59"/>
                  </a:cubicBezTo>
                  <a:close/>
                  <a:moveTo>
                    <a:pt x="17" y="13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57" y="34"/>
                    <a:pt x="63" y="31"/>
                    <a:pt x="63" y="24"/>
                  </a:cubicBezTo>
                  <a:cubicBezTo>
                    <a:pt x="63" y="17"/>
                    <a:pt x="57" y="13"/>
                    <a:pt x="46" y="13"/>
                  </a:cubicBezTo>
                  <a:lnTo>
                    <a:pt x="17" y="13"/>
                  </a:lnTo>
                  <a:close/>
                  <a:moveTo>
                    <a:pt x="67" y="58"/>
                  </a:moveTo>
                  <a:cubicBezTo>
                    <a:pt x="67" y="51"/>
                    <a:pt x="60" y="47"/>
                    <a:pt x="50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60" y="69"/>
                    <a:pt x="67" y="65"/>
                    <a:pt x="67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5524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956EA80-F614-489A-BC61-62CA8692A161}"/>
              </a:ext>
            </a:extLst>
          </p:cNvPr>
          <p:cNvSpPr/>
          <p:nvPr userDrawn="1"/>
        </p:nvSpPr>
        <p:spPr>
          <a:xfrm>
            <a:off x="1" y="2"/>
            <a:ext cx="4079875" cy="68044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A12386-7FD1-4BC0-97EB-DD45B5DFC4B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72000 w 9144000"/>
              <a:gd name="connsiteY0" fmla="*/ 83718 h 5143500"/>
              <a:gd name="connsiteX1" fmla="*/ 72000 w 9144000"/>
              <a:gd name="connsiteY1" fmla="*/ 4952999 h 5143500"/>
              <a:gd name="connsiteX2" fmla="*/ 9072000 w 9144000"/>
              <a:gd name="connsiteY2" fmla="*/ 4952999 h 5143500"/>
              <a:gd name="connsiteX3" fmla="*/ 9072000 w 9144000"/>
              <a:gd name="connsiteY3" fmla="*/ 83718 h 5143500"/>
              <a:gd name="connsiteX4" fmla="*/ 0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5143500 h 5143500"/>
              <a:gd name="connsiteX7" fmla="*/ 0 w 914400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72000" y="83718"/>
                </a:moveTo>
                <a:lnTo>
                  <a:pt x="72000" y="4952999"/>
                </a:lnTo>
                <a:lnTo>
                  <a:pt x="9072000" y="4952999"/>
                </a:lnTo>
                <a:lnTo>
                  <a:pt x="9072000" y="83718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00" noProof="0"/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41000B73-08C1-4C30-9C5C-F5C2FBFADA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680B98-04A5-E049-9CB8-BDF87BD74D3D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7A14F0BE-9611-144B-98BB-2FF5FC4491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D4201A-014E-4192-BDA3-DC81FED838D2}"/>
              </a:ext>
            </a:extLst>
          </p:cNvPr>
          <p:cNvSpPr/>
          <p:nvPr userDrawn="1"/>
        </p:nvSpPr>
        <p:spPr>
          <a:xfrm>
            <a:off x="3992723" y="2661666"/>
            <a:ext cx="174308" cy="1384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8E52ADAC-EE8C-4BE7-8FF9-7A052B4A329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4240" y="2419135"/>
            <a:ext cx="2420239" cy="186936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7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9FFE46DE-477B-432A-A25A-0F6933CA25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51800" y="3884739"/>
            <a:ext cx="7169613" cy="49244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307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Sub-title of the section</a:t>
            </a:r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F88DF4C5-4566-45D4-8269-61CFDF0B0D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1800" y="2334446"/>
            <a:ext cx="7169609" cy="1426031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lnSpc>
                <a:spcPts val="5200"/>
              </a:lnSpc>
              <a:defRPr sz="480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 noProof="0" dirty="0"/>
              <a:t>Name of the </a:t>
            </a:r>
            <a:br>
              <a:rPr lang="en-US" noProof="0" dirty="0"/>
            </a:br>
            <a:r>
              <a:rPr lang="en-US" noProof="0" dirty="0"/>
              <a:t>section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BD14C2AC-02F9-4B4B-AC68-1B94C00A75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666C39DD-3177-4BDE-87C9-E51760AA398E}" type="datetime3">
              <a:rPr lang="en-US" smtClean="0"/>
              <a:t>3 November 2025</a:t>
            </a:fld>
            <a:endParaRPr lang="fr-FR" dirty="0"/>
          </a:p>
        </p:txBody>
      </p:sp>
      <p:grpSp>
        <p:nvGrpSpPr>
          <p:cNvPr id="18" name="Groupe 250">
            <a:extLst>
              <a:ext uri="{FF2B5EF4-FFF2-40B4-BE49-F238E27FC236}">
                <a16:creationId xmlns:a16="http://schemas.microsoft.com/office/drawing/2014/main" id="{4F607616-8978-48D6-959F-ABAD9B9A99A6}"/>
              </a:ext>
            </a:extLst>
          </p:cNvPr>
          <p:cNvGrpSpPr/>
          <p:nvPr userDrawn="1"/>
        </p:nvGrpSpPr>
        <p:grpSpPr>
          <a:xfrm>
            <a:off x="5456917" y="6670035"/>
            <a:ext cx="1278167" cy="125311"/>
            <a:chOff x="5629458" y="3655836"/>
            <a:chExt cx="2227432" cy="218376"/>
          </a:xfrm>
          <a:solidFill>
            <a:srgbClr val="5E6A71"/>
          </a:soli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40295749-1919-4DFF-BC52-1019D7145B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975" y="3775689"/>
              <a:ext cx="61958" cy="55864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Rectangle 6">
              <a:extLst>
                <a:ext uri="{FF2B5EF4-FFF2-40B4-BE49-F238E27FC236}">
                  <a16:creationId xmlns:a16="http://schemas.microsoft.com/office/drawing/2014/main" id="{6B7B6BB7-F995-41BE-B62D-F8AE3E25B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662" y="3849835"/>
              <a:ext cx="284396" cy="2437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2475DD3D-483B-4AE8-A72A-D6405CED9D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1195" y="3655836"/>
              <a:ext cx="77193" cy="62973"/>
            </a:xfrm>
            <a:custGeom>
              <a:avLst/>
              <a:gdLst>
                <a:gd name="T0" fmla="*/ 66 w 66"/>
                <a:gd name="T1" fmla="*/ 25 h 53"/>
                <a:gd name="T2" fmla="*/ 19 w 66"/>
                <a:gd name="T3" fmla="*/ 50 h 53"/>
                <a:gd name="T4" fmla="*/ 7 w 66"/>
                <a:gd name="T5" fmla="*/ 48 h 53"/>
                <a:gd name="T6" fmla="*/ 0 w 66"/>
                <a:gd name="T7" fmla="*/ 31 h 53"/>
                <a:gd name="T8" fmla="*/ 8 w 66"/>
                <a:gd name="T9" fmla="*/ 31 h 53"/>
                <a:gd name="T10" fmla="*/ 66 w 66"/>
                <a:gd name="T11" fmla="*/ 0 h 53"/>
                <a:gd name="T12" fmla="*/ 66 w 66"/>
                <a:gd name="T13" fmla="*/ 2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53">
                  <a:moveTo>
                    <a:pt x="66" y="25"/>
                  </a:moveTo>
                  <a:cubicBezTo>
                    <a:pt x="66" y="25"/>
                    <a:pt x="28" y="47"/>
                    <a:pt x="19" y="50"/>
                  </a:cubicBezTo>
                  <a:cubicBezTo>
                    <a:pt x="11" y="53"/>
                    <a:pt x="8" y="49"/>
                    <a:pt x="7" y="48"/>
                  </a:cubicBezTo>
                  <a:cubicBezTo>
                    <a:pt x="4" y="44"/>
                    <a:pt x="1" y="33"/>
                    <a:pt x="0" y="31"/>
                  </a:cubicBezTo>
                  <a:cubicBezTo>
                    <a:pt x="1" y="31"/>
                    <a:pt x="3" y="32"/>
                    <a:pt x="8" y="31"/>
                  </a:cubicBezTo>
                  <a:cubicBezTo>
                    <a:pt x="13" y="29"/>
                    <a:pt x="66" y="0"/>
                    <a:pt x="66" y="0"/>
                  </a:cubicBezTo>
                  <a:cubicBezTo>
                    <a:pt x="66" y="25"/>
                    <a:pt x="66" y="25"/>
                    <a:pt x="66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4C27B7FA-3A58-477A-97F9-BCEBB2231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458" y="3669040"/>
              <a:ext cx="318930" cy="18384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30AD8078-ED37-4E44-83FF-104E171A4B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3550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5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08C60A1A-0DC6-438F-A82E-6B0A648C21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8481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986461F6-DDE4-4103-A0C9-9410F71340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4271" y="3696464"/>
              <a:ext cx="90398" cy="126963"/>
            </a:xfrm>
            <a:custGeom>
              <a:avLst/>
              <a:gdLst>
                <a:gd name="T0" fmla="*/ 0 w 77"/>
                <a:gd name="T1" fmla="*/ 83 h 107"/>
                <a:gd name="T2" fmla="*/ 0 w 77"/>
                <a:gd name="T3" fmla="*/ 24 h 107"/>
                <a:gd name="T4" fmla="*/ 75 w 77"/>
                <a:gd name="T5" fmla="*/ 24 h 107"/>
                <a:gd name="T6" fmla="*/ 75 w 77"/>
                <a:gd name="T7" fmla="*/ 37 h 107"/>
                <a:gd name="T8" fmla="*/ 18 w 77"/>
                <a:gd name="T9" fmla="*/ 37 h 107"/>
                <a:gd name="T10" fmla="*/ 18 w 77"/>
                <a:gd name="T11" fmla="*/ 57 h 107"/>
                <a:gd name="T12" fmla="*/ 70 w 77"/>
                <a:gd name="T13" fmla="*/ 57 h 107"/>
                <a:gd name="T14" fmla="*/ 70 w 77"/>
                <a:gd name="T15" fmla="*/ 70 h 107"/>
                <a:gd name="T16" fmla="*/ 18 w 77"/>
                <a:gd name="T17" fmla="*/ 70 h 107"/>
                <a:gd name="T18" fmla="*/ 18 w 77"/>
                <a:gd name="T19" fmla="*/ 83 h 107"/>
                <a:gd name="T20" fmla="*/ 28 w 77"/>
                <a:gd name="T21" fmla="*/ 93 h 107"/>
                <a:gd name="T22" fmla="*/ 77 w 77"/>
                <a:gd name="T23" fmla="*/ 93 h 107"/>
                <a:gd name="T24" fmla="*/ 77 w 77"/>
                <a:gd name="T25" fmla="*/ 107 h 107"/>
                <a:gd name="T26" fmla="*/ 24 w 77"/>
                <a:gd name="T27" fmla="*/ 107 h 107"/>
                <a:gd name="T28" fmla="*/ 0 w 77"/>
                <a:gd name="T29" fmla="*/ 83 h 107"/>
                <a:gd name="T30" fmla="*/ 57 w 77"/>
                <a:gd name="T31" fmla="*/ 0 h 107"/>
                <a:gd name="T32" fmla="*/ 43 w 77"/>
                <a:gd name="T33" fmla="*/ 15 h 107"/>
                <a:gd name="T34" fmla="*/ 28 w 77"/>
                <a:gd name="T35" fmla="*/ 15 h 107"/>
                <a:gd name="T36" fmla="*/ 39 w 77"/>
                <a:gd name="T37" fmla="*/ 0 h 107"/>
                <a:gd name="T38" fmla="*/ 57 w 77"/>
                <a:gd name="T39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" h="107">
                  <a:moveTo>
                    <a:pt x="0" y="83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90"/>
                    <a:pt x="21" y="93"/>
                    <a:pt x="28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107"/>
                    <a:pt x="77" y="107"/>
                    <a:pt x="77" y="107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9" y="107"/>
                    <a:pt x="0" y="98"/>
                    <a:pt x="0" y="83"/>
                  </a:cubicBezTo>
                  <a:close/>
                  <a:moveTo>
                    <a:pt x="57" y="0"/>
                  </a:moveTo>
                  <a:cubicBezTo>
                    <a:pt x="43" y="15"/>
                    <a:pt x="43" y="15"/>
                    <a:pt x="43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9" y="0"/>
                    <a:pt x="39" y="0"/>
                    <a:pt x="39" y="0"/>
                  </a:cubicBez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D87C686B-49B5-49C2-B085-5D7FDAD5DD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7014" y="3724904"/>
              <a:ext cx="105633" cy="98523"/>
            </a:xfrm>
            <a:custGeom>
              <a:avLst/>
              <a:gdLst>
                <a:gd name="T0" fmla="*/ 0 w 90"/>
                <a:gd name="T1" fmla="*/ 0 h 83"/>
                <a:gd name="T2" fmla="*/ 37 w 90"/>
                <a:gd name="T3" fmla="*/ 0 h 83"/>
                <a:gd name="T4" fmla="*/ 90 w 90"/>
                <a:gd name="T5" fmla="*/ 41 h 83"/>
                <a:gd name="T6" fmla="*/ 37 w 90"/>
                <a:gd name="T7" fmla="*/ 83 h 83"/>
                <a:gd name="T8" fmla="*/ 0 w 90"/>
                <a:gd name="T9" fmla="*/ 83 h 83"/>
                <a:gd name="T10" fmla="*/ 0 w 90"/>
                <a:gd name="T11" fmla="*/ 0 h 83"/>
                <a:gd name="T12" fmla="*/ 38 w 90"/>
                <a:gd name="T13" fmla="*/ 69 h 83"/>
                <a:gd name="T14" fmla="*/ 71 w 90"/>
                <a:gd name="T15" fmla="*/ 41 h 83"/>
                <a:gd name="T16" fmla="*/ 38 w 90"/>
                <a:gd name="T17" fmla="*/ 13 h 83"/>
                <a:gd name="T18" fmla="*/ 17 w 90"/>
                <a:gd name="T19" fmla="*/ 13 h 83"/>
                <a:gd name="T20" fmla="*/ 17 w 90"/>
                <a:gd name="T21" fmla="*/ 69 h 83"/>
                <a:gd name="T22" fmla="*/ 38 w 90"/>
                <a:gd name="T23" fmla="*/ 6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3">
                  <a:moveTo>
                    <a:pt x="0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69" y="0"/>
                    <a:pt x="90" y="17"/>
                    <a:pt x="90" y="41"/>
                  </a:cubicBezTo>
                  <a:cubicBezTo>
                    <a:pt x="90" y="66"/>
                    <a:pt x="69" y="83"/>
                    <a:pt x="3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38" y="69"/>
                  </a:moveTo>
                  <a:cubicBezTo>
                    <a:pt x="58" y="69"/>
                    <a:pt x="71" y="58"/>
                    <a:pt x="71" y="41"/>
                  </a:cubicBezTo>
                  <a:cubicBezTo>
                    <a:pt x="71" y="25"/>
                    <a:pt x="58" y="13"/>
                    <a:pt x="3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69"/>
                    <a:pt x="17" y="69"/>
                    <a:pt x="17" y="69"/>
                  </a:cubicBezTo>
                  <a:lnTo>
                    <a:pt x="38" y="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2" name="Rectangle 13">
              <a:extLst>
                <a:ext uri="{FF2B5EF4-FFF2-40B4-BE49-F238E27FC236}">
                  <a16:creationId xmlns:a16="http://schemas.microsoft.com/office/drawing/2014/main" id="{D317060D-8825-4DB1-838A-B6F9D0DF2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929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3" name="Freeform 14">
              <a:extLst>
                <a:ext uri="{FF2B5EF4-FFF2-40B4-BE49-F238E27FC236}">
                  <a16:creationId xmlns:a16="http://schemas.microsoft.com/office/drawing/2014/main" id="{8B468CC5-3D75-412B-8AF1-1087D6D9C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557" y="3724904"/>
              <a:ext cx="94460" cy="98523"/>
            </a:xfrm>
            <a:custGeom>
              <a:avLst/>
              <a:gdLst>
                <a:gd name="T0" fmla="*/ 0 w 93"/>
                <a:gd name="T1" fmla="*/ 15 h 97"/>
                <a:gd name="T2" fmla="*/ 0 w 93"/>
                <a:gd name="T3" fmla="*/ 0 h 97"/>
                <a:gd name="T4" fmla="*/ 93 w 93"/>
                <a:gd name="T5" fmla="*/ 0 h 97"/>
                <a:gd name="T6" fmla="*/ 93 w 93"/>
                <a:gd name="T7" fmla="*/ 15 h 97"/>
                <a:gd name="T8" fmla="*/ 56 w 93"/>
                <a:gd name="T9" fmla="*/ 15 h 97"/>
                <a:gd name="T10" fmla="*/ 56 w 93"/>
                <a:gd name="T11" fmla="*/ 97 h 97"/>
                <a:gd name="T12" fmla="*/ 36 w 93"/>
                <a:gd name="T13" fmla="*/ 97 h 97"/>
                <a:gd name="T14" fmla="*/ 36 w 93"/>
                <a:gd name="T15" fmla="*/ 15 h 97"/>
                <a:gd name="T16" fmla="*/ 0 w 93"/>
                <a:gd name="T17" fmla="*/ 1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97">
                  <a:moveTo>
                    <a:pt x="0" y="15"/>
                  </a:moveTo>
                  <a:lnTo>
                    <a:pt x="0" y="0"/>
                  </a:lnTo>
                  <a:lnTo>
                    <a:pt x="93" y="0"/>
                  </a:lnTo>
                  <a:lnTo>
                    <a:pt x="93" y="15"/>
                  </a:lnTo>
                  <a:lnTo>
                    <a:pt x="56" y="15"/>
                  </a:lnTo>
                  <a:lnTo>
                    <a:pt x="56" y="97"/>
                  </a:lnTo>
                  <a:lnTo>
                    <a:pt x="36" y="97"/>
                  </a:lnTo>
                  <a:lnTo>
                    <a:pt x="36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4" name="Freeform 15">
              <a:extLst>
                <a:ext uri="{FF2B5EF4-FFF2-40B4-BE49-F238E27FC236}">
                  <a16:creationId xmlns:a16="http://schemas.microsoft.com/office/drawing/2014/main" id="{29309176-DC01-4124-99E8-4F1AC4FACA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70552" y="3724904"/>
              <a:ext cx="121884" cy="98523"/>
            </a:xfrm>
            <a:custGeom>
              <a:avLst/>
              <a:gdLst>
                <a:gd name="T0" fmla="*/ 85 w 120"/>
                <a:gd name="T1" fmla="*/ 73 h 97"/>
                <a:gd name="T2" fmla="*/ 32 w 120"/>
                <a:gd name="T3" fmla="*/ 73 h 97"/>
                <a:gd name="T4" fmla="*/ 21 w 120"/>
                <a:gd name="T5" fmla="*/ 97 h 97"/>
                <a:gd name="T6" fmla="*/ 0 w 120"/>
                <a:gd name="T7" fmla="*/ 97 h 97"/>
                <a:gd name="T8" fmla="*/ 50 w 120"/>
                <a:gd name="T9" fmla="*/ 0 h 97"/>
                <a:gd name="T10" fmla="*/ 70 w 120"/>
                <a:gd name="T11" fmla="*/ 0 h 97"/>
                <a:gd name="T12" fmla="*/ 120 w 120"/>
                <a:gd name="T13" fmla="*/ 97 h 97"/>
                <a:gd name="T14" fmla="*/ 97 w 120"/>
                <a:gd name="T15" fmla="*/ 97 h 97"/>
                <a:gd name="T16" fmla="*/ 85 w 120"/>
                <a:gd name="T17" fmla="*/ 73 h 97"/>
                <a:gd name="T18" fmla="*/ 77 w 120"/>
                <a:gd name="T19" fmla="*/ 58 h 97"/>
                <a:gd name="T20" fmla="*/ 59 w 120"/>
                <a:gd name="T21" fmla="*/ 20 h 97"/>
                <a:gd name="T22" fmla="*/ 40 w 120"/>
                <a:gd name="T23" fmla="*/ 58 h 97"/>
                <a:gd name="T24" fmla="*/ 77 w 120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7">
                  <a:moveTo>
                    <a:pt x="85" y="73"/>
                  </a:moveTo>
                  <a:lnTo>
                    <a:pt x="32" y="73"/>
                  </a:lnTo>
                  <a:lnTo>
                    <a:pt x="21" y="97"/>
                  </a:lnTo>
                  <a:lnTo>
                    <a:pt x="0" y="97"/>
                  </a:lnTo>
                  <a:lnTo>
                    <a:pt x="50" y="0"/>
                  </a:lnTo>
                  <a:lnTo>
                    <a:pt x="70" y="0"/>
                  </a:lnTo>
                  <a:lnTo>
                    <a:pt x="120" y="97"/>
                  </a:lnTo>
                  <a:lnTo>
                    <a:pt x="97" y="97"/>
                  </a:lnTo>
                  <a:lnTo>
                    <a:pt x="85" y="73"/>
                  </a:lnTo>
                  <a:close/>
                  <a:moveTo>
                    <a:pt x="77" y="58"/>
                  </a:moveTo>
                  <a:lnTo>
                    <a:pt x="59" y="20"/>
                  </a:lnTo>
                  <a:lnTo>
                    <a:pt x="40" y="58"/>
                  </a:lnTo>
                  <a:lnTo>
                    <a:pt x="77" y="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5" name="Freeform 16">
              <a:extLst>
                <a:ext uri="{FF2B5EF4-FFF2-40B4-BE49-F238E27FC236}">
                  <a16:creationId xmlns:a16="http://schemas.microsoft.com/office/drawing/2014/main" id="{28663C1A-6E31-4C11-B987-5BF9D08EDE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498" y="3723888"/>
              <a:ext cx="108680" cy="100555"/>
            </a:xfrm>
            <a:custGeom>
              <a:avLst/>
              <a:gdLst>
                <a:gd name="T0" fmla="*/ 52 w 93"/>
                <a:gd name="T1" fmla="*/ 0 h 85"/>
                <a:gd name="T2" fmla="*/ 89 w 93"/>
                <a:gd name="T3" fmla="*/ 11 h 85"/>
                <a:gd name="T4" fmla="*/ 80 w 93"/>
                <a:gd name="T5" fmla="*/ 22 h 85"/>
                <a:gd name="T6" fmla="*/ 53 w 93"/>
                <a:gd name="T7" fmla="*/ 12 h 85"/>
                <a:gd name="T8" fmla="*/ 18 w 93"/>
                <a:gd name="T9" fmla="*/ 42 h 85"/>
                <a:gd name="T10" fmla="*/ 52 w 93"/>
                <a:gd name="T11" fmla="*/ 72 h 85"/>
                <a:gd name="T12" fmla="*/ 76 w 93"/>
                <a:gd name="T13" fmla="*/ 66 h 85"/>
                <a:gd name="T14" fmla="*/ 76 w 93"/>
                <a:gd name="T15" fmla="*/ 50 h 85"/>
                <a:gd name="T16" fmla="*/ 51 w 93"/>
                <a:gd name="T17" fmla="*/ 50 h 85"/>
                <a:gd name="T18" fmla="*/ 51 w 93"/>
                <a:gd name="T19" fmla="*/ 37 h 85"/>
                <a:gd name="T20" fmla="*/ 93 w 93"/>
                <a:gd name="T21" fmla="*/ 37 h 85"/>
                <a:gd name="T22" fmla="*/ 93 w 93"/>
                <a:gd name="T23" fmla="*/ 72 h 85"/>
                <a:gd name="T24" fmla="*/ 52 w 93"/>
                <a:gd name="T25" fmla="*/ 85 h 85"/>
                <a:gd name="T26" fmla="*/ 0 w 93"/>
                <a:gd name="T27" fmla="*/ 42 h 85"/>
                <a:gd name="T28" fmla="*/ 52 w 93"/>
                <a:gd name="T2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4"/>
                    <a:pt x="18" y="42"/>
                  </a:cubicBezTo>
                  <a:cubicBezTo>
                    <a:pt x="18" y="59"/>
                    <a:pt x="32" y="72"/>
                    <a:pt x="52" y="72"/>
                  </a:cubicBezTo>
                  <a:cubicBezTo>
                    <a:pt x="61" y="72"/>
                    <a:pt x="70" y="70"/>
                    <a:pt x="76" y="66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3" y="72"/>
                    <a:pt x="93" y="72"/>
                    <a:pt x="93" y="72"/>
                  </a:cubicBezTo>
                  <a:cubicBezTo>
                    <a:pt x="83" y="79"/>
                    <a:pt x="69" y="85"/>
                    <a:pt x="52" y="85"/>
                  </a:cubicBezTo>
                  <a:cubicBezTo>
                    <a:pt x="21" y="85"/>
                    <a:pt x="0" y="67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6" name="Freeform 17">
              <a:extLst>
                <a:ext uri="{FF2B5EF4-FFF2-40B4-BE49-F238E27FC236}">
                  <a16:creationId xmlns:a16="http://schemas.microsoft.com/office/drawing/2014/main" id="{4941B2C2-0B12-431E-A821-BDFB7FE58A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9555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7" name="Rectangle 18">
              <a:extLst>
                <a:ext uri="{FF2B5EF4-FFF2-40B4-BE49-F238E27FC236}">
                  <a16:creationId xmlns:a16="http://schemas.microsoft.com/office/drawing/2014/main" id="{1D4542D7-EB97-42DB-9354-DFF75D29B1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9408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8" name="Freeform 19">
              <a:extLst>
                <a:ext uri="{FF2B5EF4-FFF2-40B4-BE49-F238E27FC236}">
                  <a16:creationId xmlns:a16="http://schemas.microsoft.com/office/drawing/2014/main" id="{9EF7BDE7-E000-4D56-9077-F68496AC9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2067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8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8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4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9" name="Freeform 20">
              <a:extLst>
                <a:ext uri="{FF2B5EF4-FFF2-40B4-BE49-F238E27FC236}">
                  <a16:creationId xmlns:a16="http://schemas.microsoft.com/office/drawing/2014/main" id="{B4B46A17-5CD8-4E71-9DCD-72C8CD91BC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1763" y="3723888"/>
              <a:ext cx="123915" cy="100555"/>
            </a:xfrm>
            <a:custGeom>
              <a:avLst/>
              <a:gdLst>
                <a:gd name="T0" fmla="*/ 0 w 105"/>
                <a:gd name="T1" fmla="*/ 42 h 85"/>
                <a:gd name="T2" fmla="*/ 52 w 105"/>
                <a:gd name="T3" fmla="*/ 0 h 85"/>
                <a:gd name="T4" fmla="*/ 105 w 105"/>
                <a:gd name="T5" fmla="*/ 42 h 85"/>
                <a:gd name="T6" fmla="*/ 52 w 105"/>
                <a:gd name="T7" fmla="*/ 85 h 85"/>
                <a:gd name="T8" fmla="*/ 0 w 105"/>
                <a:gd name="T9" fmla="*/ 42 h 85"/>
                <a:gd name="T10" fmla="*/ 19 w 105"/>
                <a:gd name="T11" fmla="*/ 42 h 85"/>
                <a:gd name="T12" fmla="*/ 52 w 105"/>
                <a:gd name="T13" fmla="*/ 72 h 85"/>
                <a:gd name="T14" fmla="*/ 86 w 105"/>
                <a:gd name="T15" fmla="*/ 42 h 85"/>
                <a:gd name="T16" fmla="*/ 52 w 105"/>
                <a:gd name="T17" fmla="*/ 12 h 85"/>
                <a:gd name="T18" fmla="*/ 19 w 105"/>
                <a:gd name="T19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" h="85">
                  <a:moveTo>
                    <a:pt x="0" y="42"/>
                  </a:moveTo>
                  <a:cubicBezTo>
                    <a:pt x="0" y="19"/>
                    <a:pt x="22" y="0"/>
                    <a:pt x="52" y="0"/>
                  </a:cubicBezTo>
                  <a:cubicBezTo>
                    <a:pt x="83" y="0"/>
                    <a:pt x="105" y="19"/>
                    <a:pt x="105" y="42"/>
                  </a:cubicBezTo>
                  <a:cubicBezTo>
                    <a:pt x="105" y="66"/>
                    <a:pt x="83" y="85"/>
                    <a:pt x="52" y="85"/>
                  </a:cubicBezTo>
                  <a:cubicBezTo>
                    <a:pt x="22" y="85"/>
                    <a:pt x="0" y="66"/>
                    <a:pt x="0" y="42"/>
                  </a:cubicBezTo>
                  <a:close/>
                  <a:moveTo>
                    <a:pt x="19" y="42"/>
                  </a:moveTo>
                  <a:cubicBezTo>
                    <a:pt x="19" y="59"/>
                    <a:pt x="32" y="72"/>
                    <a:pt x="52" y="72"/>
                  </a:cubicBezTo>
                  <a:cubicBezTo>
                    <a:pt x="72" y="72"/>
                    <a:pt x="86" y="59"/>
                    <a:pt x="86" y="42"/>
                  </a:cubicBezTo>
                  <a:cubicBezTo>
                    <a:pt x="86" y="26"/>
                    <a:pt x="72" y="12"/>
                    <a:pt x="52" y="12"/>
                  </a:cubicBezTo>
                  <a:cubicBezTo>
                    <a:pt x="32" y="12"/>
                    <a:pt x="19" y="26"/>
                    <a:pt x="19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0" name="Freeform 21">
              <a:extLst>
                <a:ext uri="{FF2B5EF4-FFF2-40B4-BE49-F238E27FC236}">
                  <a16:creationId xmlns:a16="http://schemas.microsoft.com/office/drawing/2014/main" id="{44A686DE-892C-4082-A491-867D1585F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1929" y="3724904"/>
              <a:ext cx="82272" cy="98523"/>
            </a:xfrm>
            <a:custGeom>
              <a:avLst/>
              <a:gdLst>
                <a:gd name="T0" fmla="*/ 0 w 81"/>
                <a:gd name="T1" fmla="*/ 0 h 97"/>
                <a:gd name="T2" fmla="*/ 20 w 81"/>
                <a:gd name="T3" fmla="*/ 0 h 97"/>
                <a:gd name="T4" fmla="*/ 20 w 81"/>
                <a:gd name="T5" fmla="*/ 81 h 97"/>
                <a:gd name="T6" fmla="*/ 81 w 81"/>
                <a:gd name="T7" fmla="*/ 81 h 97"/>
                <a:gd name="T8" fmla="*/ 81 w 81"/>
                <a:gd name="T9" fmla="*/ 97 h 97"/>
                <a:gd name="T10" fmla="*/ 0 w 81"/>
                <a:gd name="T11" fmla="*/ 97 h 97"/>
                <a:gd name="T12" fmla="*/ 0 w 81"/>
                <a:gd name="T13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97">
                  <a:moveTo>
                    <a:pt x="0" y="0"/>
                  </a:moveTo>
                  <a:lnTo>
                    <a:pt x="20" y="0"/>
                  </a:lnTo>
                  <a:lnTo>
                    <a:pt x="20" y="81"/>
                  </a:lnTo>
                  <a:lnTo>
                    <a:pt x="81" y="81"/>
                  </a:lnTo>
                  <a:lnTo>
                    <a:pt x="81" y="97"/>
                  </a:lnTo>
                  <a:lnTo>
                    <a:pt x="0" y="9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1" name="Freeform 22">
              <a:extLst>
                <a:ext uri="{FF2B5EF4-FFF2-40B4-BE49-F238E27FC236}">
                  <a16:creationId xmlns:a16="http://schemas.microsoft.com/office/drawing/2014/main" id="{B18598A9-E430-4EFF-96CC-14298307D1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4359" y="3724904"/>
              <a:ext cx="89382" cy="98523"/>
            </a:xfrm>
            <a:custGeom>
              <a:avLst/>
              <a:gdLst>
                <a:gd name="T0" fmla="*/ 0 w 76"/>
                <a:gd name="T1" fmla="*/ 59 h 83"/>
                <a:gd name="T2" fmla="*/ 0 w 76"/>
                <a:gd name="T3" fmla="*/ 0 h 83"/>
                <a:gd name="T4" fmla="*/ 75 w 76"/>
                <a:gd name="T5" fmla="*/ 0 h 83"/>
                <a:gd name="T6" fmla="*/ 75 w 76"/>
                <a:gd name="T7" fmla="*/ 13 h 83"/>
                <a:gd name="T8" fmla="*/ 18 w 76"/>
                <a:gd name="T9" fmla="*/ 13 h 83"/>
                <a:gd name="T10" fmla="*/ 18 w 76"/>
                <a:gd name="T11" fmla="*/ 33 h 83"/>
                <a:gd name="T12" fmla="*/ 70 w 76"/>
                <a:gd name="T13" fmla="*/ 33 h 83"/>
                <a:gd name="T14" fmla="*/ 70 w 76"/>
                <a:gd name="T15" fmla="*/ 46 h 83"/>
                <a:gd name="T16" fmla="*/ 18 w 76"/>
                <a:gd name="T17" fmla="*/ 46 h 83"/>
                <a:gd name="T18" fmla="*/ 18 w 76"/>
                <a:gd name="T19" fmla="*/ 59 h 83"/>
                <a:gd name="T20" fmla="*/ 28 w 76"/>
                <a:gd name="T21" fmla="*/ 69 h 83"/>
                <a:gd name="T22" fmla="*/ 76 w 76"/>
                <a:gd name="T23" fmla="*/ 69 h 83"/>
                <a:gd name="T24" fmla="*/ 76 w 76"/>
                <a:gd name="T25" fmla="*/ 83 h 83"/>
                <a:gd name="T26" fmla="*/ 24 w 76"/>
                <a:gd name="T27" fmla="*/ 83 h 83"/>
                <a:gd name="T28" fmla="*/ 0 w 76"/>
                <a:gd name="T29" fmla="*/ 5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83">
                  <a:moveTo>
                    <a:pt x="0" y="5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66"/>
                    <a:pt x="21" y="69"/>
                    <a:pt x="28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9" y="83"/>
                    <a:pt x="0" y="74"/>
                    <a:pt x="0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2" name="Freeform 23">
              <a:extLst>
                <a:ext uri="{FF2B5EF4-FFF2-40B4-BE49-F238E27FC236}">
                  <a16:creationId xmlns:a16="http://schemas.microsoft.com/office/drawing/2014/main" id="{1BCEC6D4-6657-455A-B698-1016563FE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2651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5"/>
                    <a:pt x="18" y="42"/>
                  </a:cubicBezTo>
                  <a:cubicBezTo>
                    <a:pt x="18" y="60"/>
                    <a:pt x="34" y="72"/>
                    <a:pt x="53" y="72"/>
                  </a:cubicBezTo>
                  <a:cubicBezTo>
                    <a:pt x="65" y="72"/>
                    <a:pt x="73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3" name="Rectangle 24">
              <a:extLst>
                <a:ext uri="{FF2B5EF4-FFF2-40B4-BE49-F238E27FC236}">
                  <a16:creationId xmlns:a16="http://schemas.microsoft.com/office/drawing/2014/main" id="{E36B7568-6087-4C18-A9BF-869B8458C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6566" y="3724904"/>
              <a:ext cx="20314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4" name="Freeform 25">
              <a:extLst>
                <a:ext uri="{FF2B5EF4-FFF2-40B4-BE49-F238E27FC236}">
                  <a16:creationId xmlns:a16="http://schemas.microsoft.com/office/drawing/2014/main" id="{75944376-33A5-4363-8D77-AC969D439B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6335" y="3724904"/>
              <a:ext cx="100555" cy="98523"/>
            </a:xfrm>
            <a:custGeom>
              <a:avLst/>
              <a:gdLst>
                <a:gd name="T0" fmla="*/ 86 w 86"/>
                <a:gd name="T1" fmla="*/ 59 h 83"/>
                <a:gd name="T2" fmla="*/ 51 w 86"/>
                <a:gd name="T3" fmla="*/ 83 h 83"/>
                <a:gd name="T4" fmla="*/ 0 w 86"/>
                <a:gd name="T5" fmla="*/ 83 h 83"/>
                <a:gd name="T6" fmla="*/ 0 w 86"/>
                <a:gd name="T7" fmla="*/ 0 h 83"/>
                <a:gd name="T8" fmla="*/ 48 w 86"/>
                <a:gd name="T9" fmla="*/ 0 h 83"/>
                <a:gd name="T10" fmla="*/ 82 w 86"/>
                <a:gd name="T11" fmla="*/ 23 h 83"/>
                <a:gd name="T12" fmla="*/ 69 w 86"/>
                <a:gd name="T13" fmla="*/ 40 h 83"/>
                <a:gd name="T14" fmla="*/ 86 w 86"/>
                <a:gd name="T15" fmla="*/ 59 h 83"/>
                <a:gd name="T16" fmla="*/ 17 w 86"/>
                <a:gd name="T17" fmla="*/ 13 h 83"/>
                <a:gd name="T18" fmla="*/ 17 w 86"/>
                <a:gd name="T19" fmla="*/ 34 h 83"/>
                <a:gd name="T20" fmla="*/ 47 w 86"/>
                <a:gd name="T21" fmla="*/ 34 h 83"/>
                <a:gd name="T22" fmla="*/ 63 w 86"/>
                <a:gd name="T23" fmla="*/ 24 h 83"/>
                <a:gd name="T24" fmla="*/ 46 w 86"/>
                <a:gd name="T25" fmla="*/ 13 h 83"/>
                <a:gd name="T26" fmla="*/ 17 w 86"/>
                <a:gd name="T27" fmla="*/ 13 h 83"/>
                <a:gd name="T28" fmla="*/ 67 w 86"/>
                <a:gd name="T29" fmla="*/ 58 h 83"/>
                <a:gd name="T30" fmla="*/ 50 w 86"/>
                <a:gd name="T31" fmla="*/ 47 h 83"/>
                <a:gd name="T32" fmla="*/ 17 w 86"/>
                <a:gd name="T33" fmla="*/ 47 h 83"/>
                <a:gd name="T34" fmla="*/ 17 w 86"/>
                <a:gd name="T35" fmla="*/ 69 h 83"/>
                <a:gd name="T36" fmla="*/ 50 w 86"/>
                <a:gd name="T37" fmla="*/ 69 h 83"/>
                <a:gd name="T38" fmla="*/ 67 w 86"/>
                <a:gd name="T39" fmla="*/ 5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" h="83">
                  <a:moveTo>
                    <a:pt x="86" y="59"/>
                  </a:moveTo>
                  <a:cubicBezTo>
                    <a:pt x="86" y="74"/>
                    <a:pt x="70" y="83"/>
                    <a:pt x="51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7" y="0"/>
                    <a:pt x="82" y="8"/>
                    <a:pt x="82" y="23"/>
                  </a:cubicBezTo>
                  <a:cubicBezTo>
                    <a:pt x="82" y="31"/>
                    <a:pt x="77" y="37"/>
                    <a:pt x="69" y="40"/>
                  </a:cubicBezTo>
                  <a:cubicBezTo>
                    <a:pt x="79" y="43"/>
                    <a:pt x="86" y="49"/>
                    <a:pt x="86" y="59"/>
                  </a:cubicBezTo>
                  <a:close/>
                  <a:moveTo>
                    <a:pt x="17" y="13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57" y="34"/>
                    <a:pt x="63" y="31"/>
                    <a:pt x="63" y="24"/>
                  </a:cubicBezTo>
                  <a:cubicBezTo>
                    <a:pt x="63" y="17"/>
                    <a:pt x="57" y="13"/>
                    <a:pt x="46" y="13"/>
                  </a:cubicBezTo>
                  <a:lnTo>
                    <a:pt x="17" y="13"/>
                  </a:lnTo>
                  <a:close/>
                  <a:moveTo>
                    <a:pt x="67" y="58"/>
                  </a:moveTo>
                  <a:cubicBezTo>
                    <a:pt x="67" y="51"/>
                    <a:pt x="60" y="47"/>
                    <a:pt x="50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60" y="69"/>
                    <a:pt x="67" y="65"/>
                    <a:pt x="67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0652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AA72141-54DA-44DC-B290-30AA9641F502}"/>
              </a:ext>
            </a:extLst>
          </p:cNvPr>
          <p:cNvSpPr/>
          <p:nvPr userDrawn="1"/>
        </p:nvSpPr>
        <p:spPr>
          <a:xfrm>
            <a:off x="1" y="-1"/>
            <a:ext cx="4079875" cy="6821289"/>
          </a:xfrm>
          <a:prstGeom prst="rect">
            <a:avLst/>
          </a:prstGeom>
          <a:solidFill>
            <a:srgbClr val="661B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D4D29F-6110-4D92-84A9-6C172639436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72000 w 9144000"/>
              <a:gd name="connsiteY0" fmla="*/ 83718 h 5143500"/>
              <a:gd name="connsiteX1" fmla="*/ 72000 w 9144000"/>
              <a:gd name="connsiteY1" fmla="*/ 4952999 h 5143500"/>
              <a:gd name="connsiteX2" fmla="*/ 9072000 w 9144000"/>
              <a:gd name="connsiteY2" fmla="*/ 4952999 h 5143500"/>
              <a:gd name="connsiteX3" fmla="*/ 9072000 w 9144000"/>
              <a:gd name="connsiteY3" fmla="*/ 83718 h 5143500"/>
              <a:gd name="connsiteX4" fmla="*/ 0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5143500 h 5143500"/>
              <a:gd name="connsiteX7" fmla="*/ 0 w 914400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72000" y="83718"/>
                </a:moveTo>
                <a:lnTo>
                  <a:pt x="72000" y="4952999"/>
                </a:lnTo>
                <a:lnTo>
                  <a:pt x="9072000" y="4952999"/>
                </a:lnTo>
                <a:lnTo>
                  <a:pt x="9072000" y="83718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00" noProof="0"/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349FB7CA-1B0F-4091-9336-52F6F98490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A59354-A21A-3F4F-AC90-E43C090325B0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2D70641-DE97-4B47-80B8-3EF93B02A0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E6BA53-71BF-48AF-8F93-1C80876AB4AD}"/>
              </a:ext>
            </a:extLst>
          </p:cNvPr>
          <p:cNvSpPr/>
          <p:nvPr userDrawn="1"/>
        </p:nvSpPr>
        <p:spPr>
          <a:xfrm>
            <a:off x="3992723" y="2661666"/>
            <a:ext cx="174308" cy="1384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448C6DD2-980D-4240-BA18-997E81BE4D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4240" y="2419135"/>
            <a:ext cx="2420239" cy="186936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7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BD04C0A3-13F8-44D5-829C-3809DF14BCC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51800" y="3884739"/>
            <a:ext cx="7169613" cy="49244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307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Sub-title of the section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49D928E3-8F56-47FF-8A98-F14BDDE38F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1800" y="2334446"/>
            <a:ext cx="7169609" cy="1426031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lnSpc>
                <a:spcPts val="5200"/>
              </a:lnSpc>
              <a:defRPr sz="480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 noProof="0" dirty="0"/>
              <a:t>Name of the </a:t>
            </a:r>
            <a:br>
              <a:rPr lang="en-US" noProof="0" dirty="0"/>
            </a:br>
            <a:r>
              <a:rPr lang="en-US" noProof="0" dirty="0"/>
              <a:t>section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9F07E2EB-4EF2-4CCA-B17E-225FE38212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48F0E02D-E43F-4D11-85E6-C26E04256DE7}" type="datetime3">
              <a:rPr lang="en-US" smtClean="0"/>
              <a:t>3 November 2025</a:t>
            </a:fld>
            <a:endParaRPr lang="fr-FR" dirty="0"/>
          </a:p>
        </p:txBody>
      </p:sp>
      <p:grpSp>
        <p:nvGrpSpPr>
          <p:cNvPr id="21" name="Groupe 250">
            <a:extLst>
              <a:ext uri="{FF2B5EF4-FFF2-40B4-BE49-F238E27FC236}">
                <a16:creationId xmlns:a16="http://schemas.microsoft.com/office/drawing/2014/main" id="{78C9C061-9C19-4253-B34F-5AD1B4065AB5}"/>
              </a:ext>
            </a:extLst>
          </p:cNvPr>
          <p:cNvGrpSpPr/>
          <p:nvPr userDrawn="1"/>
        </p:nvGrpSpPr>
        <p:grpSpPr>
          <a:xfrm>
            <a:off x="5456917" y="6670035"/>
            <a:ext cx="1278167" cy="125311"/>
            <a:chOff x="5629458" y="3655836"/>
            <a:chExt cx="2227432" cy="218376"/>
          </a:xfrm>
          <a:solidFill>
            <a:srgbClr val="5E6A71"/>
          </a:solidFill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C364E5B0-D947-4CAC-8032-80B425BECC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975" y="3775689"/>
              <a:ext cx="61958" cy="55864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Rectangle 6">
              <a:extLst>
                <a:ext uri="{FF2B5EF4-FFF2-40B4-BE49-F238E27FC236}">
                  <a16:creationId xmlns:a16="http://schemas.microsoft.com/office/drawing/2014/main" id="{177F8AB9-8B31-4C10-AF91-0911F7E957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662" y="3849835"/>
              <a:ext cx="284396" cy="2437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376EE877-1F96-4CED-A4EF-E94F1EF3CF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1195" y="3655836"/>
              <a:ext cx="77193" cy="62973"/>
            </a:xfrm>
            <a:custGeom>
              <a:avLst/>
              <a:gdLst>
                <a:gd name="T0" fmla="*/ 66 w 66"/>
                <a:gd name="T1" fmla="*/ 25 h 53"/>
                <a:gd name="T2" fmla="*/ 19 w 66"/>
                <a:gd name="T3" fmla="*/ 50 h 53"/>
                <a:gd name="T4" fmla="*/ 7 w 66"/>
                <a:gd name="T5" fmla="*/ 48 h 53"/>
                <a:gd name="T6" fmla="*/ 0 w 66"/>
                <a:gd name="T7" fmla="*/ 31 h 53"/>
                <a:gd name="T8" fmla="*/ 8 w 66"/>
                <a:gd name="T9" fmla="*/ 31 h 53"/>
                <a:gd name="T10" fmla="*/ 66 w 66"/>
                <a:gd name="T11" fmla="*/ 0 h 53"/>
                <a:gd name="T12" fmla="*/ 66 w 66"/>
                <a:gd name="T13" fmla="*/ 2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53">
                  <a:moveTo>
                    <a:pt x="66" y="25"/>
                  </a:moveTo>
                  <a:cubicBezTo>
                    <a:pt x="66" y="25"/>
                    <a:pt x="28" y="47"/>
                    <a:pt x="19" y="50"/>
                  </a:cubicBezTo>
                  <a:cubicBezTo>
                    <a:pt x="11" y="53"/>
                    <a:pt x="8" y="49"/>
                    <a:pt x="7" y="48"/>
                  </a:cubicBezTo>
                  <a:cubicBezTo>
                    <a:pt x="4" y="44"/>
                    <a:pt x="1" y="33"/>
                    <a:pt x="0" y="31"/>
                  </a:cubicBezTo>
                  <a:cubicBezTo>
                    <a:pt x="1" y="31"/>
                    <a:pt x="3" y="32"/>
                    <a:pt x="8" y="31"/>
                  </a:cubicBezTo>
                  <a:cubicBezTo>
                    <a:pt x="13" y="29"/>
                    <a:pt x="66" y="0"/>
                    <a:pt x="66" y="0"/>
                  </a:cubicBezTo>
                  <a:cubicBezTo>
                    <a:pt x="66" y="25"/>
                    <a:pt x="66" y="25"/>
                    <a:pt x="66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BCF6BE66-67F1-4CE1-B877-C87048621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458" y="3669040"/>
              <a:ext cx="318930" cy="18384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4067761C-809D-4B0D-9CE7-9F16DED46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3550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5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2C599414-DB67-42BC-88CB-189128A1D3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8481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3C6AE608-171C-40F5-BC82-69CD75105B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4271" y="3696464"/>
              <a:ext cx="90398" cy="126963"/>
            </a:xfrm>
            <a:custGeom>
              <a:avLst/>
              <a:gdLst>
                <a:gd name="T0" fmla="*/ 0 w 77"/>
                <a:gd name="T1" fmla="*/ 83 h 107"/>
                <a:gd name="T2" fmla="*/ 0 w 77"/>
                <a:gd name="T3" fmla="*/ 24 h 107"/>
                <a:gd name="T4" fmla="*/ 75 w 77"/>
                <a:gd name="T5" fmla="*/ 24 h 107"/>
                <a:gd name="T6" fmla="*/ 75 w 77"/>
                <a:gd name="T7" fmla="*/ 37 h 107"/>
                <a:gd name="T8" fmla="*/ 18 w 77"/>
                <a:gd name="T9" fmla="*/ 37 h 107"/>
                <a:gd name="T10" fmla="*/ 18 w 77"/>
                <a:gd name="T11" fmla="*/ 57 h 107"/>
                <a:gd name="T12" fmla="*/ 70 w 77"/>
                <a:gd name="T13" fmla="*/ 57 h 107"/>
                <a:gd name="T14" fmla="*/ 70 w 77"/>
                <a:gd name="T15" fmla="*/ 70 h 107"/>
                <a:gd name="T16" fmla="*/ 18 w 77"/>
                <a:gd name="T17" fmla="*/ 70 h 107"/>
                <a:gd name="T18" fmla="*/ 18 w 77"/>
                <a:gd name="T19" fmla="*/ 83 h 107"/>
                <a:gd name="T20" fmla="*/ 28 w 77"/>
                <a:gd name="T21" fmla="*/ 93 h 107"/>
                <a:gd name="T22" fmla="*/ 77 w 77"/>
                <a:gd name="T23" fmla="*/ 93 h 107"/>
                <a:gd name="T24" fmla="*/ 77 w 77"/>
                <a:gd name="T25" fmla="*/ 107 h 107"/>
                <a:gd name="T26" fmla="*/ 24 w 77"/>
                <a:gd name="T27" fmla="*/ 107 h 107"/>
                <a:gd name="T28" fmla="*/ 0 w 77"/>
                <a:gd name="T29" fmla="*/ 83 h 107"/>
                <a:gd name="T30" fmla="*/ 57 w 77"/>
                <a:gd name="T31" fmla="*/ 0 h 107"/>
                <a:gd name="T32" fmla="*/ 43 w 77"/>
                <a:gd name="T33" fmla="*/ 15 h 107"/>
                <a:gd name="T34" fmla="*/ 28 w 77"/>
                <a:gd name="T35" fmla="*/ 15 h 107"/>
                <a:gd name="T36" fmla="*/ 39 w 77"/>
                <a:gd name="T37" fmla="*/ 0 h 107"/>
                <a:gd name="T38" fmla="*/ 57 w 77"/>
                <a:gd name="T39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" h="107">
                  <a:moveTo>
                    <a:pt x="0" y="83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90"/>
                    <a:pt x="21" y="93"/>
                    <a:pt x="28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107"/>
                    <a:pt x="77" y="107"/>
                    <a:pt x="77" y="107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9" y="107"/>
                    <a:pt x="0" y="98"/>
                    <a:pt x="0" y="83"/>
                  </a:cubicBezTo>
                  <a:close/>
                  <a:moveTo>
                    <a:pt x="57" y="0"/>
                  </a:moveTo>
                  <a:cubicBezTo>
                    <a:pt x="43" y="15"/>
                    <a:pt x="43" y="15"/>
                    <a:pt x="43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9" y="0"/>
                    <a:pt x="39" y="0"/>
                    <a:pt x="39" y="0"/>
                  </a:cubicBez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27100A62-150F-4569-8882-827DA6D30A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7014" y="3724904"/>
              <a:ext cx="105633" cy="98523"/>
            </a:xfrm>
            <a:custGeom>
              <a:avLst/>
              <a:gdLst>
                <a:gd name="T0" fmla="*/ 0 w 90"/>
                <a:gd name="T1" fmla="*/ 0 h 83"/>
                <a:gd name="T2" fmla="*/ 37 w 90"/>
                <a:gd name="T3" fmla="*/ 0 h 83"/>
                <a:gd name="T4" fmla="*/ 90 w 90"/>
                <a:gd name="T5" fmla="*/ 41 h 83"/>
                <a:gd name="T6" fmla="*/ 37 w 90"/>
                <a:gd name="T7" fmla="*/ 83 h 83"/>
                <a:gd name="T8" fmla="*/ 0 w 90"/>
                <a:gd name="T9" fmla="*/ 83 h 83"/>
                <a:gd name="T10" fmla="*/ 0 w 90"/>
                <a:gd name="T11" fmla="*/ 0 h 83"/>
                <a:gd name="T12" fmla="*/ 38 w 90"/>
                <a:gd name="T13" fmla="*/ 69 h 83"/>
                <a:gd name="T14" fmla="*/ 71 w 90"/>
                <a:gd name="T15" fmla="*/ 41 h 83"/>
                <a:gd name="T16" fmla="*/ 38 w 90"/>
                <a:gd name="T17" fmla="*/ 13 h 83"/>
                <a:gd name="T18" fmla="*/ 17 w 90"/>
                <a:gd name="T19" fmla="*/ 13 h 83"/>
                <a:gd name="T20" fmla="*/ 17 w 90"/>
                <a:gd name="T21" fmla="*/ 69 h 83"/>
                <a:gd name="T22" fmla="*/ 38 w 90"/>
                <a:gd name="T23" fmla="*/ 6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3">
                  <a:moveTo>
                    <a:pt x="0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69" y="0"/>
                    <a:pt x="90" y="17"/>
                    <a:pt x="90" y="41"/>
                  </a:cubicBezTo>
                  <a:cubicBezTo>
                    <a:pt x="90" y="66"/>
                    <a:pt x="69" y="83"/>
                    <a:pt x="3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38" y="69"/>
                  </a:moveTo>
                  <a:cubicBezTo>
                    <a:pt x="58" y="69"/>
                    <a:pt x="71" y="58"/>
                    <a:pt x="71" y="41"/>
                  </a:cubicBezTo>
                  <a:cubicBezTo>
                    <a:pt x="71" y="25"/>
                    <a:pt x="58" y="13"/>
                    <a:pt x="3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69"/>
                    <a:pt x="17" y="69"/>
                    <a:pt x="17" y="69"/>
                  </a:cubicBezTo>
                  <a:lnTo>
                    <a:pt x="38" y="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2" name="Rectangle 13">
              <a:extLst>
                <a:ext uri="{FF2B5EF4-FFF2-40B4-BE49-F238E27FC236}">
                  <a16:creationId xmlns:a16="http://schemas.microsoft.com/office/drawing/2014/main" id="{0AC7DF02-B2A3-4DF8-8CDD-A33E225FA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929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3" name="Freeform 14">
              <a:extLst>
                <a:ext uri="{FF2B5EF4-FFF2-40B4-BE49-F238E27FC236}">
                  <a16:creationId xmlns:a16="http://schemas.microsoft.com/office/drawing/2014/main" id="{0DEF51EC-3A25-4047-B76D-C004270C8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557" y="3724904"/>
              <a:ext cx="94460" cy="98523"/>
            </a:xfrm>
            <a:custGeom>
              <a:avLst/>
              <a:gdLst>
                <a:gd name="T0" fmla="*/ 0 w 93"/>
                <a:gd name="T1" fmla="*/ 15 h 97"/>
                <a:gd name="T2" fmla="*/ 0 w 93"/>
                <a:gd name="T3" fmla="*/ 0 h 97"/>
                <a:gd name="T4" fmla="*/ 93 w 93"/>
                <a:gd name="T5" fmla="*/ 0 h 97"/>
                <a:gd name="T6" fmla="*/ 93 w 93"/>
                <a:gd name="T7" fmla="*/ 15 h 97"/>
                <a:gd name="T8" fmla="*/ 56 w 93"/>
                <a:gd name="T9" fmla="*/ 15 h 97"/>
                <a:gd name="T10" fmla="*/ 56 w 93"/>
                <a:gd name="T11" fmla="*/ 97 h 97"/>
                <a:gd name="T12" fmla="*/ 36 w 93"/>
                <a:gd name="T13" fmla="*/ 97 h 97"/>
                <a:gd name="T14" fmla="*/ 36 w 93"/>
                <a:gd name="T15" fmla="*/ 15 h 97"/>
                <a:gd name="T16" fmla="*/ 0 w 93"/>
                <a:gd name="T17" fmla="*/ 1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97">
                  <a:moveTo>
                    <a:pt x="0" y="15"/>
                  </a:moveTo>
                  <a:lnTo>
                    <a:pt x="0" y="0"/>
                  </a:lnTo>
                  <a:lnTo>
                    <a:pt x="93" y="0"/>
                  </a:lnTo>
                  <a:lnTo>
                    <a:pt x="93" y="15"/>
                  </a:lnTo>
                  <a:lnTo>
                    <a:pt x="56" y="15"/>
                  </a:lnTo>
                  <a:lnTo>
                    <a:pt x="56" y="97"/>
                  </a:lnTo>
                  <a:lnTo>
                    <a:pt x="36" y="97"/>
                  </a:lnTo>
                  <a:lnTo>
                    <a:pt x="36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4" name="Freeform 15">
              <a:extLst>
                <a:ext uri="{FF2B5EF4-FFF2-40B4-BE49-F238E27FC236}">
                  <a16:creationId xmlns:a16="http://schemas.microsoft.com/office/drawing/2014/main" id="{789B5C02-B341-467C-893C-98F6AC4F33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70552" y="3724904"/>
              <a:ext cx="121884" cy="98523"/>
            </a:xfrm>
            <a:custGeom>
              <a:avLst/>
              <a:gdLst>
                <a:gd name="T0" fmla="*/ 85 w 120"/>
                <a:gd name="T1" fmla="*/ 73 h 97"/>
                <a:gd name="T2" fmla="*/ 32 w 120"/>
                <a:gd name="T3" fmla="*/ 73 h 97"/>
                <a:gd name="T4" fmla="*/ 21 w 120"/>
                <a:gd name="T5" fmla="*/ 97 h 97"/>
                <a:gd name="T6" fmla="*/ 0 w 120"/>
                <a:gd name="T7" fmla="*/ 97 h 97"/>
                <a:gd name="T8" fmla="*/ 50 w 120"/>
                <a:gd name="T9" fmla="*/ 0 h 97"/>
                <a:gd name="T10" fmla="*/ 70 w 120"/>
                <a:gd name="T11" fmla="*/ 0 h 97"/>
                <a:gd name="T12" fmla="*/ 120 w 120"/>
                <a:gd name="T13" fmla="*/ 97 h 97"/>
                <a:gd name="T14" fmla="*/ 97 w 120"/>
                <a:gd name="T15" fmla="*/ 97 h 97"/>
                <a:gd name="T16" fmla="*/ 85 w 120"/>
                <a:gd name="T17" fmla="*/ 73 h 97"/>
                <a:gd name="T18" fmla="*/ 77 w 120"/>
                <a:gd name="T19" fmla="*/ 58 h 97"/>
                <a:gd name="T20" fmla="*/ 59 w 120"/>
                <a:gd name="T21" fmla="*/ 20 h 97"/>
                <a:gd name="T22" fmla="*/ 40 w 120"/>
                <a:gd name="T23" fmla="*/ 58 h 97"/>
                <a:gd name="T24" fmla="*/ 77 w 120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7">
                  <a:moveTo>
                    <a:pt x="85" y="73"/>
                  </a:moveTo>
                  <a:lnTo>
                    <a:pt x="32" y="73"/>
                  </a:lnTo>
                  <a:lnTo>
                    <a:pt x="21" y="97"/>
                  </a:lnTo>
                  <a:lnTo>
                    <a:pt x="0" y="97"/>
                  </a:lnTo>
                  <a:lnTo>
                    <a:pt x="50" y="0"/>
                  </a:lnTo>
                  <a:lnTo>
                    <a:pt x="70" y="0"/>
                  </a:lnTo>
                  <a:lnTo>
                    <a:pt x="120" y="97"/>
                  </a:lnTo>
                  <a:lnTo>
                    <a:pt x="97" y="97"/>
                  </a:lnTo>
                  <a:lnTo>
                    <a:pt x="85" y="73"/>
                  </a:lnTo>
                  <a:close/>
                  <a:moveTo>
                    <a:pt x="77" y="58"/>
                  </a:moveTo>
                  <a:lnTo>
                    <a:pt x="59" y="20"/>
                  </a:lnTo>
                  <a:lnTo>
                    <a:pt x="40" y="58"/>
                  </a:lnTo>
                  <a:lnTo>
                    <a:pt x="77" y="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5" name="Freeform 16">
              <a:extLst>
                <a:ext uri="{FF2B5EF4-FFF2-40B4-BE49-F238E27FC236}">
                  <a16:creationId xmlns:a16="http://schemas.microsoft.com/office/drawing/2014/main" id="{849DC69A-8F5D-44E3-8F1C-9FEECC1FECE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498" y="3723888"/>
              <a:ext cx="108680" cy="100555"/>
            </a:xfrm>
            <a:custGeom>
              <a:avLst/>
              <a:gdLst>
                <a:gd name="T0" fmla="*/ 52 w 93"/>
                <a:gd name="T1" fmla="*/ 0 h 85"/>
                <a:gd name="T2" fmla="*/ 89 w 93"/>
                <a:gd name="T3" fmla="*/ 11 h 85"/>
                <a:gd name="T4" fmla="*/ 80 w 93"/>
                <a:gd name="T5" fmla="*/ 22 h 85"/>
                <a:gd name="T6" fmla="*/ 53 w 93"/>
                <a:gd name="T7" fmla="*/ 12 h 85"/>
                <a:gd name="T8" fmla="*/ 18 w 93"/>
                <a:gd name="T9" fmla="*/ 42 h 85"/>
                <a:gd name="T10" fmla="*/ 52 w 93"/>
                <a:gd name="T11" fmla="*/ 72 h 85"/>
                <a:gd name="T12" fmla="*/ 76 w 93"/>
                <a:gd name="T13" fmla="*/ 66 h 85"/>
                <a:gd name="T14" fmla="*/ 76 w 93"/>
                <a:gd name="T15" fmla="*/ 50 h 85"/>
                <a:gd name="T16" fmla="*/ 51 w 93"/>
                <a:gd name="T17" fmla="*/ 50 h 85"/>
                <a:gd name="T18" fmla="*/ 51 w 93"/>
                <a:gd name="T19" fmla="*/ 37 h 85"/>
                <a:gd name="T20" fmla="*/ 93 w 93"/>
                <a:gd name="T21" fmla="*/ 37 h 85"/>
                <a:gd name="T22" fmla="*/ 93 w 93"/>
                <a:gd name="T23" fmla="*/ 72 h 85"/>
                <a:gd name="T24" fmla="*/ 52 w 93"/>
                <a:gd name="T25" fmla="*/ 85 h 85"/>
                <a:gd name="T26" fmla="*/ 0 w 93"/>
                <a:gd name="T27" fmla="*/ 42 h 85"/>
                <a:gd name="T28" fmla="*/ 52 w 93"/>
                <a:gd name="T2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4"/>
                    <a:pt x="18" y="42"/>
                  </a:cubicBezTo>
                  <a:cubicBezTo>
                    <a:pt x="18" y="59"/>
                    <a:pt x="32" y="72"/>
                    <a:pt x="52" y="72"/>
                  </a:cubicBezTo>
                  <a:cubicBezTo>
                    <a:pt x="61" y="72"/>
                    <a:pt x="70" y="70"/>
                    <a:pt x="76" y="66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3" y="72"/>
                    <a:pt x="93" y="72"/>
                    <a:pt x="93" y="72"/>
                  </a:cubicBezTo>
                  <a:cubicBezTo>
                    <a:pt x="83" y="79"/>
                    <a:pt x="69" y="85"/>
                    <a:pt x="52" y="85"/>
                  </a:cubicBezTo>
                  <a:cubicBezTo>
                    <a:pt x="21" y="85"/>
                    <a:pt x="0" y="67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6" name="Freeform 17">
              <a:extLst>
                <a:ext uri="{FF2B5EF4-FFF2-40B4-BE49-F238E27FC236}">
                  <a16:creationId xmlns:a16="http://schemas.microsoft.com/office/drawing/2014/main" id="{C51C43D2-336D-4E61-9AC5-28125F205B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9555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7" name="Rectangle 18">
              <a:extLst>
                <a:ext uri="{FF2B5EF4-FFF2-40B4-BE49-F238E27FC236}">
                  <a16:creationId xmlns:a16="http://schemas.microsoft.com/office/drawing/2014/main" id="{6020E971-E15D-4C1F-87A7-A09AAD51B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9408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8" name="Freeform 19">
              <a:extLst>
                <a:ext uri="{FF2B5EF4-FFF2-40B4-BE49-F238E27FC236}">
                  <a16:creationId xmlns:a16="http://schemas.microsoft.com/office/drawing/2014/main" id="{7169E4D6-81DF-423F-936B-90F6BA8E6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2067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8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8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4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9" name="Freeform 20">
              <a:extLst>
                <a:ext uri="{FF2B5EF4-FFF2-40B4-BE49-F238E27FC236}">
                  <a16:creationId xmlns:a16="http://schemas.microsoft.com/office/drawing/2014/main" id="{9B046762-136B-484F-A66B-CD20DD0DF0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1763" y="3723888"/>
              <a:ext cx="123915" cy="100555"/>
            </a:xfrm>
            <a:custGeom>
              <a:avLst/>
              <a:gdLst>
                <a:gd name="T0" fmla="*/ 0 w 105"/>
                <a:gd name="T1" fmla="*/ 42 h 85"/>
                <a:gd name="T2" fmla="*/ 52 w 105"/>
                <a:gd name="T3" fmla="*/ 0 h 85"/>
                <a:gd name="T4" fmla="*/ 105 w 105"/>
                <a:gd name="T5" fmla="*/ 42 h 85"/>
                <a:gd name="T6" fmla="*/ 52 w 105"/>
                <a:gd name="T7" fmla="*/ 85 h 85"/>
                <a:gd name="T8" fmla="*/ 0 w 105"/>
                <a:gd name="T9" fmla="*/ 42 h 85"/>
                <a:gd name="T10" fmla="*/ 19 w 105"/>
                <a:gd name="T11" fmla="*/ 42 h 85"/>
                <a:gd name="T12" fmla="*/ 52 w 105"/>
                <a:gd name="T13" fmla="*/ 72 h 85"/>
                <a:gd name="T14" fmla="*/ 86 w 105"/>
                <a:gd name="T15" fmla="*/ 42 h 85"/>
                <a:gd name="T16" fmla="*/ 52 w 105"/>
                <a:gd name="T17" fmla="*/ 12 h 85"/>
                <a:gd name="T18" fmla="*/ 19 w 105"/>
                <a:gd name="T19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" h="85">
                  <a:moveTo>
                    <a:pt x="0" y="42"/>
                  </a:moveTo>
                  <a:cubicBezTo>
                    <a:pt x="0" y="19"/>
                    <a:pt x="22" y="0"/>
                    <a:pt x="52" y="0"/>
                  </a:cubicBezTo>
                  <a:cubicBezTo>
                    <a:pt x="83" y="0"/>
                    <a:pt x="105" y="19"/>
                    <a:pt x="105" y="42"/>
                  </a:cubicBezTo>
                  <a:cubicBezTo>
                    <a:pt x="105" y="66"/>
                    <a:pt x="83" y="85"/>
                    <a:pt x="52" y="85"/>
                  </a:cubicBezTo>
                  <a:cubicBezTo>
                    <a:pt x="22" y="85"/>
                    <a:pt x="0" y="66"/>
                    <a:pt x="0" y="42"/>
                  </a:cubicBezTo>
                  <a:close/>
                  <a:moveTo>
                    <a:pt x="19" y="42"/>
                  </a:moveTo>
                  <a:cubicBezTo>
                    <a:pt x="19" y="59"/>
                    <a:pt x="32" y="72"/>
                    <a:pt x="52" y="72"/>
                  </a:cubicBezTo>
                  <a:cubicBezTo>
                    <a:pt x="72" y="72"/>
                    <a:pt x="86" y="59"/>
                    <a:pt x="86" y="42"/>
                  </a:cubicBezTo>
                  <a:cubicBezTo>
                    <a:pt x="86" y="26"/>
                    <a:pt x="72" y="12"/>
                    <a:pt x="52" y="12"/>
                  </a:cubicBezTo>
                  <a:cubicBezTo>
                    <a:pt x="32" y="12"/>
                    <a:pt x="19" y="26"/>
                    <a:pt x="19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0" name="Freeform 21">
              <a:extLst>
                <a:ext uri="{FF2B5EF4-FFF2-40B4-BE49-F238E27FC236}">
                  <a16:creationId xmlns:a16="http://schemas.microsoft.com/office/drawing/2014/main" id="{DDCBC2D5-6B90-4C64-84EA-4D186A65D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1929" y="3724904"/>
              <a:ext cx="82272" cy="98523"/>
            </a:xfrm>
            <a:custGeom>
              <a:avLst/>
              <a:gdLst>
                <a:gd name="T0" fmla="*/ 0 w 81"/>
                <a:gd name="T1" fmla="*/ 0 h 97"/>
                <a:gd name="T2" fmla="*/ 20 w 81"/>
                <a:gd name="T3" fmla="*/ 0 h 97"/>
                <a:gd name="T4" fmla="*/ 20 w 81"/>
                <a:gd name="T5" fmla="*/ 81 h 97"/>
                <a:gd name="T6" fmla="*/ 81 w 81"/>
                <a:gd name="T7" fmla="*/ 81 h 97"/>
                <a:gd name="T8" fmla="*/ 81 w 81"/>
                <a:gd name="T9" fmla="*/ 97 h 97"/>
                <a:gd name="T10" fmla="*/ 0 w 81"/>
                <a:gd name="T11" fmla="*/ 97 h 97"/>
                <a:gd name="T12" fmla="*/ 0 w 81"/>
                <a:gd name="T13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97">
                  <a:moveTo>
                    <a:pt x="0" y="0"/>
                  </a:moveTo>
                  <a:lnTo>
                    <a:pt x="20" y="0"/>
                  </a:lnTo>
                  <a:lnTo>
                    <a:pt x="20" y="81"/>
                  </a:lnTo>
                  <a:lnTo>
                    <a:pt x="81" y="81"/>
                  </a:lnTo>
                  <a:lnTo>
                    <a:pt x="81" y="97"/>
                  </a:lnTo>
                  <a:lnTo>
                    <a:pt x="0" y="9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1" name="Freeform 22">
              <a:extLst>
                <a:ext uri="{FF2B5EF4-FFF2-40B4-BE49-F238E27FC236}">
                  <a16:creationId xmlns:a16="http://schemas.microsoft.com/office/drawing/2014/main" id="{4A85BFA1-DE54-4B12-858C-2B6873ECDC5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4359" y="3724904"/>
              <a:ext cx="89382" cy="98523"/>
            </a:xfrm>
            <a:custGeom>
              <a:avLst/>
              <a:gdLst>
                <a:gd name="T0" fmla="*/ 0 w 76"/>
                <a:gd name="T1" fmla="*/ 59 h 83"/>
                <a:gd name="T2" fmla="*/ 0 w 76"/>
                <a:gd name="T3" fmla="*/ 0 h 83"/>
                <a:gd name="T4" fmla="*/ 75 w 76"/>
                <a:gd name="T5" fmla="*/ 0 h 83"/>
                <a:gd name="T6" fmla="*/ 75 w 76"/>
                <a:gd name="T7" fmla="*/ 13 h 83"/>
                <a:gd name="T8" fmla="*/ 18 w 76"/>
                <a:gd name="T9" fmla="*/ 13 h 83"/>
                <a:gd name="T10" fmla="*/ 18 w 76"/>
                <a:gd name="T11" fmla="*/ 33 h 83"/>
                <a:gd name="T12" fmla="*/ 70 w 76"/>
                <a:gd name="T13" fmla="*/ 33 h 83"/>
                <a:gd name="T14" fmla="*/ 70 w 76"/>
                <a:gd name="T15" fmla="*/ 46 h 83"/>
                <a:gd name="T16" fmla="*/ 18 w 76"/>
                <a:gd name="T17" fmla="*/ 46 h 83"/>
                <a:gd name="T18" fmla="*/ 18 w 76"/>
                <a:gd name="T19" fmla="*/ 59 h 83"/>
                <a:gd name="T20" fmla="*/ 28 w 76"/>
                <a:gd name="T21" fmla="*/ 69 h 83"/>
                <a:gd name="T22" fmla="*/ 76 w 76"/>
                <a:gd name="T23" fmla="*/ 69 h 83"/>
                <a:gd name="T24" fmla="*/ 76 w 76"/>
                <a:gd name="T25" fmla="*/ 83 h 83"/>
                <a:gd name="T26" fmla="*/ 24 w 76"/>
                <a:gd name="T27" fmla="*/ 83 h 83"/>
                <a:gd name="T28" fmla="*/ 0 w 76"/>
                <a:gd name="T29" fmla="*/ 5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83">
                  <a:moveTo>
                    <a:pt x="0" y="5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66"/>
                    <a:pt x="21" y="69"/>
                    <a:pt x="28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9" y="83"/>
                    <a:pt x="0" y="74"/>
                    <a:pt x="0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2" name="Freeform 23">
              <a:extLst>
                <a:ext uri="{FF2B5EF4-FFF2-40B4-BE49-F238E27FC236}">
                  <a16:creationId xmlns:a16="http://schemas.microsoft.com/office/drawing/2014/main" id="{4889262B-3A9F-49F2-B18F-2EAC79E65A1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2651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5"/>
                    <a:pt x="18" y="42"/>
                  </a:cubicBezTo>
                  <a:cubicBezTo>
                    <a:pt x="18" y="60"/>
                    <a:pt x="34" y="72"/>
                    <a:pt x="53" y="72"/>
                  </a:cubicBezTo>
                  <a:cubicBezTo>
                    <a:pt x="65" y="72"/>
                    <a:pt x="73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3" name="Rectangle 24">
              <a:extLst>
                <a:ext uri="{FF2B5EF4-FFF2-40B4-BE49-F238E27FC236}">
                  <a16:creationId xmlns:a16="http://schemas.microsoft.com/office/drawing/2014/main" id="{B7531357-BB26-43E1-A0AD-8797645B7D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6566" y="3724904"/>
              <a:ext cx="20314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4" name="Freeform 25">
              <a:extLst>
                <a:ext uri="{FF2B5EF4-FFF2-40B4-BE49-F238E27FC236}">
                  <a16:creationId xmlns:a16="http://schemas.microsoft.com/office/drawing/2014/main" id="{4228B00D-E065-4FD9-9885-440897DE60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6335" y="3724904"/>
              <a:ext cx="100555" cy="98523"/>
            </a:xfrm>
            <a:custGeom>
              <a:avLst/>
              <a:gdLst>
                <a:gd name="T0" fmla="*/ 86 w 86"/>
                <a:gd name="T1" fmla="*/ 59 h 83"/>
                <a:gd name="T2" fmla="*/ 51 w 86"/>
                <a:gd name="T3" fmla="*/ 83 h 83"/>
                <a:gd name="T4" fmla="*/ 0 w 86"/>
                <a:gd name="T5" fmla="*/ 83 h 83"/>
                <a:gd name="T6" fmla="*/ 0 w 86"/>
                <a:gd name="T7" fmla="*/ 0 h 83"/>
                <a:gd name="T8" fmla="*/ 48 w 86"/>
                <a:gd name="T9" fmla="*/ 0 h 83"/>
                <a:gd name="T10" fmla="*/ 82 w 86"/>
                <a:gd name="T11" fmla="*/ 23 h 83"/>
                <a:gd name="T12" fmla="*/ 69 w 86"/>
                <a:gd name="T13" fmla="*/ 40 h 83"/>
                <a:gd name="T14" fmla="*/ 86 w 86"/>
                <a:gd name="T15" fmla="*/ 59 h 83"/>
                <a:gd name="T16" fmla="*/ 17 w 86"/>
                <a:gd name="T17" fmla="*/ 13 h 83"/>
                <a:gd name="T18" fmla="*/ 17 w 86"/>
                <a:gd name="T19" fmla="*/ 34 h 83"/>
                <a:gd name="T20" fmla="*/ 47 w 86"/>
                <a:gd name="T21" fmla="*/ 34 h 83"/>
                <a:gd name="T22" fmla="*/ 63 w 86"/>
                <a:gd name="T23" fmla="*/ 24 h 83"/>
                <a:gd name="T24" fmla="*/ 46 w 86"/>
                <a:gd name="T25" fmla="*/ 13 h 83"/>
                <a:gd name="T26" fmla="*/ 17 w 86"/>
                <a:gd name="T27" fmla="*/ 13 h 83"/>
                <a:gd name="T28" fmla="*/ 67 w 86"/>
                <a:gd name="T29" fmla="*/ 58 h 83"/>
                <a:gd name="T30" fmla="*/ 50 w 86"/>
                <a:gd name="T31" fmla="*/ 47 h 83"/>
                <a:gd name="T32" fmla="*/ 17 w 86"/>
                <a:gd name="T33" fmla="*/ 47 h 83"/>
                <a:gd name="T34" fmla="*/ 17 w 86"/>
                <a:gd name="T35" fmla="*/ 69 h 83"/>
                <a:gd name="T36" fmla="*/ 50 w 86"/>
                <a:gd name="T37" fmla="*/ 69 h 83"/>
                <a:gd name="T38" fmla="*/ 67 w 86"/>
                <a:gd name="T39" fmla="*/ 5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" h="83">
                  <a:moveTo>
                    <a:pt x="86" y="59"/>
                  </a:moveTo>
                  <a:cubicBezTo>
                    <a:pt x="86" y="74"/>
                    <a:pt x="70" y="83"/>
                    <a:pt x="51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7" y="0"/>
                    <a:pt x="82" y="8"/>
                    <a:pt x="82" y="23"/>
                  </a:cubicBezTo>
                  <a:cubicBezTo>
                    <a:pt x="82" y="31"/>
                    <a:pt x="77" y="37"/>
                    <a:pt x="69" y="40"/>
                  </a:cubicBezTo>
                  <a:cubicBezTo>
                    <a:pt x="79" y="43"/>
                    <a:pt x="86" y="49"/>
                    <a:pt x="86" y="59"/>
                  </a:cubicBezTo>
                  <a:close/>
                  <a:moveTo>
                    <a:pt x="17" y="13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57" y="34"/>
                    <a:pt x="63" y="31"/>
                    <a:pt x="63" y="24"/>
                  </a:cubicBezTo>
                  <a:cubicBezTo>
                    <a:pt x="63" y="17"/>
                    <a:pt x="57" y="13"/>
                    <a:pt x="46" y="13"/>
                  </a:cubicBezTo>
                  <a:lnTo>
                    <a:pt x="17" y="13"/>
                  </a:lnTo>
                  <a:close/>
                  <a:moveTo>
                    <a:pt x="67" y="58"/>
                  </a:moveTo>
                  <a:cubicBezTo>
                    <a:pt x="67" y="51"/>
                    <a:pt x="60" y="47"/>
                    <a:pt x="50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60" y="69"/>
                    <a:pt x="67" y="65"/>
                    <a:pt x="67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4865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27857E0-E38A-4B82-822C-6D622DF9F1EF}"/>
              </a:ext>
            </a:extLst>
          </p:cNvPr>
          <p:cNvSpPr/>
          <p:nvPr userDrawn="1"/>
        </p:nvSpPr>
        <p:spPr>
          <a:xfrm>
            <a:off x="1" y="-1"/>
            <a:ext cx="4079875" cy="68212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76F6856-9430-42F9-9FC9-3417739F1F6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72000 w 9144000"/>
              <a:gd name="connsiteY0" fmla="*/ 83718 h 5143500"/>
              <a:gd name="connsiteX1" fmla="*/ 72000 w 9144000"/>
              <a:gd name="connsiteY1" fmla="*/ 4952999 h 5143500"/>
              <a:gd name="connsiteX2" fmla="*/ 9072000 w 9144000"/>
              <a:gd name="connsiteY2" fmla="*/ 4952999 h 5143500"/>
              <a:gd name="connsiteX3" fmla="*/ 9072000 w 9144000"/>
              <a:gd name="connsiteY3" fmla="*/ 83718 h 5143500"/>
              <a:gd name="connsiteX4" fmla="*/ 0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5143500 h 5143500"/>
              <a:gd name="connsiteX7" fmla="*/ 0 w 914400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72000" y="83718"/>
                </a:moveTo>
                <a:lnTo>
                  <a:pt x="72000" y="4952999"/>
                </a:lnTo>
                <a:lnTo>
                  <a:pt x="9072000" y="4952999"/>
                </a:lnTo>
                <a:lnTo>
                  <a:pt x="9072000" y="83718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00" noProof="0"/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E25B54C5-41AF-4390-BFAB-2B1DEB9E8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BC6243-6499-2A49-8D36-03248EC980ED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3BFC67B0-8A1C-F047-9174-9A92F6F57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943B14-585D-4D97-A229-4825F6E874D0}"/>
              </a:ext>
            </a:extLst>
          </p:cNvPr>
          <p:cNvSpPr/>
          <p:nvPr userDrawn="1"/>
        </p:nvSpPr>
        <p:spPr>
          <a:xfrm>
            <a:off x="3992723" y="2661666"/>
            <a:ext cx="174308" cy="1384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6F530CF9-2718-4C50-9DF2-AD4FFFEE03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4240" y="2419135"/>
            <a:ext cx="2420239" cy="186936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7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26C30686-F3E1-4F24-BB02-DBEC44D083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51800" y="3884739"/>
            <a:ext cx="7169613" cy="49244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307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Sub-title of the section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E9200AB2-2DC7-4458-A00A-012F64EAA4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1802" y="2334446"/>
            <a:ext cx="7169609" cy="1426031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lnSpc>
                <a:spcPts val="5200"/>
              </a:lnSpc>
              <a:defRPr sz="480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 noProof="0" dirty="0"/>
              <a:t>Name of the </a:t>
            </a:r>
            <a:br>
              <a:rPr lang="en-US" noProof="0" dirty="0"/>
            </a:br>
            <a:r>
              <a:rPr lang="en-US" noProof="0" dirty="0"/>
              <a:t>section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978D9031-6D0D-4F0A-B6CA-1C4C834E49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A55194ED-2047-4B0A-925A-C44F8027E246}" type="datetime3">
              <a:rPr lang="en-US" smtClean="0"/>
              <a:t>3 November 2025</a:t>
            </a:fld>
            <a:endParaRPr lang="fr-FR" dirty="0"/>
          </a:p>
        </p:txBody>
      </p:sp>
      <p:grpSp>
        <p:nvGrpSpPr>
          <p:cNvPr id="21" name="Groupe 250">
            <a:extLst>
              <a:ext uri="{FF2B5EF4-FFF2-40B4-BE49-F238E27FC236}">
                <a16:creationId xmlns:a16="http://schemas.microsoft.com/office/drawing/2014/main" id="{4464EF59-0C13-4A44-B79C-D3709DC730CD}"/>
              </a:ext>
            </a:extLst>
          </p:cNvPr>
          <p:cNvGrpSpPr/>
          <p:nvPr userDrawn="1"/>
        </p:nvGrpSpPr>
        <p:grpSpPr>
          <a:xfrm>
            <a:off x="5456917" y="6670035"/>
            <a:ext cx="1278167" cy="125311"/>
            <a:chOff x="5629458" y="3655836"/>
            <a:chExt cx="2227432" cy="218376"/>
          </a:xfrm>
          <a:solidFill>
            <a:srgbClr val="5E6A71"/>
          </a:solidFill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C41F5EEA-5B64-4EB2-97A1-3DD145EE1C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975" y="3775689"/>
              <a:ext cx="61958" cy="55864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Rectangle 6">
              <a:extLst>
                <a:ext uri="{FF2B5EF4-FFF2-40B4-BE49-F238E27FC236}">
                  <a16:creationId xmlns:a16="http://schemas.microsoft.com/office/drawing/2014/main" id="{E6F42A06-246A-4C25-BC7E-B6ACCDFF10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662" y="3849835"/>
              <a:ext cx="284396" cy="2437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F7CE9940-D129-4D51-B142-A3857352B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1195" y="3655836"/>
              <a:ext cx="77193" cy="62973"/>
            </a:xfrm>
            <a:custGeom>
              <a:avLst/>
              <a:gdLst>
                <a:gd name="T0" fmla="*/ 66 w 66"/>
                <a:gd name="T1" fmla="*/ 25 h 53"/>
                <a:gd name="T2" fmla="*/ 19 w 66"/>
                <a:gd name="T3" fmla="*/ 50 h 53"/>
                <a:gd name="T4" fmla="*/ 7 w 66"/>
                <a:gd name="T5" fmla="*/ 48 h 53"/>
                <a:gd name="T6" fmla="*/ 0 w 66"/>
                <a:gd name="T7" fmla="*/ 31 h 53"/>
                <a:gd name="T8" fmla="*/ 8 w 66"/>
                <a:gd name="T9" fmla="*/ 31 h 53"/>
                <a:gd name="T10" fmla="*/ 66 w 66"/>
                <a:gd name="T11" fmla="*/ 0 h 53"/>
                <a:gd name="T12" fmla="*/ 66 w 66"/>
                <a:gd name="T13" fmla="*/ 2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53">
                  <a:moveTo>
                    <a:pt x="66" y="25"/>
                  </a:moveTo>
                  <a:cubicBezTo>
                    <a:pt x="66" y="25"/>
                    <a:pt x="28" y="47"/>
                    <a:pt x="19" y="50"/>
                  </a:cubicBezTo>
                  <a:cubicBezTo>
                    <a:pt x="11" y="53"/>
                    <a:pt x="8" y="49"/>
                    <a:pt x="7" y="48"/>
                  </a:cubicBezTo>
                  <a:cubicBezTo>
                    <a:pt x="4" y="44"/>
                    <a:pt x="1" y="33"/>
                    <a:pt x="0" y="31"/>
                  </a:cubicBezTo>
                  <a:cubicBezTo>
                    <a:pt x="1" y="31"/>
                    <a:pt x="3" y="32"/>
                    <a:pt x="8" y="31"/>
                  </a:cubicBezTo>
                  <a:cubicBezTo>
                    <a:pt x="13" y="29"/>
                    <a:pt x="66" y="0"/>
                    <a:pt x="66" y="0"/>
                  </a:cubicBezTo>
                  <a:cubicBezTo>
                    <a:pt x="66" y="25"/>
                    <a:pt x="66" y="25"/>
                    <a:pt x="66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65482AFE-0DDD-46A5-BBA7-5BBE28AAB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458" y="3669040"/>
              <a:ext cx="318930" cy="18384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9376833F-6508-45E8-BC15-66FED8174E0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3550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5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4544534D-2B04-4A98-85AB-A2F1432EDDE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8481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6E8093A2-F465-4F18-BB92-FFD5C4DDBE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4271" y="3696464"/>
              <a:ext cx="90398" cy="126963"/>
            </a:xfrm>
            <a:custGeom>
              <a:avLst/>
              <a:gdLst>
                <a:gd name="T0" fmla="*/ 0 w 77"/>
                <a:gd name="T1" fmla="*/ 83 h 107"/>
                <a:gd name="T2" fmla="*/ 0 w 77"/>
                <a:gd name="T3" fmla="*/ 24 h 107"/>
                <a:gd name="T4" fmla="*/ 75 w 77"/>
                <a:gd name="T5" fmla="*/ 24 h 107"/>
                <a:gd name="T6" fmla="*/ 75 w 77"/>
                <a:gd name="T7" fmla="*/ 37 h 107"/>
                <a:gd name="T8" fmla="*/ 18 w 77"/>
                <a:gd name="T9" fmla="*/ 37 h 107"/>
                <a:gd name="T10" fmla="*/ 18 w 77"/>
                <a:gd name="T11" fmla="*/ 57 h 107"/>
                <a:gd name="T12" fmla="*/ 70 w 77"/>
                <a:gd name="T13" fmla="*/ 57 h 107"/>
                <a:gd name="T14" fmla="*/ 70 w 77"/>
                <a:gd name="T15" fmla="*/ 70 h 107"/>
                <a:gd name="T16" fmla="*/ 18 w 77"/>
                <a:gd name="T17" fmla="*/ 70 h 107"/>
                <a:gd name="T18" fmla="*/ 18 w 77"/>
                <a:gd name="T19" fmla="*/ 83 h 107"/>
                <a:gd name="T20" fmla="*/ 28 w 77"/>
                <a:gd name="T21" fmla="*/ 93 h 107"/>
                <a:gd name="T22" fmla="*/ 77 w 77"/>
                <a:gd name="T23" fmla="*/ 93 h 107"/>
                <a:gd name="T24" fmla="*/ 77 w 77"/>
                <a:gd name="T25" fmla="*/ 107 h 107"/>
                <a:gd name="T26" fmla="*/ 24 w 77"/>
                <a:gd name="T27" fmla="*/ 107 h 107"/>
                <a:gd name="T28" fmla="*/ 0 w 77"/>
                <a:gd name="T29" fmla="*/ 83 h 107"/>
                <a:gd name="T30" fmla="*/ 57 w 77"/>
                <a:gd name="T31" fmla="*/ 0 h 107"/>
                <a:gd name="T32" fmla="*/ 43 w 77"/>
                <a:gd name="T33" fmla="*/ 15 h 107"/>
                <a:gd name="T34" fmla="*/ 28 w 77"/>
                <a:gd name="T35" fmla="*/ 15 h 107"/>
                <a:gd name="T36" fmla="*/ 39 w 77"/>
                <a:gd name="T37" fmla="*/ 0 h 107"/>
                <a:gd name="T38" fmla="*/ 57 w 77"/>
                <a:gd name="T39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" h="107">
                  <a:moveTo>
                    <a:pt x="0" y="83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90"/>
                    <a:pt x="21" y="93"/>
                    <a:pt x="28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107"/>
                    <a:pt x="77" y="107"/>
                    <a:pt x="77" y="107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9" y="107"/>
                    <a:pt x="0" y="98"/>
                    <a:pt x="0" y="83"/>
                  </a:cubicBezTo>
                  <a:close/>
                  <a:moveTo>
                    <a:pt x="57" y="0"/>
                  </a:moveTo>
                  <a:cubicBezTo>
                    <a:pt x="43" y="15"/>
                    <a:pt x="43" y="15"/>
                    <a:pt x="43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9" y="0"/>
                    <a:pt x="39" y="0"/>
                    <a:pt x="39" y="0"/>
                  </a:cubicBez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CF639BFB-96F0-48AF-AEE5-2C148E8985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7014" y="3724904"/>
              <a:ext cx="105633" cy="98523"/>
            </a:xfrm>
            <a:custGeom>
              <a:avLst/>
              <a:gdLst>
                <a:gd name="T0" fmla="*/ 0 w 90"/>
                <a:gd name="T1" fmla="*/ 0 h 83"/>
                <a:gd name="T2" fmla="*/ 37 w 90"/>
                <a:gd name="T3" fmla="*/ 0 h 83"/>
                <a:gd name="T4" fmla="*/ 90 w 90"/>
                <a:gd name="T5" fmla="*/ 41 h 83"/>
                <a:gd name="T6" fmla="*/ 37 w 90"/>
                <a:gd name="T7" fmla="*/ 83 h 83"/>
                <a:gd name="T8" fmla="*/ 0 w 90"/>
                <a:gd name="T9" fmla="*/ 83 h 83"/>
                <a:gd name="T10" fmla="*/ 0 w 90"/>
                <a:gd name="T11" fmla="*/ 0 h 83"/>
                <a:gd name="T12" fmla="*/ 38 w 90"/>
                <a:gd name="T13" fmla="*/ 69 h 83"/>
                <a:gd name="T14" fmla="*/ 71 w 90"/>
                <a:gd name="T15" fmla="*/ 41 h 83"/>
                <a:gd name="T16" fmla="*/ 38 w 90"/>
                <a:gd name="T17" fmla="*/ 13 h 83"/>
                <a:gd name="T18" fmla="*/ 17 w 90"/>
                <a:gd name="T19" fmla="*/ 13 h 83"/>
                <a:gd name="T20" fmla="*/ 17 w 90"/>
                <a:gd name="T21" fmla="*/ 69 h 83"/>
                <a:gd name="T22" fmla="*/ 38 w 90"/>
                <a:gd name="T23" fmla="*/ 6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3">
                  <a:moveTo>
                    <a:pt x="0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69" y="0"/>
                    <a:pt x="90" y="17"/>
                    <a:pt x="90" y="41"/>
                  </a:cubicBezTo>
                  <a:cubicBezTo>
                    <a:pt x="90" y="66"/>
                    <a:pt x="69" y="83"/>
                    <a:pt x="3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38" y="69"/>
                  </a:moveTo>
                  <a:cubicBezTo>
                    <a:pt x="58" y="69"/>
                    <a:pt x="71" y="58"/>
                    <a:pt x="71" y="41"/>
                  </a:cubicBezTo>
                  <a:cubicBezTo>
                    <a:pt x="71" y="25"/>
                    <a:pt x="58" y="13"/>
                    <a:pt x="3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69"/>
                    <a:pt x="17" y="69"/>
                    <a:pt x="17" y="69"/>
                  </a:cubicBezTo>
                  <a:lnTo>
                    <a:pt x="38" y="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2" name="Rectangle 13">
              <a:extLst>
                <a:ext uri="{FF2B5EF4-FFF2-40B4-BE49-F238E27FC236}">
                  <a16:creationId xmlns:a16="http://schemas.microsoft.com/office/drawing/2014/main" id="{4335DDE7-9974-4416-96A8-88D612C965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929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3" name="Freeform 14">
              <a:extLst>
                <a:ext uri="{FF2B5EF4-FFF2-40B4-BE49-F238E27FC236}">
                  <a16:creationId xmlns:a16="http://schemas.microsoft.com/office/drawing/2014/main" id="{1C1150F0-B982-4A7B-8B40-7D29FC9AFDE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557" y="3724904"/>
              <a:ext cx="94460" cy="98523"/>
            </a:xfrm>
            <a:custGeom>
              <a:avLst/>
              <a:gdLst>
                <a:gd name="T0" fmla="*/ 0 w 93"/>
                <a:gd name="T1" fmla="*/ 15 h 97"/>
                <a:gd name="T2" fmla="*/ 0 w 93"/>
                <a:gd name="T3" fmla="*/ 0 h 97"/>
                <a:gd name="T4" fmla="*/ 93 w 93"/>
                <a:gd name="T5" fmla="*/ 0 h 97"/>
                <a:gd name="T6" fmla="*/ 93 w 93"/>
                <a:gd name="T7" fmla="*/ 15 h 97"/>
                <a:gd name="T8" fmla="*/ 56 w 93"/>
                <a:gd name="T9" fmla="*/ 15 h 97"/>
                <a:gd name="T10" fmla="*/ 56 w 93"/>
                <a:gd name="T11" fmla="*/ 97 h 97"/>
                <a:gd name="T12" fmla="*/ 36 w 93"/>
                <a:gd name="T13" fmla="*/ 97 h 97"/>
                <a:gd name="T14" fmla="*/ 36 w 93"/>
                <a:gd name="T15" fmla="*/ 15 h 97"/>
                <a:gd name="T16" fmla="*/ 0 w 93"/>
                <a:gd name="T17" fmla="*/ 1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97">
                  <a:moveTo>
                    <a:pt x="0" y="15"/>
                  </a:moveTo>
                  <a:lnTo>
                    <a:pt x="0" y="0"/>
                  </a:lnTo>
                  <a:lnTo>
                    <a:pt x="93" y="0"/>
                  </a:lnTo>
                  <a:lnTo>
                    <a:pt x="93" y="15"/>
                  </a:lnTo>
                  <a:lnTo>
                    <a:pt x="56" y="15"/>
                  </a:lnTo>
                  <a:lnTo>
                    <a:pt x="56" y="97"/>
                  </a:lnTo>
                  <a:lnTo>
                    <a:pt x="36" y="97"/>
                  </a:lnTo>
                  <a:lnTo>
                    <a:pt x="36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4" name="Freeform 15">
              <a:extLst>
                <a:ext uri="{FF2B5EF4-FFF2-40B4-BE49-F238E27FC236}">
                  <a16:creationId xmlns:a16="http://schemas.microsoft.com/office/drawing/2014/main" id="{F940A5C0-19D5-4274-8D52-D9BBF623D5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70552" y="3724904"/>
              <a:ext cx="121884" cy="98523"/>
            </a:xfrm>
            <a:custGeom>
              <a:avLst/>
              <a:gdLst>
                <a:gd name="T0" fmla="*/ 85 w 120"/>
                <a:gd name="T1" fmla="*/ 73 h 97"/>
                <a:gd name="T2" fmla="*/ 32 w 120"/>
                <a:gd name="T3" fmla="*/ 73 h 97"/>
                <a:gd name="T4" fmla="*/ 21 w 120"/>
                <a:gd name="T5" fmla="*/ 97 h 97"/>
                <a:gd name="T6" fmla="*/ 0 w 120"/>
                <a:gd name="T7" fmla="*/ 97 h 97"/>
                <a:gd name="T8" fmla="*/ 50 w 120"/>
                <a:gd name="T9" fmla="*/ 0 h 97"/>
                <a:gd name="T10" fmla="*/ 70 w 120"/>
                <a:gd name="T11" fmla="*/ 0 h 97"/>
                <a:gd name="T12" fmla="*/ 120 w 120"/>
                <a:gd name="T13" fmla="*/ 97 h 97"/>
                <a:gd name="T14" fmla="*/ 97 w 120"/>
                <a:gd name="T15" fmla="*/ 97 h 97"/>
                <a:gd name="T16" fmla="*/ 85 w 120"/>
                <a:gd name="T17" fmla="*/ 73 h 97"/>
                <a:gd name="T18" fmla="*/ 77 w 120"/>
                <a:gd name="T19" fmla="*/ 58 h 97"/>
                <a:gd name="T20" fmla="*/ 59 w 120"/>
                <a:gd name="T21" fmla="*/ 20 h 97"/>
                <a:gd name="T22" fmla="*/ 40 w 120"/>
                <a:gd name="T23" fmla="*/ 58 h 97"/>
                <a:gd name="T24" fmla="*/ 77 w 120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7">
                  <a:moveTo>
                    <a:pt x="85" y="73"/>
                  </a:moveTo>
                  <a:lnTo>
                    <a:pt x="32" y="73"/>
                  </a:lnTo>
                  <a:lnTo>
                    <a:pt x="21" y="97"/>
                  </a:lnTo>
                  <a:lnTo>
                    <a:pt x="0" y="97"/>
                  </a:lnTo>
                  <a:lnTo>
                    <a:pt x="50" y="0"/>
                  </a:lnTo>
                  <a:lnTo>
                    <a:pt x="70" y="0"/>
                  </a:lnTo>
                  <a:lnTo>
                    <a:pt x="120" y="97"/>
                  </a:lnTo>
                  <a:lnTo>
                    <a:pt x="97" y="97"/>
                  </a:lnTo>
                  <a:lnTo>
                    <a:pt x="85" y="73"/>
                  </a:lnTo>
                  <a:close/>
                  <a:moveTo>
                    <a:pt x="77" y="58"/>
                  </a:moveTo>
                  <a:lnTo>
                    <a:pt x="59" y="20"/>
                  </a:lnTo>
                  <a:lnTo>
                    <a:pt x="40" y="58"/>
                  </a:lnTo>
                  <a:lnTo>
                    <a:pt x="77" y="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5" name="Freeform 16">
              <a:extLst>
                <a:ext uri="{FF2B5EF4-FFF2-40B4-BE49-F238E27FC236}">
                  <a16:creationId xmlns:a16="http://schemas.microsoft.com/office/drawing/2014/main" id="{6FBB0354-8DD3-47FD-93DF-3EA75429D5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498" y="3723888"/>
              <a:ext cx="108680" cy="100555"/>
            </a:xfrm>
            <a:custGeom>
              <a:avLst/>
              <a:gdLst>
                <a:gd name="T0" fmla="*/ 52 w 93"/>
                <a:gd name="T1" fmla="*/ 0 h 85"/>
                <a:gd name="T2" fmla="*/ 89 w 93"/>
                <a:gd name="T3" fmla="*/ 11 h 85"/>
                <a:gd name="T4" fmla="*/ 80 w 93"/>
                <a:gd name="T5" fmla="*/ 22 h 85"/>
                <a:gd name="T6" fmla="*/ 53 w 93"/>
                <a:gd name="T7" fmla="*/ 12 h 85"/>
                <a:gd name="T8" fmla="*/ 18 w 93"/>
                <a:gd name="T9" fmla="*/ 42 h 85"/>
                <a:gd name="T10" fmla="*/ 52 w 93"/>
                <a:gd name="T11" fmla="*/ 72 h 85"/>
                <a:gd name="T12" fmla="*/ 76 w 93"/>
                <a:gd name="T13" fmla="*/ 66 h 85"/>
                <a:gd name="T14" fmla="*/ 76 w 93"/>
                <a:gd name="T15" fmla="*/ 50 h 85"/>
                <a:gd name="T16" fmla="*/ 51 w 93"/>
                <a:gd name="T17" fmla="*/ 50 h 85"/>
                <a:gd name="T18" fmla="*/ 51 w 93"/>
                <a:gd name="T19" fmla="*/ 37 h 85"/>
                <a:gd name="T20" fmla="*/ 93 w 93"/>
                <a:gd name="T21" fmla="*/ 37 h 85"/>
                <a:gd name="T22" fmla="*/ 93 w 93"/>
                <a:gd name="T23" fmla="*/ 72 h 85"/>
                <a:gd name="T24" fmla="*/ 52 w 93"/>
                <a:gd name="T25" fmla="*/ 85 h 85"/>
                <a:gd name="T26" fmla="*/ 0 w 93"/>
                <a:gd name="T27" fmla="*/ 42 h 85"/>
                <a:gd name="T28" fmla="*/ 52 w 93"/>
                <a:gd name="T2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4"/>
                    <a:pt x="18" y="42"/>
                  </a:cubicBezTo>
                  <a:cubicBezTo>
                    <a:pt x="18" y="59"/>
                    <a:pt x="32" y="72"/>
                    <a:pt x="52" y="72"/>
                  </a:cubicBezTo>
                  <a:cubicBezTo>
                    <a:pt x="61" y="72"/>
                    <a:pt x="70" y="70"/>
                    <a:pt x="76" y="66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3" y="72"/>
                    <a:pt x="93" y="72"/>
                    <a:pt x="93" y="72"/>
                  </a:cubicBezTo>
                  <a:cubicBezTo>
                    <a:pt x="83" y="79"/>
                    <a:pt x="69" y="85"/>
                    <a:pt x="52" y="85"/>
                  </a:cubicBezTo>
                  <a:cubicBezTo>
                    <a:pt x="21" y="85"/>
                    <a:pt x="0" y="67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6" name="Freeform 17">
              <a:extLst>
                <a:ext uri="{FF2B5EF4-FFF2-40B4-BE49-F238E27FC236}">
                  <a16:creationId xmlns:a16="http://schemas.microsoft.com/office/drawing/2014/main" id="{18F2B812-4D34-4FC1-9C1A-B023D083E5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9555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7" name="Rectangle 18">
              <a:extLst>
                <a:ext uri="{FF2B5EF4-FFF2-40B4-BE49-F238E27FC236}">
                  <a16:creationId xmlns:a16="http://schemas.microsoft.com/office/drawing/2014/main" id="{2A59B506-E68B-4C3F-9B87-A472EC2C3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9408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8" name="Freeform 19">
              <a:extLst>
                <a:ext uri="{FF2B5EF4-FFF2-40B4-BE49-F238E27FC236}">
                  <a16:creationId xmlns:a16="http://schemas.microsoft.com/office/drawing/2014/main" id="{2A933D42-7241-4EB8-8FA0-F7402BD9A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2067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8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8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4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9" name="Freeform 20">
              <a:extLst>
                <a:ext uri="{FF2B5EF4-FFF2-40B4-BE49-F238E27FC236}">
                  <a16:creationId xmlns:a16="http://schemas.microsoft.com/office/drawing/2014/main" id="{D5870CA1-6CB4-4D32-ABB7-33664C14D9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1763" y="3723888"/>
              <a:ext cx="123915" cy="100555"/>
            </a:xfrm>
            <a:custGeom>
              <a:avLst/>
              <a:gdLst>
                <a:gd name="T0" fmla="*/ 0 w 105"/>
                <a:gd name="T1" fmla="*/ 42 h 85"/>
                <a:gd name="T2" fmla="*/ 52 w 105"/>
                <a:gd name="T3" fmla="*/ 0 h 85"/>
                <a:gd name="T4" fmla="*/ 105 w 105"/>
                <a:gd name="T5" fmla="*/ 42 h 85"/>
                <a:gd name="T6" fmla="*/ 52 w 105"/>
                <a:gd name="T7" fmla="*/ 85 h 85"/>
                <a:gd name="T8" fmla="*/ 0 w 105"/>
                <a:gd name="T9" fmla="*/ 42 h 85"/>
                <a:gd name="T10" fmla="*/ 19 w 105"/>
                <a:gd name="T11" fmla="*/ 42 h 85"/>
                <a:gd name="T12" fmla="*/ 52 w 105"/>
                <a:gd name="T13" fmla="*/ 72 h 85"/>
                <a:gd name="T14" fmla="*/ 86 w 105"/>
                <a:gd name="T15" fmla="*/ 42 h 85"/>
                <a:gd name="T16" fmla="*/ 52 w 105"/>
                <a:gd name="T17" fmla="*/ 12 h 85"/>
                <a:gd name="T18" fmla="*/ 19 w 105"/>
                <a:gd name="T19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" h="85">
                  <a:moveTo>
                    <a:pt x="0" y="42"/>
                  </a:moveTo>
                  <a:cubicBezTo>
                    <a:pt x="0" y="19"/>
                    <a:pt x="22" y="0"/>
                    <a:pt x="52" y="0"/>
                  </a:cubicBezTo>
                  <a:cubicBezTo>
                    <a:pt x="83" y="0"/>
                    <a:pt x="105" y="19"/>
                    <a:pt x="105" y="42"/>
                  </a:cubicBezTo>
                  <a:cubicBezTo>
                    <a:pt x="105" y="66"/>
                    <a:pt x="83" y="85"/>
                    <a:pt x="52" y="85"/>
                  </a:cubicBezTo>
                  <a:cubicBezTo>
                    <a:pt x="22" y="85"/>
                    <a:pt x="0" y="66"/>
                    <a:pt x="0" y="42"/>
                  </a:cubicBezTo>
                  <a:close/>
                  <a:moveTo>
                    <a:pt x="19" y="42"/>
                  </a:moveTo>
                  <a:cubicBezTo>
                    <a:pt x="19" y="59"/>
                    <a:pt x="32" y="72"/>
                    <a:pt x="52" y="72"/>
                  </a:cubicBezTo>
                  <a:cubicBezTo>
                    <a:pt x="72" y="72"/>
                    <a:pt x="86" y="59"/>
                    <a:pt x="86" y="42"/>
                  </a:cubicBezTo>
                  <a:cubicBezTo>
                    <a:pt x="86" y="26"/>
                    <a:pt x="72" y="12"/>
                    <a:pt x="52" y="12"/>
                  </a:cubicBezTo>
                  <a:cubicBezTo>
                    <a:pt x="32" y="12"/>
                    <a:pt x="19" y="26"/>
                    <a:pt x="19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0" name="Freeform 21">
              <a:extLst>
                <a:ext uri="{FF2B5EF4-FFF2-40B4-BE49-F238E27FC236}">
                  <a16:creationId xmlns:a16="http://schemas.microsoft.com/office/drawing/2014/main" id="{02BB5084-A0E3-40EA-9399-7F93437FE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1929" y="3724904"/>
              <a:ext cx="82272" cy="98523"/>
            </a:xfrm>
            <a:custGeom>
              <a:avLst/>
              <a:gdLst>
                <a:gd name="T0" fmla="*/ 0 w 81"/>
                <a:gd name="T1" fmla="*/ 0 h 97"/>
                <a:gd name="T2" fmla="*/ 20 w 81"/>
                <a:gd name="T3" fmla="*/ 0 h 97"/>
                <a:gd name="T4" fmla="*/ 20 w 81"/>
                <a:gd name="T5" fmla="*/ 81 h 97"/>
                <a:gd name="T6" fmla="*/ 81 w 81"/>
                <a:gd name="T7" fmla="*/ 81 h 97"/>
                <a:gd name="T8" fmla="*/ 81 w 81"/>
                <a:gd name="T9" fmla="*/ 97 h 97"/>
                <a:gd name="T10" fmla="*/ 0 w 81"/>
                <a:gd name="T11" fmla="*/ 97 h 97"/>
                <a:gd name="T12" fmla="*/ 0 w 81"/>
                <a:gd name="T13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97">
                  <a:moveTo>
                    <a:pt x="0" y="0"/>
                  </a:moveTo>
                  <a:lnTo>
                    <a:pt x="20" y="0"/>
                  </a:lnTo>
                  <a:lnTo>
                    <a:pt x="20" y="81"/>
                  </a:lnTo>
                  <a:lnTo>
                    <a:pt x="81" y="81"/>
                  </a:lnTo>
                  <a:lnTo>
                    <a:pt x="81" y="97"/>
                  </a:lnTo>
                  <a:lnTo>
                    <a:pt x="0" y="9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1" name="Freeform 22">
              <a:extLst>
                <a:ext uri="{FF2B5EF4-FFF2-40B4-BE49-F238E27FC236}">
                  <a16:creationId xmlns:a16="http://schemas.microsoft.com/office/drawing/2014/main" id="{4822EFB2-47E8-4786-A966-039AA7C49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4359" y="3724904"/>
              <a:ext cx="89382" cy="98523"/>
            </a:xfrm>
            <a:custGeom>
              <a:avLst/>
              <a:gdLst>
                <a:gd name="T0" fmla="*/ 0 w 76"/>
                <a:gd name="T1" fmla="*/ 59 h 83"/>
                <a:gd name="T2" fmla="*/ 0 w 76"/>
                <a:gd name="T3" fmla="*/ 0 h 83"/>
                <a:gd name="T4" fmla="*/ 75 w 76"/>
                <a:gd name="T5" fmla="*/ 0 h 83"/>
                <a:gd name="T6" fmla="*/ 75 w 76"/>
                <a:gd name="T7" fmla="*/ 13 h 83"/>
                <a:gd name="T8" fmla="*/ 18 w 76"/>
                <a:gd name="T9" fmla="*/ 13 h 83"/>
                <a:gd name="T10" fmla="*/ 18 w 76"/>
                <a:gd name="T11" fmla="*/ 33 h 83"/>
                <a:gd name="T12" fmla="*/ 70 w 76"/>
                <a:gd name="T13" fmla="*/ 33 h 83"/>
                <a:gd name="T14" fmla="*/ 70 w 76"/>
                <a:gd name="T15" fmla="*/ 46 h 83"/>
                <a:gd name="T16" fmla="*/ 18 w 76"/>
                <a:gd name="T17" fmla="*/ 46 h 83"/>
                <a:gd name="T18" fmla="*/ 18 w 76"/>
                <a:gd name="T19" fmla="*/ 59 h 83"/>
                <a:gd name="T20" fmla="*/ 28 w 76"/>
                <a:gd name="T21" fmla="*/ 69 h 83"/>
                <a:gd name="T22" fmla="*/ 76 w 76"/>
                <a:gd name="T23" fmla="*/ 69 h 83"/>
                <a:gd name="T24" fmla="*/ 76 w 76"/>
                <a:gd name="T25" fmla="*/ 83 h 83"/>
                <a:gd name="T26" fmla="*/ 24 w 76"/>
                <a:gd name="T27" fmla="*/ 83 h 83"/>
                <a:gd name="T28" fmla="*/ 0 w 76"/>
                <a:gd name="T29" fmla="*/ 5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83">
                  <a:moveTo>
                    <a:pt x="0" y="5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66"/>
                    <a:pt x="21" y="69"/>
                    <a:pt x="28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9" y="83"/>
                    <a:pt x="0" y="74"/>
                    <a:pt x="0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2" name="Freeform 23">
              <a:extLst>
                <a:ext uri="{FF2B5EF4-FFF2-40B4-BE49-F238E27FC236}">
                  <a16:creationId xmlns:a16="http://schemas.microsoft.com/office/drawing/2014/main" id="{85E547E6-027F-40F4-BDC1-7C50CF9AD486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2651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5"/>
                    <a:pt x="18" y="42"/>
                  </a:cubicBezTo>
                  <a:cubicBezTo>
                    <a:pt x="18" y="60"/>
                    <a:pt x="34" y="72"/>
                    <a:pt x="53" y="72"/>
                  </a:cubicBezTo>
                  <a:cubicBezTo>
                    <a:pt x="65" y="72"/>
                    <a:pt x="73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3" name="Rectangle 24">
              <a:extLst>
                <a:ext uri="{FF2B5EF4-FFF2-40B4-BE49-F238E27FC236}">
                  <a16:creationId xmlns:a16="http://schemas.microsoft.com/office/drawing/2014/main" id="{EC1494F6-FF9C-47A3-86B3-F99168B825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6566" y="3724904"/>
              <a:ext cx="20314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4" name="Freeform 25">
              <a:extLst>
                <a:ext uri="{FF2B5EF4-FFF2-40B4-BE49-F238E27FC236}">
                  <a16:creationId xmlns:a16="http://schemas.microsoft.com/office/drawing/2014/main" id="{FB0588C3-BA59-43E1-85A2-886D349E4B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6335" y="3724904"/>
              <a:ext cx="100555" cy="98523"/>
            </a:xfrm>
            <a:custGeom>
              <a:avLst/>
              <a:gdLst>
                <a:gd name="T0" fmla="*/ 86 w 86"/>
                <a:gd name="T1" fmla="*/ 59 h 83"/>
                <a:gd name="T2" fmla="*/ 51 w 86"/>
                <a:gd name="T3" fmla="*/ 83 h 83"/>
                <a:gd name="T4" fmla="*/ 0 w 86"/>
                <a:gd name="T5" fmla="*/ 83 h 83"/>
                <a:gd name="T6" fmla="*/ 0 w 86"/>
                <a:gd name="T7" fmla="*/ 0 h 83"/>
                <a:gd name="T8" fmla="*/ 48 w 86"/>
                <a:gd name="T9" fmla="*/ 0 h 83"/>
                <a:gd name="T10" fmla="*/ 82 w 86"/>
                <a:gd name="T11" fmla="*/ 23 h 83"/>
                <a:gd name="T12" fmla="*/ 69 w 86"/>
                <a:gd name="T13" fmla="*/ 40 h 83"/>
                <a:gd name="T14" fmla="*/ 86 w 86"/>
                <a:gd name="T15" fmla="*/ 59 h 83"/>
                <a:gd name="T16" fmla="*/ 17 w 86"/>
                <a:gd name="T17" fmla="*/ 13 h 83"/>
                <a:gd name="T18" fmla="*/ 17 w 86"/>
                <a:gd name="T19" fmla="*/ 34 h 83"/>
                <a:gd name="T20" fmla="*/ 47 w 86"/>
                <a:gd name="T21" fmla="*/ 34 h 83"/>
                <a:gd name="T22" fmla="*/ 63 w 86"/>
                <a:gd name="T23" fmla="*/ 24 h 83"/>
                <a:gd name="T24" fmla="*/ 46 w 86"/>
                <a:gd name="T25" fmla="*/ 13 h 83"/>
                <a:gd name="T26" fmla="*/ 17 w 86"/>
                <a:gd name="T27" fmla="*/ 13 h 83"/>
                <a:gd name="T28" fmla="*/ 67 w 86"/>
                <a:gd name="T29" fmla="*/ 58 h 83"/>
                <a:gd name="T30" fmla="*/ 50 w 86"/>
                <a:gd name="T31" fmla="*/ 47 h 83"/>
                <a:gd name="T32" fmla="*/ 17 w 86"/>
                <a:gd name="T33" fmla="*/ 47 h 83"/>
                <a:gd name="T34" fmla="*/ 17 w 86"/>
                <a:gd name="T35" fmla="*/ 69 h 83"/>
                <a:gd name="T36" fmla="*/ 50 w 86"/>
                <a:gd name="T37" fmla="*/ 69 h 83"/>
                <a:gd name="T38" fmla="*/ 67 w 86"/>
                <a:gd name="T39" fmla="*/ 5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" h="83">
                  <a:moveTo>
                    <a:pt x="86" y="59"/>
                  </a:moveTo>
                  <a:cubicBezTo>
                    <a:pt x="86" y="74"/>
                    <a:pt x="70" y="83"/>
                    <a:pt x="51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7" y="0"/>
                    <a:pt x="82" y="8"/>
                    <a:pt x="82" y="23"/>
                  </a:cubicBezTo>
                  <a:cubicBezTo>
                    <a:pt x="82" y="31"/>
                    <a:pt x="77" y="37"/>
                    <a:pt x="69" y="40"/>
                  </a:cubicBezTo>
                  <a:cubicBezTo>
                    <a:pt x="79" y="43"/>
                    <a:pt x="86" y="49"/>
                    <a:pt x="86" y="59"/>
                  </a:cubicBezTo>
                  <a:close/>
                  <a:moveTo>
                    <a:pt x="17" y="13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57" y="34"/>
                    <a:pt x="63" y="31"/>
                    <a:pt x="63" y="24"/>
                  </a:cubicBezTo>
                  <a:cubicBezTo>
                    <a:pt x="63" y="17"/>
                    <a:pt x="57" y="13"/>
                    <a:pt x="46" y="13"/>
                  </a:cubicBezTo>
                  <a:lnTo>
                    <a:pt x="17" y="13"/>
                  </a:lnTo>
                  <a:close/>
                  <a:moveTo>
                    <a:pt x="67" y="58"/>
                  </a:moveTo>
                  <a:cubicBezTo>
                    <a:pt x="67" y="51"/>
                    <a:pt x="60" y="47"/>
                    <a:pt x="50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60" y="69"/>
                    <a:pt x="67" y="65"/>
                    <a:pt x="67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1409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2FE9775-2918-4FDC-8AB1-98A799AD9280}"/>
              </a:ext>
            </a:extLst>
          </p:cNvPr>
          <p:cNvSpPr/>
          <p:nvPr userDrawn="1"/>
        </p:nvSpPr>
        <p:spPr>
          <a:xfrm>
            <a:off x="1" y="-2"/>
            <a:ext cx="4079875" cy="67878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1D81291-E20B-4F03-8330-24207D55FE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72000 w 9144000"/>
              <a:gd name="connsiteY0" fmla="*/ 83718 h 5143500"/>
              <a:gd name="connsiteX1" fmla="*/ 72000 w 9144000"/>
              <a:gd name="connsiteY1" fmla="*/ 4952999 h 5143500"/>
              <a:gd name="connsiteX2" fmla="*/ 9072000 w 9144000"/>
              <a:gd name="connsiteY2" fmla="*/ 4952999 h 5143500"/>
              <a:gd name="connsiteX3" fmla="*/ 9072000 w 9144000"/>
              <a:gd name="connsiteY3" fmla="*/ 83718 h 5143500"/>
              <a:gd name="connsiteX4" fmla="*/ 0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5143500 h 5143500"/>
              <a:gd name="connsiteX7" fmla="*/ 0 w 914400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72000" y="83718"/>
                </a:moveTo>
                <a:lnTo>
                  <a:pt x="72000" y="4952999"/>
                </a:lnTo>
                <a:lnTo>
                  <a:pt x="9072000" y="4952999"/>
                </a:lnTo>
                <a:lnTo>
                  <a:pt x="9072000" y="83718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00" noProof="0"/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4FCA93F6-10BD-4B7C-AB28-7AA17F814F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C9E945-E9D7-274F-9345-5410638C26E0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6B1BA06-22DD-E848-ADA0-CB9ADE50F9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D41BA9-B606-4A63-A690-CDF094E5B792}"/>
              </a:ext>
            </a:extLst>
          </p:cNvPr>
          <p:cNvSpPr/>
          <p:nvPr userDrawn="1"/>
        </p:nvSpPr>
        <p:spPr>
          <a:xfrm>
            <a:off x="3992723" y="2661666"/>
            <a:ext cx="174308" cy="1384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5EF8F5B-CBA4-417B-A3AE-1CFC77F680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4240" y="2419135"/>
            <a:ext cx="2420239" cy="186936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7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 dirty="0"/>
              <a:t>#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02E98C07-D328-4F09-85CF-E2C0A74BAF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51800" y="3884739"/>
            <a:ext cx="7169613" cy="49244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307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Sub-title of the section</a:t>
            </a:r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7157B258-1EA9-4435-8A62-6652B384E8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1800" y="2334446"/>
            <a:ext cx="7169609" cy="1426031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lnSpc>
                <a:spcPts val="5200"/>
              </a:lnSpc>
              <a:defRPr sz="480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 noProof="0"/>
              <a:t>Name of the </a:t>
            </a:r>
            <a:br>
              <a:rPr lang="en-US" noProof="0"/>
            </a:br>
            <a:r>
              <a:rPr lang="en-US" noProof="0"/>
              <a:t>section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E29AA548-DBF0-404C-B341-8C64672F03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26A4297B-EFCB-47F2-B726-A05104792D83}" type="datetime3">
              <a:rPr lang="en-US" smtClean="0"/>
              <a:t>3 November 2025</a:t>
            </a:fld>
            <a:endParaRPr lang="fr-FR" dirty="0"/>
          </a:p>
        </p:txBody>
      </p:sp>
      <p:grpSp>
        <p:nvGrpSpPr>
          <p:cNvPr id="21" name="Groupe 250">
            <a:extLst>
              <a:ext uri="{FF2B5EF4-FFF2-40B4-BE49-F238E27FC236}">
                <a16:creationId xmlns:a16="http://schemas.microsoft.com/office/drawing/2014/main" id="{ED9A088E-1C9A-49FB-95E6-0204E3652105}"/>
              </a:ext>
            </a:extLst>
          </p:cNvPr>
          <p:cNvGrpSpPr/>
          <p:nvPr userDrawn="1"/>
        </p:nvGrpSpPr>
        <p:grpSpPr>
          <a:xfrm>
            <a:off x="5456917" y="6670035"/>
            <a:ext cx="1278167" cy="125311"/>
            <a:chOff x="5629458" y="3655836"/>
            <a:chExt cx="2227432" cy="218376"/>
          </a:xfrm>
          <a:solidFill>
            <a:srgbClr val="5E6A71"/>
          </a:solidFill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8117BB5A-BAFF-4120-A618-E89931C17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975" y="3775689"/>
              <a:ext cx="61958" cy="55864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Rectangle 6">
              <a:extLst>
                <a:ext uri="{FF2B5EF4-FFF2-40B4-BE49-F238E27FC236}">
                  <a16:creationId xmlns:a16="http://schemas.microsoft.com/office/drawing/2014/main" id="{1CBE6C76-5B36-4A40-AF30-7A1196390A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662" y="3849835"/>
              <a:ext cx="284396" cy="2437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E48A9B2D-E9C4-4099-A794-638CB40AB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1195" y="3655836"/>
              <a:ext cx="77193" cy="62973"/>
            </a:xfrm>
            <a:custGeom>
              <a:avLst/>
              <a:gdLst>
                <a:gd name="T0" fmla="*/ 66 w 66"/>
                <a:gd name="T1" fmla="*/ 25 h 53"/>
                <a:gd name="T2" fmla="*/ 19 w 66"/>
                <a:gd name="T3" fmla="*/ 50 h 53"/>
                <a:gd name="T4" fmla="*/ 7 w 66"/>
                <a:gd name="T5" fmla="*/ 48 h 53"/>
                <a:gd name="T6" fmla="*/ 0 w 66"/>
                <a:gd name="T7" fmla="*/ 31 h 53"/>
                <a:gd name="T8" fmla="*/ 8 w 66"/>
                <a:gd name="T9" fmla="*/ 31 h 53"/>
                <a:gd name="T10" fmla="*/ 66 w 66"/>
                <a:gd name="T11" fmla="*/ 0 h 53"/>
                <a:gd name="T12" fmla="*/ 66 w 66"/>
                <a:gd name="T13" fmla="*/ 2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53">
                  <a:moveTo>
                    <a:pt x="66" y="25"/>
                  </a:moveTo>
                  <a:cubicBezTo>
                    <a:pt x="66" y="25"/>
                    <a:pt x="28" y="47"/>
                    <a:pt x="19" y="50"/>
                  </a:cubicBezTo>
                  <a:cubicBezTo>
                    <a:pt x="11" y="53"/>
                    <a:pt x="8" y="49"/>
                    <a:pt x="7" y="48"/>
                  </a:cubicBezTo>
                  <a:cubicBezTo>
                    <a:pt x="4" y="44"/>
                    <a:pt x="1" y="33"/>
                    <a:pt x="0" y="31"/>
                  </a:cubicBezTo>
                  <a:cubicBezTo>
                    <a:pt x="1" y="31"/>
                    <a:pt x="3" y="32"/>
                    <a:pt x="8" y="31"/>
                  </a:cubicBezTo>
                  <a:cubicBezTo>
                    <a:pt x="13" y="29"/>
                    <a:pt x="66" y="0"/>
                    <a:pt x="66" y="0"/>
                  </a:cubicBezTo>
                  <a:cubicBezTo>
                    <a:pt x="66" y="25"/>
                    <a:pt x="66" y="25"/>
                    <a:pt x="66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D21D5383-429E-459C-BBC9-269AE6DB43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458" y="3669040"/>
              <a:ext cx="318930" cy="18384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FF3790B5-E871-459F-81F5-AA7D9B5C1A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3550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5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F7F384B0-2D0B-47FC-BD79-BB0E318717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8481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AE55EAFC-8930-4D28-9DC3-E33D96631D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4271" y="3696464"/>
              <a:ext cx="90398" cy="126963"/>
            </a:xfrm>
            <a:custGeom>
              <a:avLst/>
              <a:gdLst>
                <a:gd name="T0" fmla="*/ 0 w 77"/>
                <a:gd name="T1" fmla="*/ 83 h 107"/>
                <a:gd name="T2" fmla="*/ 0 w 77"/>
                <a:gd name="T3" fmla="*/ 24 h 107"/>
                <a:gd name="T4" fmla="*/ 75 w 77"/>
                <a:gd name="T5" fmla="*/ 24 h 107"/>
                <a:gd name="T6" fmla="*/ 75 w 77"/>
                <a:gd name="T7" fmla="*/ 37 h 107"/>
                <a:gd name="T8" fmla="*/ 18 w 77"/>
                <a:gd name="T9" fmla="*/ 37 h 107"/>
                <a:gd name="T10" fmla="*/ 18 w 77"/>
                <a:gd name="T11" fmla="*/ 57 h 107"/>
                <a:gd name="T12" fmla="*/ 70 w 77"/>
                <a:gd name="T13" fmla="*/ 57 h 107"/>
                <a:gd name="T14" fmla="*/ 70 w 77"/>
                <a:gd name="T15" fmla="*/ 70 h 107"/>
                <a:gd name="T16" fmla="*/ 18 w 77"/>
                <a:gd name="T17" fmla="*/ 70 h 107"/>
                <a:gd name="T18" fmla="*/ 18 w 77"/>
                <a:gd name="T19" fmla="*/ 83 h 107"/>
                <a:gd name="T20" fmla="*/ 28 w 77"/>
                <a:gd name="T21" fmla="*/ 93 h 107"/>
                <a:gd name="T22" fmla="*/ 77 w 77"/>
                <a:gd name="T23" fmla="*/ 93 h 107"/>
                <a:gd name="T24" fmla="*/ 77 w 77"/>
                <a:gd name="T25" fmla="*/ 107 h 107"/>
                <a:gd name="T26" fmla="*/ 24 w 77"/>
                <a:gd name="T27" fmla="*/ 107 h 107"/>
                <a:gd name="T28" fmla="*/ 0 w 77"/>
                <a:gd name="T29" fmla="*/ 83 h 107"/>
                <a:gd name="T30" fmla="*/ 57 w 77"/>
                <a:gd name="T31" fmla="*/ 0 h 107"/>
                <a:gd name="T32" fmla="*/ 43 w 77"/>
                <a:gd name="T33" fmla="*/ 15 h 107"/>
                <a:gd name="T34" fmla="*/ 28 w 77"/>
                <a:gd name="T35" fmla="*/ 15 h 107"/>
                <a:gd name="T36" fmla="*/ 39 w 77"/>
                <a:gd name="T37" fmla="*/ 0 h 107"/>
                <a:gd name="T38" fmla="*/ 57 w 77"/>
                <a:gd name="T39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" h="107">
                  <a:moveTo>
                    <a:pt x="0" y="83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90"/>
                    <a:pt x="21" y="93"/>
                    <a:pt x="28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107"/>
                    <a:pt x="77" y="107"/>
                    <a:pt x="77" y="107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9" y="107"/>
                    <a:pt x="0" y="98"/>
                    <a:pt x="0" y="83"/>
                  </a:cubicBezTo>
                  <a:close/>
                  <a:moveTo>
                    <a:pt x="57" y="0"/>
                  </a:moveTo>
                  <a:cubicBezTo>
                    <a:pt x="43" y="15"/>
                    <a:pt x="43" y="15"/>
                    <a:pt x="43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9" y="0"/>
                    <a:pt x="39" y="0"/>
                    <a:pt x="39" y="0"/>
                  </a:cubicBez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7E46F219-A75A-4E2F-BE94-1E012AF92E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7014" y="3724904"/>
              <a:ext cx="105633" cy="98523"/>
            </a:xfrm>
            <a:custGeom>
              <a:avLst/>
              <a:gdLst>
                <a:gd name="T0" fmla="*/ 0 w 90"/>
                <a:gd name="T1" fmla="*/ 0 h 83"/>
                <a:gd name="T2" fmla="*/ 37 w 90"/>
                <a:gd name="T3" fmla="*/ 0 h 83"/>
                <a:gd name="T4" fmla="*/ 90 w 90"/>
                <a:gd name="T5" fmla="*/ 41 h 83"/>
                <a:gd name="T6" fmla="*/ 37 w 90"/>
                <a:gd name="T7" fmla="*/ 83 h 83"/>
                <a:gd name="T8" fmla="*/ 0 w 90"/>
                <a:gd name="T9" fmla="*/ 83 h 83"/>
                <a:gd name="T10" fmla="*/ 0 w 90"/>
                <a:gd name="T11" fmla="*/ 0 h 83"/>
                <a:gd name="T12" fmla="*/ 38 w 90"/>
                <a:gd name="T13" fmla="*/ 69 h 83"/>
                <a:gd name="T14" fmla="*/ 71 w 90"/>
                <a:gd name="T15" fmla="*/ 41 h 83"/>
                <a:gd name="T16" fmla="*/ 38 w 90"/>
                <a:gd name="T17" fmla="*/ 13 h 83"/>
                <a:gd name="T18" fmla="*/ 17 w 90"/>
                <a:gd name="T19" fmla="*/ 13 h 83"/>
                <a:gd name="T20" fmla="*/ 17 w 90"/>
                <a:gd name="T21" fmla="*/ 69 h 83"/>
                <a:gd name="T22" fmla="*/ 38 w 90"/>
                <a:gd name="T23" fmla="*/ 6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3">
                  <a:moveTo>
                    <a:pt x="0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69" y="0"/>
                    <a:pt x="90" y="17"/>
                    <a:pt x="90" y="41"/>
                  </a:cubicBezTo>
                  <a:cubicBezTo>
                    <a:pt x="90" y="66"/>
                    <a:pt x="69" y="83"/>
                    <a:pt x="3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38" y="69"/>
                  </a:moveTo>
                  <a:cubicBezTo>
                    <a:pt x="58" y="69"/>
                    <a:pt x="71" y="58"/>
                    <a:pt x="71" y="41"/>
                  </a:cubicBezTo>
                  <a:cubicBezTo>
                    <a:pt x="71" y="25"/>
                    <a:pt x="58" y="13"/>
                    <a:pt x="3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69"/>
                    <a:pt x="17" y="69"/>
                    <a:pt x="17" y="69"/>
                  </a:cubicBezTo>
                  <a:lnTo>
                    <a:pt x="38" y="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2" name="Rectangle 13">
              <a:extLst>
                <a:ext uri="{FF2B5EF4-FFF2-40B4-BE49-F238E27FC236}">
                  <a16:creationId xmlns:a16="http://schemas.microsoft.com/office/drawing/2014/main" id="{529E1F5B-91CA-4496-AC72-8693C04253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929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3" name="Freeform 14">
              <a:extLst>
                <a:ext uri="{FF2B5EF4-FFF2-40B4-BE49-F238E27FC236}">
                  <a16:creationId xmlns:a16="http://schemas.microsoft.com/office/drawing/2014/main" id="{02C77BFC-0413-4C9A-BCFA-202254703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557" y="3724904"/>
              <a:ext cx="94460" cy="98523"/>
            </a:xfrm>
            <a:custGeom>
              <a:avLst/>
              <a:gdLst>
                <a:gd name="T0" fmla="*/ 0 w 93"/>
                <a:gd name="T1" fmla="*/ 15 h 97"/>
                <a:gd name="T2" fmla="*/ 0 w 93"/>
                <a:gd name="T3" fmla="*/ 0 h 97"/>
                <a:gd name="T4" fmla="*/ 93 w 93"/>
                <a:gd name="T5" fmla="*/ 0 h 97"/>
                <a:gd name="T6" fmla="*/ 93 w 93"/>
                <a:gd name="T7" fmla="*/ 15 h 97"/>
                <a:gd name="T8" fmla="*/ 56 w 93"/>
                <a:gd name="T9" fmla="*/ 15 h 97"/>
                <a:gd name="T10" fmla="*/ 56 w 93"/>
                <a:gd name="T11" fmla="*/ 97 h 97"/>
                <a:gd name="T12" fmla="*/ 36 w 93"/>
                <a:gd name="T13" fmla="*/ 97 h 97"/>
                <a:gd name="T14" fmla="*/ 36 w 93"/>
                <a:gd name="T15" fmla="*/ 15 h 97"/>
                <a:gd name="T16" fmla="*/ 0 w 93"/>
                <a:gd name="T17" fmla="*/ 1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97">
                  <a:moveTo>
                    <a:pt x="0" y="15"/>
                  </a:moveTo>
                  <a:lnTo>
                    <a:pt x="0" y="0"/>
                  </a:lnTo>
                  <a:lnTo>
                    <a:pt x="93" y="0"/>
                  </a:lnTo>
                  <a:lnTo>
                    <a:pt x="93" y="15"/>
                  </a:lnTo>
                  <a:lnTo>
                    <a:pt x="56" y="15"/>
                  </a:lnTo>
                  <a:lnTo>
                    <a:pt x="56" y="97"/>
                  </a:lnTo>
                  <a:lnTo>
                    <a:pt x="36" y="97"/>
                  </a:lnTo>
                  <a:lnTo>
                    <a:pt x="36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4" name="Freeform 15">
              <a:extLst>
                <a:ext uri="{FF2B5EF4-FFF2-40B4-BE49-F238E27FC236}">
                  <a16:creationId xmlns:a16="http://schemas.microsoft.com/office/drawing/2014/main" id="{6DB56AA1-DF29-4DBD-AA38-54D5230012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70552" y="3724904"/>
              <a:ext cx="121884" cy="98523"/>
            </a:xfrm>
            <a:custGeom>
              <a:avLst/>
              <a:gdLst>
                <a:gd name="T0" fmla="*/ 85 w 120"/>
                <a:gd name="T1" fmla="*/ 73 h 97"/>
                <a:gd name="T2" fmla="*/ 32 w 120"/>
                <a:gd name="T3" fmla="*/ 73 h 97"/>
                <a:gd name="T4" fmla="*/ 21 w 120"/>
                <a:gd name="T5" fmla="*/ 97 h 97"/>
                <a:gd name="T6" fmla="*/ 0 w 120"/>
                <a:gd name="T7" fmla="*/ 97 h 97"/>
                <a:gd name="T8" fmla="*/ 50 w 120"/>
                <a:gd name="T9" fmla="*/ 0 h 97"/>
                <a:gd name="T10" fmla="*/ 70 w 120"/>
                <a:gd name="T11" fmla="*/ 0 h 97"/>
                <a:gd name="T12" fmla="*/ 120 w 120"/>
                <a:gd name="T13" fmla="*/ 97 h 97"/>
                <a:gd name="T14" fmla="*/ 97 w 120"/>
                <a:gd name="T15" fmla="*/ 97 h 97"/>
                <a:gd name="T16" fmla="*/ 85 w 120"/>
                <a:gd name="T17" fmla="*/ 73 h 97"/>
                <a:gd name="T18" fmla="*/ 77 w 120"/>
                <a:gd name="T19" fmla="*/ 58 h 97"/>
                <a:gd name="T20" fmla="*/ 59 w 120"/>
                <a:gd name="T21" fmla="*/ 20 h 97"/>
                <a:gd name="T22" fmla="*/ 40 w 120"/>
                <a:gd name="T23" fmla="*/ 58 h 97"/>
                <a:gd name="T24" fmla="*/ 77 w 120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7">
                  <a:moveTo>
                    <a:pt x="85" y="73"/>
                  </a:moveTo>
                  <a:lnTo>
                    <a:pt x="32" y="73"/>
                  </a:lnTo>
                  <a:lnTo>
                    <a:pt x="21" y="97"/>
                  </a:lnTo>
                  <a:lnTo>
                    <a:pt x="0" y="97"/>
                  </a:lnTo>
                  <a:lnTo>
                    <a:pt x="50" y="0"/>
                  </a:lnTo>
                  <a:lnTo>
                    <a:pt x="70" y="0"/>
                  </a:lnTo>
                  <a:lnTo>
                    <a:pt x="120" y="97"/>
                  </a:lnTo>
                  <a:lnTo>
                    <a:pt x="97" y="97"/>
                  </a:lnTo>
                  <a:lnTo>
                    <a:pt x="85" y="73"/>
                  </a:lnTo>
                  <a:close/>
                  <a:moveTo>
                    <a:pt x="77" y="58"/>
                  </a:moveTo>
                  <a:lnTo>
                    <a:pt x="59" y="20"/>
                  </a:lnTo>
                  <a:lnTo>
                    <a:pt x="40" y="58"/>
                  </a:lnTo>
                  <a:lnTo>
                    <a:pt x="77" y="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5" name="Freeform 16">
              <a:extLst>
                <a:ext uri="{FF2B5EF4-FFF2-40B4-BE49-F238E27FC236}">
                  <a16:creationId xmlns:a16="http://schemas.microsoft.com/office/drawing/2014/main" id="{A244F53C-F0C5-4FE6-95D5-D08C74ED309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498" y="3723888"/>
              <a:ext cx="108680" cy="100555"/>
            </a:xfrm>
            <a:custGeom>
              <a:avLst/>
              <a:gdLst>
                <a:gd name="T0" fmla="*/ 52 w 93"/>
                <a:gd name="T1" fmla="*/ 0 h 85"/>
                <a:gd name="T2" fmla="*/ 89 w 93"/>
                <a:gd name="T3" fmla="*/ 11 h 85"/>
                <a:gd name="T4" fmla="*/ 80 w 93"/>
                <a:gd name="T5" fmla="*/ 22 h 85"/>
                <a:gd name="T6" fmla="*/ 53 w 93"/>
                <a:gd name="T7" fmla="*/ 12 h 85"/>
                <a:gd name="T8" fmla="*/ 18 w 93"/>
                <a:gd name="T9" fmla="*/ 42 h 85"/>
                <a:gd name="T10" fmla="*/ 52 w 93"/>
                <a:gd name="T11" fmla="*/ 72 h 85"/>
                <a:gd name="T12" fmla="*/ 76 w 93"/>
                <a:gd name="T13" fmla="*/ 66 h 85"/>
                <a:gd name="T14" fmla="*/ 76 w 93"/>
                <a:gd name="T15" fmla="*/ 50 h 85"/>
                <a:gd name="T16" fmla="*/ 51 w 93"/>
                <a:gd name="T17" fmla="*/ 50 h 85"/>
                <a:gd name="T18" fmla="*/ 51 w 93"/>
                <a:gd name="T19" fmla="*/ 37 h 85"/>
                <a:gd name="T20" fmla="*/ 93 w 93"/>
                <a:gd name="T21" fmla="*/ 37 h 85"/>
                <a:gd name="T22" fmla="*/ 93 w 93"/>
                <a:gd name="T23" fmla="*/ 72 h 85"/>
                <a:gd name="T24" fmla="*/ 52 w 93"/>
                <a:gd name="T25" fmla="*/ 85 h 85"/>
                <a:gd name="T26" fmla="*/ 0 w 93"/>
                <a:gd name="T27" fmla="*/ 42 h 85"/>
                <a:gd name="T28" fmla="*/ 52 w 93"/>
                <a:gd name="T2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4"/>
                    <a:pt x="18" y="42"/>
                  </a:cubicBezTo>
                  <a:cubicBezTo>
                    <a:pt x="18" y="59"/>
                    <a:pt x="32" y="72"/>
                    <a:pt x="52" y="72"/>
                  </a:cubicBezTo>
                  <a:cubicBezTo>
                    <a:pt x="61" y="72"/>
                    <a:pt x="70" y="70"/>
                    <a:pt x="76" y="66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3" y="72"/>
                    <a:pt x="93" y="72"/>
                    <a:pt x="93" y="72"/>
                  </a:cubicBezTo>
                  <a:cubicBezTo>
                    <a:pt x="83" y="79"/>
                    <a:pt x="69" y="85"/>
                    <a:pt x="52" y="85"/>
                  </a:cubicBezTo>
                  <a:cubicBezTo>
                    <a:pt x="21" y="85"/>
                    <a:pt x="0" y="67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6" name="Freeform 17">
              <a:extLst>
                <a:ext uri="{FF2B5EF4-FFF2-40B4-BE49-F238E27FC236}">
                  <a16:creationId xmlns:a16="http://schemas.microsoft.com/office/drawing/2014/main" id="{EFA94158-9D11-43E7-9E95-D4A4463FBC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9555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7" name="Rectangle 18">
              <a:extLst>
                <a:ext uri="{FF2B5EF4-FFF2-40B4-BE49-F238E27FC236}">
                  <a16:creationId xmlns:a16="http://schemas.microsoft.com/office/drawing/2014/main" id="{556B5714-ACA3-4C8E-BB52-AC27441E2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9408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8" name="Freeform 19">
              <a:extLst>
                <a:ext uri="{FF2B5EF4-FFF2-40B4-BE49-F238E27FC236}">
                  <a16:creationId xmlns:a16="http://schemas.microsoft.com/office/drawing/2014/main" id="{5D2CD798-89DD-4D48-A20D-2609814C7DF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2067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8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8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4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9" name="Freeform 20">
              <a:extLst>
                <a:ext uri="{FF2B5EF4-FFF2-40B4-BE49-F238E27FC236}">
                  <a16:creationId xmlns:a16="http://schemas.microsoft.com/office/drawing/2014/main" id="{758D3EB5-22F8-45FE-9912-CE79BF151B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1763" y="3723888"/>
              <a:ext cx="123915" cy="100555"/>
            </a:xfrm>
            <a:custGeom>
              <a:avLst/>
              <a:gdLst>
                <a:gd name="T0" fmla="*/ 0 w 105"/>
                <a:gd name="T1" fmla="*/ 42 h 85"/>
                <a:gd name="T2" fmla="*/ 52 w 105"/>
                <a:gd name="T3" fmla="*/ 0 h 85"/>
                <a:gd name="T4" fmla="*/ 105 w 105"/>
                <a:gd name="T5" fmla="*/ 42 h 85"/>
                <a:gd name="T6" fmla="*/ 52 w 105"/>
                <a:gd name="T7" fmla="*/ 85 h 85"/>
                <a:gd name="T8" fmla="*/ 0 w 105"/>
                <a:gd name="T9" fmla="*/ 42 h 85"/>
                <a:gd name="T10" fmla="*/ 19 w 105"/>
                <a:gd name="T11" fmla="*/ 42 h 85"/>
                <a:gd name="T12" fmla="*/ 52 w 105"/>
                <a:gd name="T13" fmla="*/ 72 h 85"/>
                <a:gd name="T14" fmla="*/ 86 w 105"/>
                <a:gd name="T15" fmla="*/ 42 h 85"/>
                <a:gd name="T16" fmla="*/ 52 w 105"/>
                <a:gd name="T17" fmla="*/ 12 h 85"/>
                <a:gd name="T18" fmla="*/ 19 w 105"/>
                <a:gd name="T19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" h="85">
                  <a:moveTo>
                    <a:pt x="0" y="42"/>
                  </a:moveTo>
                  <a:cubicBezTo>
                    <a:pt x="0" y="19"/>
                    <a:pt x="22" y="0"/>
                    <a:pt x="52" y="0"/>
                  </a:cubicBezTo>
                  <a:cubicBezTo>
                    <a:pt x="83" y="0"/>
                    <a:pt x="105" y="19"/>
                    <a:pt x="105" y="42"/>
                  </a:cubicBezTo>
                  <a:cubicBezTo>
                    <a:pt x="105" y="66"/>
                    <a:pt x="83" y="85"/>
                    <a:pt x="52" y="85"/>
                  </a:cubicBezTo>
                  <a:cubicBezTo>
                    <a:pt x="22" y="85"/>
                    <a:pt x="0" y="66"/>
                    <a:pt x="0" y="42"/>
                  </a:cubicBezTo>
                  <a:close/>
                  <a:moveTo>
                    <a:pt x="19" y="42"/>
                  </a:moveTo>
                  <a:cubicBezTo>
                    <a:pt x="19" y="59"/>
                    <a:pt x="32" y="72"/>
                    <a:pt x="52" y="72"/>
                  </a:cubicBezTo>
                  <a:cubicBezTo>
                    <a:pt x="72" y="72"/>
                    <a:pt x="86" y="59"/>
                    <a:pt x="86" y="42"/>
                  </a:cubicBezTo>
                  <a:cubicBezTo>
                    <a:pt x="86" y="26"/>
                    <a:pt x="72" y="12"/>
                    <a:pt x="52" y="12"/>
                  </a:cubicBezTo>
                  <a:cubicBezTo>
                    <a:pt x="32" y="12"/>
                    <a:pt x="19" y="26"/>
                    <a:pt x="19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0" name="Freeform 21">
              <a:extLst>
                <a:ext uri="{FF2B5EF4-FFF2-40B4-BE49-F238E27FC236}">
                  <a16:creationId xmlns:a16="http://schemas.microsoft.com/office/drawing/2014/main" id="{45840900-5AD8-484A-A53A-398C07E42F1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1929" y="3724904"/>
              <a:ext cx="82272" cy="98523"/>
            </a:xfrm>
            <a:custGeom>
              <a:avLst/>
              <a:gdLst>
                <a:gd name="T0" fmla="*/ 0 w 81"/>
                <a:gd name="T1" fmla="*/ 0 h 97"/>
                <a:gd name="T2" fmla="*/ 20 w 81"/>
                <a:gd name="T3" fmla="*/ 0 h 97"/>
                <a:gd name="T4" fmla="*/ 20 w 81"/>
                <a:gd name="T5" fmla="*/ 81 h 97"/>
                <a:gd name="T6" fmla="*/ 81 w 81"/>
                <a:gd name="T7" fmla="*/ 81 h 97"/>
                <a:gd name="T8" fmla="*/ 81 w 81"/>
                <a:gd name="T9" fmla="*/ 97 h 97"/>
                <a:gd name="T10" fmla="*/ 0 w 81"/>
                <a:gd name="T11" fmla="*/ 97 h 97"/>
                <a:gd name="T12" fmla="*/ 0 w 81"/>
                <a:gd name="T13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97">
                  <a:moveTo>
                    <a:pt x="0" y="0"/>
                  </a:moveTo>
                  <a:lnTo>
                    <a:pt x="20" y="0"/>
                  </a:lnTo>
                  <a:lnTo>
                    <a:pt x="20" y="81"/>
                  </a:lnTo>
                  <a:lnTo>
                    <a:pt x="81" y="81"/>
                  </a:lnTo>
                  <a:lnTo>
                    <a:pt x="81" y="97"/>
                  </a:lnTo>
                  <a:lnTo>
                    <a:pt x="0" y="9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1" name="Freeform 22">
              <a:extLst>
                <a:ext uri="{FF2B5EF4-FFF2-40B4-BE49-F238E27FC236}">
                  <a16:creationId xmlns:a16="http://schemas.microsoft.com/office/drawing/2014/main" id="{9A5BC073-37F8-4DE1-8D3B-49489A1CB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4359" y="3724904"/>
              <a:ext cx="89382" cy="98523"/>
            </a:xfrm>
            <a:custGeom>
              <a:avLst/>
              <a:gdLst>
                <a:gd name="T0" fmla="*/ 0 w 76"/>
                <a:gd name="T1" fmla="*/ 59 h 83"/>
                <a:gd name="T2" fmla="*/ 0 w 76"/>
                <a:gd name="T3" fmla="*/ 0 h 83"/>
                <a:gd name="T4" fmla="*/ 75 w 76"/>
                <a:gd name="T5" fmla="*/ 0 h 83"/>
                <a:gd name="T6" fmla="*/ 75 w 76"/>
                <a:gd name="T7" fmla="*/ 13 h 83"/>
                <a:gd name="T8" fmla="*/ 18 w 76"/>
                <a:gd name="T9" fmla="*/ 13 h 83"/>
                <a:gd name="T10" fmla="*/ 18 w 76"/>
                <a:gd name="T11" fmla="*/ 33 h 83"/>
                <a:gd name="T12" fmla="*/ 70 w 76"/>
                <a:gd name="T13" fmla="*/ 33 h 83"/>
                <a:gd name="T14" fmla="*/ 70 w 76"/>
                <a:gd name="T15" fmla="*/ 46 h 83"/>
                <a:gd name="T16" fmla="*/ 18 w 76"/>
                <a:gd name="T17" fmla="*/ 46 h 83"/>
                <a:gd name="T18" fmla="*/ 18 w 76"/>
                <a:gd name="T19" fmla="*/ 59 h 83"/>
                <a:gd name="T20" fmla="*/ 28 w 76"/>
                <a:gd name="T21" fmla="*/ 69 h 83"/>
                <a:gd name="T22" fmla="*/ 76 w 76"/>
                <a:gd name="T23" fmla="*/ 69 h 83"/>
                <a:gd name="T24" fmla="*/ 76 w 76"/>
                <a:gd name="T25" fmla="*/ 83 h 83"/>
                <a:gd name="T26" fmla="*/ 24 w 76"/>
                <a:gd name="T27" fmla="*/ 83 h 83"/>
                <a:gd name="T28" fmla="*/ 0 w 76"/>
                <a:gd name="T29" fmla="*/ 5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83">
                  <a:moveTo>
                    <a:pt x="0" y="5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66"/>
                    <a:pt x="21" y="69"/>
                    <a:pt x="28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9" y="83"/>
                    <a:pt x="0" y="74"/>
                    <a:pt x="0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2" name="Freeform 23">
              <a:extLst>
                <a:ext uri="{FF2B5EF4-FFF2-40B4-BE49-F238E27FC236}">
                  <a16:creationId xmlns:a16="http://schemas.microsoft.com/office/drawing/2014/main" id="{7F9BF0E3-0965-4A59-854E-19643E96DC2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2651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5"/>
                    <a:pt x="18" y="42"/>
                  </a:cubicBezTo>
                  <a:cubicBezTo>
                    <a:pt x="18" y="60"/>
                    <a:pt x="34" y="72"/>
                    <a:pt x="53" y="72"/>
                  </a:cubicBezTo>
                  <a:cubicBezTo>
                    <a:pt x="65" y="72"/>
                    <a:pt x="73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3" name="Rectangle 24">
              <a:extLst>
                <a:ext uri="{FF2B5EF4-FFF2-40B4-BE49-F238E27FC236}">
                  <a16:creationId xmlns:a16="http://schemas.microsoft.com/office/drawing/2014/main" id="{99ABA413-8CCE-4DBF-ACFE-91F8577F6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6566" y="3724904"/>
              <a:ext cx="20314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4" name="Freeform 25">
              <a:extLst>
                <a:ext uri="{FF2B5EF4-FFF2-40B4-BE49-F238E27FC236}">
                  <a16:creationId xmlns:a16="http://schemas.microsoft.com/office/drawing/2014/main" id="{F958A2D9-2FEA-489D-9320-BBB135F8FC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6335" y="3724904"/>
              <a:ext cx="100555" cy="98523"/>
            </a:xfrm>
            <a:custGeom>
              <a:avLst/>
              <a:gdLst>
                <a:gd name="T0" fmla="*/ 86 w 86"/>
                <a:gd name="T1" fmla="*/ 59 h 83"/>
                <a:gd name="T2" fmla="*/ 51 w 86"/>
                <a:gd name="T3" fmla="*/ 83 h 83"/>
                <a:gd name="T4" fmla="*/ 0 w 86"/>
                <a:gd name="T5" fmla="*/ 83 h 83"/>
                <a:gd name="T6" fmla="*/ 0 w 86"/>
                <a:gd name="T7" fmla="*/ 0 h 83"/>
                <a:gd name="T8" fmla="*/ 48 w 86"/>
                <a:gd name="T9" fmla="*/ 0 h 83"/>
                <a:gd name="T10" fmla="*/ 82 w 86"/>
                <a:gd name="T11" fmla="*/ 23 h 83"/>
                <a:gd name="T12" fmla="*/ 69 w 86"/>
                <a:gd name="T13" fmla="*/ 40 h 83"/>
                <a:gd name="T14" fmla="*/ 86 w 86"/>
                <a:gd name="T15" fmla="*/ 59 h 83"/>
                <a:gd name="T16" fmla="*/ 17 w 86"/>
                <a:gd name="T17" fmla="*/ 13 h 83"/>
                <a:gd name="T18" fmla="*/ 17 w 86"/>
                <a:gd name="T19" fmla="*/ 34 h 83"/>
                <a:gd name="T20" fmla="*/ 47 w 86"/>
                <a:gd name="T21" fmla="*/ 34 h 83"/>
                <a:gd name="T22" fmla="*/ 63 w 86"/>
                <a:gd name="T23" fmla="*/ 24 h 83"/>
                <a:gd name="T24" fmla="*/ 46 w 86"/>
                <a:gd name="T25" fmla="*/ 13 h 83"/>
                <a:gd name="T26" fmla="*/ 17 w 86"/>
                <a:gd name="T27" fmla="*/ 13 h 83"/>
                <a:gd name="T28" fmla="*/ 67 w 86"/>
                <a:gd name="T29" fmla="*/ 58 h 83"/>
                <a:gd name="T30" fmla="*/ 50 w 86"/>
                <a:gd name="T31" fmla="*/ 47 h 83"/>
                <a:gd name="T32" fmla="*/ 17 w 86"/>
                <a:gd name="T33" fmla="*/ 47 h 83"/>
                <a:gd name="T34" fmla="*/ 17 w 86"/>
                <a:gd name="T35" fmla="*/ 69 h 83"/>
                <a:gd name="T36" fmla="*/ 50 w 86"/>
                <a:gd name="T37" fmla="*/ 69 h 83"/>
                <a:gd name="T38" fmla="*/ 67 w 86"/>
                <a:gd name="T39" fmla="*/ 5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" h="83">
                  <a:moveTo>
                    <a:pt x="86" y="59"/>
                  </a:moveTo>
                  <a:cubicBezTo>
                    <a:pt x="86" y="74"/>
                    <a:pt x="70" y="83"/>
                    <a:pt x="51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7" y="0"/>
                    <a:pt x="82" y="8"/>
                    <a:pt x="82" y="23"/>
                  </a:cubicBezTo>
                  <a:cubicBezTo>
                    <a:pt x="82" y="31"/>
                    <a:pt x="77" y="37"/>
                    <a:pt x="69" y="40"/>
                  </a:cubicBezTo>
                  <a:cubicBezTo>
                    <a:pt x="79" y="43"/>
                    <a:pt x="86" y="49"/>
                    <a:pt x="86" y="59"/>
                  </a:cubicBezTo>
                  <a:close/>
                  <a:moveTo>
                    <a:pt x="17" y="13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57" y="34"/>
                    <a:pt x="63" y="31"/>
                    <a:pt x="63" y="24"/>
                  </a:cubicBezTo>
                  <a:cubicBezTo>
                    <a:pt x="63" y="17"/>
                    <a:pt x="57" y="13"/>
                    <a:pt x="46" y="13"/>
                  </a:cubicBezTo>
                  <a:lnTo>
                    <a:pt x="17" y="13"/>
                  </a:lnTo>
                  <a:close/>
                  <a:moveTo>
                    <a:pt x="67" y="58"/>
                  </a:moveTo>
                  <a:cubicBezTo>
                    <a:pt x="67" y="51"/>
                    <a:pt x="60" y="47"/>
                    <a:pt x="50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60" y="69"/>
                    <a:pt x="67" y="65"/>
                    <a:pt x="67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2160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B490557-990D-4B21-A4FD-E68CFD7FC7B4}"/>
              </a:ext>
            </a:extLst>
          </p:cNvPr>
          <p:cNvSpPr/>
          <p:nvPr userDrawn="1"/>
        </p:nvSpPr>
        <p:spPr>
          <a:xfrm>
            <a:off x="1" y="-1"/>
            <a:ext cx="4079875" cy="682128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1C87A7C-334E-47F6-8651-D61FB798D7C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72000 w 9144000"/>
              <a:gd name="connsiteY0" fmla="*/ 83718 h 5143500"/>
              <a:gd name="connsiteX1" fmla="*/ 72000 w 9144000"/>
              <a:gd name="connsiteY1" fmla="*/ 4952999 h 5143500"/>
              <a:gd name="connsiteX2" fmla="*/ 9072000 w 9144000"/>
              <a:gd name="connsiteY2" fmla="*/ 4952999 h 5143500"/>
              <a:gd name="connsiteX3" fmla="*/ 9072000 w 9144000"/>
              <a:gd name="connsiteY3" fmla="*/ 83718 h 5143500"/>
              <a:gd name="connsiteX4" fmla="*/ 0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5143500 h 5143500"/>
              <a:gd name="connsiteX7" fmla="*/ 0 w 914400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72000" y="83718"/>
                </a:moveTo>
                <a:lnTo>
                  <a:pt x="72000" y="4952999"/>
                </a:lnTo>
                <a:lnTo>
                  <a:pt x="9072000" y="4952999"/>
                </a:lnTo>
                <a:lnTo>
                  <a:pt x="9072000" y="83718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00" noProof="0"/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EC561E0D-4C42-4824-9101-38759BF393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2DF038-7029-3449-8866-CE137CB82B7D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82CA497-552C-4442-AEDA-176F2DF29F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F9FC11-689E-498F-8823-3C5AD59EC702}"/>
              </a:ext>
            </a:extLst>
          </p:cNvPr>
          <p:cNvSpPr/>
          <p:nvPr userDrawn="1"/>
        </p:nvSpPr>
        <p:spPr>
          <a:xfrm>
            <a:off x="3992723" y="2661666"/>
            <a:ext cx="174308" cy="1384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F8B36E8F-E80D-4C8D-8E92-EC59FED6BEB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4240" y="2419135"/>
            <a:ext cx="2420239" cy="186936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7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362C6A8A-D24E-4C18-897D-447D264F33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51800" y="3884739"/>
            <a:ext cx="7169613" cy="49244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307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Sub-title of the section</a:t>
            </a:r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DAB4D91C-EA0A-44DE-AA7F-E7F7AAA41E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1800" y="2334446"/>
            <a:ext cx="7169609" cy="1426031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lnSpc>
                <a:spcPts val="5200"/>
              </a:lnSpc>
              <a:defRPr sz="480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 noProof="0" dirty="0"/>
              <a:t>Name of the </a:t>
            </a:r>
            <a:br>
              <a:rPr lang="en-US" noProof="0" dirty="0"/>
            </a:br>
            <a:r>
              <a:rPr lang="en-US" noProof="0" dirty="0"/>
              <a:t>section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FF4831B4-D1FD-4636-8CAE-D01DD46E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9A5BC1B0-42E5-47CB-B27F-E70AFE565488}" type="datetime3">
              <a:rPr lang="en-US" smtClean="0"/>
              <a:t>3 November 2025</a:t>
            </a:fld>
            <a:endParaRPr lang="fr-FR" dirty="0"/>
          </a:p>
        </p:txBody>
      </p:sp>
      <p:grpSp>
        <p:nvGrpSpPr>
          <p:cNvPr id="21" name="Groupe 250">
            <a:extLst>
              <a:ext uri="{FF2B5EF4-FFF2-40B4-BE49-F238E27FC236}">
                <a16:creationId xmlns:a16="http://schemas.microsoft.com/office/drawing/2014/main" id="{BFEB1CE2-56A0-4E38-B7FA-C120469D262B}"/>
              </a:ext>
            </a:extLst>
          </p:cNvPr>
          <p:cNvGrpSpPr/>
          <p:nvPr userDrawn="1"/>
        </p:nvGrpSpPr>
        <p:grpSpPr>
          <a:xfrm>
            <a:off x="5456917" y="6670035"/>
            <a:ext cx="1278167" cy="125311"/>
            <a:chOff x="5629458" y="3655836"/>
            <a:chExt cx="2227432" cy="218376"/>
          </a:xfrm>
          <a:solidFill>
            <a:srgbClr val="5E6A71"/>
          </a:solidFill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3EC90EB7-179B-4A45-81AD-E7398FD57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975" y="3775689"/>
              <a:ext cx="61958" cy="55864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Rectangle 6">
              <a:extLst>
                <a:ext uri="{FF2B5EF4-FFF2-40B4-BE49-F238E27FC236}">
                  <a16:creationId xmlns:a16="http://schemas.microsoft.com/office/drawing/2014/main" id="{31982580-C76F-4D78-B854-9EBBB03D62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662" y="3849835"/>
              <a:ext cx="284396" cy="2437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FC64C46E-711F-4A42-AFEA-C99D5F9A4B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1195" y="3655836"/>
              <a:ext cx="77193" cy="62973"/>
            </a:xfrm>
            <a:custGeom>
              <a:avLst/>
              <a:gdLst>
                <a:gd name="T0" fmla="*/ 66 w 66"/>
                <a:gd name="T1" fmla="*/ 25 h 53"/>
                <a:gd name="T2" fmla="*/ 19 w 66"/>
                <a:gd name="T3" fmla="*/ 50 h 53"/>
                <a:gd name="T4" fmla="*/ 7 w 66"/>
                <a:gd name="T5" fmla="*/ 48 h 53"/>
                <a:gd name="T6" fmla="*/ 0 w 66"/>
                <a:gd name="T7" fmla="*/ 31 h 53"/>
                <a:gd name="T8" fmla="*/ 8 w 66"/>
                <a:gd name="T9" fmla="*/ 31 h 53"/>
                <a:gd name="T10" fmla="*/ 66 w 66"/>
                <a:gd name="T11" fmla="*/ 0 h 53"/>
                <a:gd name="T12" fmla="*/ 66 w 66"/>
                <a:gd name="T13" fmla="*/ 2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53">
                  <a:moveTo>
                    <a:pt x="66" y="25"/>
                  </a:moveTo>
                  <a:cubicBezTo>
                    <a:pt x="66" y="25"/>
                    <a:pt x="28" y="47"/>
                    <a:pt x="19" y="50"/>
                  </a:cubicBezTo>
                  <a:cubicBezTo>
                    <a:pt x="11" y="53"/>
                    <a:pt x="8" y="49"/>
                    <a:pt x="7" y="48"/>
                  </a:cubicBezTo>
                  <a:cubicBezTo>
                    <a:pt x="4" y="44"/>
                    <a:pt x="1" y="33"/>
                    <a:pt x="0" y="31"/>
                  </a:cubicBezTo>
                  <a:cubicBezTo>
                    <a:pt x="1" y="31"/>
                    <a:pt x="3" y="32"/>
                    <a:pt x="8" y="31"/>
                  </a:cubicBezTo>
                  <a:cubicBezTo>
                    <a:pt x="13" y="29"/>
                    <a:pt x="66" y="0"/>
                    <a:pt x="66" y="0"/>
                  </a:cubicBezTo>
                  <a:cubicBezTo>
                    <a:pt x="66" y="25"/>
                    <a:pt x="66" y="25"/>
                    <a:pt x="66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9F10EC69-256E-4CB6-9393-B3AEBDF713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458" y="3669040"/>
              <a:ext cx="318930" cy="18384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051B7F68-0F32-40D4-A0F1-86005F003F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3550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5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7C1B1600-A605-47B7-8536-BAF999D8EF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8481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1A0EB4C7-5316-49B7-920A-13072B704E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4271" y="3696464"/>
              <a:ext cx="90398" cy="126963"/>
            </a:xfrm>
            <a:custGeom>
              <a:avLst/>
              <a:gdLst>
                <a:gd name="T0" fmla="*/ 0 w 77"/>
                <a:gd name="T1" fmla="*/ 83 h 107"/>
                <a:gd name="T2" fmla="*/ 0 w 77"/>
                <a:gd name="T3" fmla="*/ 24 h 107"/>
                <a:gd name="T4" fmla="*/ 75 w 77"/>
                <a:gd name="T5" fmla="*/ 24 h 107"/>
                <a:gd name="T6" fmla="*/ 75 w 77"/>
                <a:gd name="T7" fmla="*/ 37 h 107"/>
                <a:gd name="T8" fmla="*/ 18 w 77"/>
                <a:gd name="T9" fmla="*/ 37 h 107"/>
                <a:gd name="T10" fmla="*/ 18 w 77"/>
                <a:gd name="T11" fmla="*/ 57 h 107"/>
                <a:gd name="T12" fmla="*/ 70 w 77"/>
                <a:gd name="T13" fmla="*/ 57 h 107"/>
                <a:gd name="T14" fmla="*/ 70 w 77"/>
                <a:gd name="T15" fmla="*/ 70 h 107"/>
                <a:gd name="T16" fmla="*/ 18 w 77"/>
                <a:gd name="T17" fmla="*/ 70 h 107"/>
                <a:gd name="T18" fmla="*/ 18 w 77"/>
                <a:gd name="T19" fmla="*/ 83 h 107"/>
                <a:gd name="T20" fmla="*/ 28 w 77"/>
                <a:gd name="T21" fmla="*/ 93 h 107"/>
                <a:gd name="T22" fmla="*/ 77 w 77"/>
                <a:gd name="T23" fmla="*/ 93 h 107"/>
                <a:gd name="T24" fmla="*/ 77 w 77"/>
                <a:gd name="T25" fmla="*/ 107 h 107"/>
                <a:gd name="T26" fmla="*/ 24 w 77"/>
                <a:gd name="T27" fmla="*/ 107 h 107"/>
                <a:gd name="T28" fmla="*/ 0 w 77"/>
                <a:gd name="T29" fmla="*/ 83 h 107"/>
                <a:gd name="T30" fmla="*/ 57 w 77"/>
                <a:gd name="T31" fmla="*/ 0 h 107"/>
                <a:gd name="T32" fmla="*/ 43 w 77"/>
                <a:gd name="T33" fmla="*/ 15 h 107"/>
                <a:gd name="T34" fmla="*/ 28 w 77"/>
                <a:gd name="T35" fmla="*/ 15 h 107"/>
                <a:gd name="T36" fmla="*/ 39 w 77"/>
                <a:gd name="T37" fmla="*/ 0 h 107"/>
                <a:gd name="T38" fmla="*/ 57 w 77"/>
                <a:gd name="T39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" h="107">
                  <a:moveTo>
                    <a:pt x="0" y="83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90"/>
                    <a:pt x="21" y="93"/>
                    <a:pt x="28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107"/>
                    <a:pt x="77" y="107"/>
                    <a:pt x="77" y="107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9" y="107"/>
                    <a:pt x="0" y="98"/>
                    <a:pt x="0" y="83"/>
                  </a:cubicBezTo>
                  <a:close/>
                  <a:moveTo>
                    <a:pt x="57" y="0"/>
                  </a:moveTo>
                  <a:cubicBezTo>
                    <a:pt x="43" y="15"/>
                    <a:pt x="43" y="15"/>
                    <a:pt x="43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9" y="0"/>
                    <a:pt x="39" y="0"/>
                    <a:pt x="39" y="0"/>
                  </a:cubicBez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FA2CEAC8-D21D-4654-BB4A-9E0F20F142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7014" y="3724904"/>
              <a:ext cx="105633" cy="98523"/>
            </a:xfrm>
            <a:custGeom>
              <a:avLst/>
              <a:gdLst>
                <a:gd name="T0" fmla="*/ 0 w 90"/>
                <a:gd name="T1" fmla="*/ 0 h 83"/>
                <a:gd name="T2" fmla="*/ 37 w 90"/>
                <a:gd name="T3" fmla="*/ 0 h 83"/>
                <a:gd name="T4" fmla="*/ 90 w 90"/>
                <a:gd name="T5" fmla="*/ 41 h 83"/>
                <a:gd name="T6" fmla="*/ 37 w 90"/>
                <a:gd name="T7" fmla="*/ 83 h 83"/>
                <a:gd name="T8" fmla="*/ 0 w 90"/>
                <a:gd name="T9" fmla="*/ 83 h 83"/>
                <a:gd name="T10" fmla="*/ 0 w 90"/>
                <a:gd name="T11" fmla="*/ 0 h 83"/>
                <a:gd name="T12" fmla="*/ 38 w 90"/>
                <a:gd name="T13" fmla="*/ 69 h 83"/>
                <a:gd name="T14" fmla="*/ 71 w 90"/>
                <a:gd name="T15" fmla="*/ 41 h 83"/>
                <a:gd name="T16" fmla="*/ 38 w 90"/>
                <a:gd name="T17" fmla="*/ 13 h 83"/>
                <a:gd name="T18" fmla="*/ 17 w 90"/>
                <a:gd name="T19" fmla="*/ 13 h 83"/>
                <a:gd name="T20" fmla="*/ 17 w 90"/>
                <a:gd name="T21" fmla="*/ 69 h 83"/>
                <a:gd name="T22" fmla="*/ 38 w 90"/>
                <a:gd name="T23" fmla="*/ 6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3">
                  <a:moveTo>
                    <a:pt x="0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69" y="0"/>
                    <a:pt x="90" y="17"/>
                    <a:pt x="90" y="41"/>
                  </a:cubicBezTo>
                  <a:cubicBezTo>
                    <a:pt x="90" y="66"/>
                    <a:pt x="69" y="83"/>
                    <a:pt x="3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38" y="69"/>
                  </a:moveTo>
                  <a:cubicBezTo>
                    <a:pt x="58" y="69"/>
                    <a:pt x="71" y="58"/>
                    <a:pt x="71" y="41"/>
                  </a:cubicBezTo>
                  <a:cubicBezTo>
                    <a:pt x="71" y="25"/>
                    <a:pt x="58" y="13"/>
                    <a:pt x="3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69"/>
                    <a:pt x="17" y="69"/>
                    <a:pt x="17" y="69"/>
                  </a:cubicBezTo>
                  <a:lnTo>
                    <a:pt x="38" y="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2" name="Rectangle 13">
              <a:extLst>
                <a:ext uri="{FF2B5EF4-FFF2-40B4-BE49-F238E27FC236}">
                  <a16:creationId xmlns:a16="http://schemas.microsoft.com/office/drawing/2014/main" id="{384513BE-83D5-402C-AAD0-0450FE6BD4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929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3" name="Freeform 14">
              <a:extLst>
                <a:ext uri="{FF2B5EF4-FFF2-40B4-BE49-F238E27FC236}">
                  <a16:creationId xmlns:a16="http://schemas.microsoft.com/office/drawing/2014/main" id="{18A06B7A-C5F1-41B4-B3A8-94C3F0B8E91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557" y="3724904"/>
              <a:ext cx="94460" cy="98523"/>
            </a:xfrm>
            <a:custGeom>
              <a:avLst/>
              <a:gdLst>
                <a:gd name="T0" fmla="*/ 0 w 93"/>
                <a:gd name="T1" fmla="*/ 15 h 97"/>
                <a:gd name="T2" fmla="*/ 0 w 93"/>
                <a:gd name="T3" fmla="*/ 0 h 97"/>
                <a:gd name="T4" fmla="*/ 93 w 93"/>
                <a:gd name="T5" fmla="*/ 0 h 97"/>
                <a:gd name="T6" fmla="*/ 93 w 93"/>
                <a:gd name="T7" fmla="*/ 15 h 97"/>
                <a:gd name="T8" fmla="*/ 56 w 93"/>
                <a:gd name="T9" fmla="*/ 15 h 97"/>
                <a:gd name="T10" fmla="*/ 56 w 93"/>
                <a:gd name="T11" fmla="*/ 97 h 97"/>
                <a:gd name="T12" fmla="*/ 36 w 93"/>
                <a:gd name="T13" fmla="*/ 97 h 97"/>
                <a:gd name="T14" fmla="*/ 36 w 93"/>
                <a:gd name="T15" fmla="*/ 15 h 97"/>
                <a:gd name="T16" fmla="*/ 0 w 93"/>
                <a:gd name="T17" fmla="*/ 1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97">
                  <a:moveTo>
                    <a:pt x="0" y="15"/>
                  </a:moveTo>
                  <a:lnTo>
                    <a:pt x="0" y="0"/>
                  </a:lnTo>
                  <a:lnTo>
                    <a:pt x="93" y="0"/>
                  </a:lnTo>
                  <a:lnTo>
                    <a:pt x="93" y="15"/>
                  </a:lnTo>
                  <a:lnTo>
                    <a:pt x="56" y="15"/>
                  </a:lnTo>
                  <a:lnTo>
                    <a:pt x="56" y="97"/>
                  </a:lnTo>
                  <a:lnTo>
                    <a:pt x="36" y="97"/>
                  </a:lnTo>
                  <a:lnTo>
                    <a:pt x="36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4" name="Freeform 15">
              <a:extLst>
                <a:ext uri="{FF2B5EF4-FFF2-40B4-BE49-F238E27FC236}">
                  <a16:creationId xmlns:a16="http://schemas.microsoft.com/office/drawing/2014/main" id="{C5C202FD-8B1F-457B-B1CF-FA0AFEC22C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70552" y="3724904"/>
              <a:ext cx="121884" cy="98523"/>
            </a:xfrm>
            <a:custGeom>
              <a:avLst/>
              <a:gdLst>
                <a:gd name="T0" fmla="*/ 85 w 120"/>
                <a:gd name="T1" fmla="*/ 73 h 97"/>
                <a:gd name="T2" fmla="*/ 32 w 120"/>
                <a:gd name="T3" fmla="*/ 73 h 97"/>
                <a:gd name="T4" fmla="*/ 21 w 120"/>
                <a:gd name="T5" fmla="*/ 97 h 97"/>
                <a:gd name="T6" fmla="*/ 0 w 120"/>
                <a:gd name="T7" fmla="*/ 97 h 97"/>
                <a:gd name="T8" fmla="*/ 50 w 120"/>
                <a:gd name="T9" fmla="*/ 0 h 97"/>
                <a:gd name="T10" fmla="*/ 70 w 120"/>
                <a:gd name="T11" fmla="*/ 0 h 97"/>
                <a:gd name="T12" fmla="*/ 120 w 120"/>
                <a:gd name="T13" fmla="*/ 97 h 97"/>
                <a:gd name="T14" fmla="*/ 97 w 120"/>
                <a:gd name="T15" fmla="*/ 97 h 97"/>
                <a:gd name="T16" fmla="*/ 85 w 120"/>
                <a:gd name="T17" fmla="*/ 73 h 97"/>
                <a:gd name="T18" fmla="*/ 77 w 120"/>
                <a:gd name="T19" fmla="*/ 58 h 97"/>
                <a:gd name="T20" fmla="*/ 59 w 120"/>
                <a:gd name="T21" fmla="*/ 20 h 97"/>
                <a:gd name="T22" fmla="*/ 40 w 120"/>
                <a:gd name="T23" fmla="*/ 58 h 97"/>
                <a:gd name="T24" fmla="*/ 77 w 120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7">
                  <a:moveTo>
                    <a:pt x="85" y="73"/>
                  </a:moveTo>
                  <a:lnTo>
                    <a:pt x="32" y="73"/>
                  </a:lnTo>
                  <a:lnTo>
                    <a:pt x="21" y="97"/>
                  </a:lnTo>
                  <a:lnTo>
                    <a:pt x="0" y="97"/>
                  </a:lnTo>
                  <a:lnTo>
                    <a:pt x="50" y="0"/>
                  </a:lnTo>
                  <a:lnTo>
                    <a:pt x="70" y="0"/>
                  </a:lnTo>
                  <a:lnTo>
                    <a:pt x="120" y="97"/>
                  </a:lnTo>
                  <a:lnTo>
                    <a:pt x="97" y="97"/>
                  </a:lnTo>
                  <a:lnTo>
                    <a:pt x="85" y="73"/>
                  </a:lnTo>
                  <a:close/>
                  <a:moveTo>
                    <a:pt x="77" y="58"/>
                  </a:moveTo>
                  <a:lnTo>
                    <a:pt x="59" y="20"/>
                  </a:lnTo>
                  <a:lnTo>
                    <a:pt x="40" y="58"/>
                  </a:lnTo>
                  <a:lnTo>
                    <a:pt x="77" y="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5" name="Freeform 16">
              <a:extLst>
                <a:ext uri="{FF2B5EF4-FFF2-40B4-BE49-F238E27FC236}">
                  <a16:creationId xmlns:a16="http://schemas.microsoft.com/office/drawing/2014/main" id="{67C50EEC-54E2-46C9-A0FD-20251527C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498" y="3723888"/>
              <a:ext cx="108680" cy="100555"/>
            </a:xfrm>
            <a:custGeom>
              <a:avLst/>
              <a:gdLst>
                <a:gd name="T0" fmla="*/ 52 w 93"/>
                <a:gd name="T1" fmla="*/ 0 h 85"/>
                <a:gd name="T2" fmla="*/ 89 w 93"/>
                <a:gd name="T3" fmla="*/ 11 h 85"/>
                <a:gd name="T4" fmla="*/ 80 w 93"/>
                <a:gd name="T5" fmla="*/ 22 h 85"/>
                <a:gd name="T6" fmla="*/ 53 w 93"/>
                <a:gd name="T7" fmla="*/ 12 h 85"/>
                <a:gd name="T8" fmla="*/ 18 w 93"/>
                <a:gd name="T9" fmla="*/ 42 h 85"/>
                <a:gd name="T10" fmla="*/ 52 w 93"/>
                <a:gd name="T11" fmla="*/ 72 h 85"/>
                <a:gd name="T12" fmla="*/ 76 w 93"/>
                <a:gd name="T13" fmla="*/ 66 h 85"/>
                <a:gd name="T14" fmla="*/ 76 w 93"/>
                <a:gd name="T15" fmla="*/ 50 h 85"/>
                <a:gd name="T16" fmla="*/ 51 w 93"/>
                <a:gd name="T17" fmla="*/ 50 h 85"/>
                <a:gd name="T18" fmla="*/ 51 w 93"/>
                <a:gd name="T19" fmla="*/ 37 h 85"/>
                <a:gd name="T20" fmla="*/ 93 w 93"/>
                <a:gd name="T21" fmla="*/ 37 h 85"/>
                <a:gd name="T22" fmla="*/ 93 w 93"/>
                <a:gd name="T23" fmla="*/ 72 h 85"/>
                <a:gd name="T24" fmla="*/ 52 w 93"/>
                <a:gd name="T25" fmla="*/ 85 h 85"/>
                <a:gd name="T26" fmla="*/ 0 w 93"/>
                <a:gd name="T27" fmla="*/ 42 h 85"/>
                <a:gd name="T28" fmla="*/ 52 w 93"/>
                <a:gd name="T2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4"/>
                    <a:pt x="18" y="42"/>
                  </a:cubicBezTo>
                  <a:cubicBezTo>
                    <a:pt x="18" y="59"/>
                    <a:pt x="32" y="72"/>
                    <a:pt x="52" y="72"/>
                  </a:cubicBezTo>
                  <a:cubicBezTo>
                    <a:pt x="61" y="72"/>
                    <a:pt x="70" y="70"/>
                    <a:pt x="76" y="66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3" y="72"/>
                    <a:pt x="93" y="72"/>
                    <a:pt x="93" y="72"/>
                  </a:cubicBezTo>
                  <a:cubicBezTo>
                    <a:pt x="83" y="79"/>
                    <a:pt x="69" y="85"/>
                    <a:pt x="52" y="85"/>
                  </a:cubicBezTo>
                  <a:cubicBezTo>
                    <a:pt x="21" y="85"/>
                    <a:pt x="0" y="67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6" name="Freeform 17">
              <a:extLst>
                <a:ext uri="{FF2B5EF4-FFF2-40B4-BE49-F238E27FC236}">
                  <a16:creationId xmlns:a16="http://schemas.microsoft.com/office/drawing/2014/main" id="{A328CB45-9AA5-4A7C-8888-9491E09A63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9555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7" name="Rectangle 18">
              <a:extLst>
                <a:ext uri="{FF2B5EF4-FFF2-40B4-BE49-F238E27FC236}">
                  <a16:creationId xmlns:a16="http://schemas.microsoft.com/office/drawing/2014/main" id="{3F533FBB-F35D-4ABA-B5F6-B0C5A9A37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9408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8" name="Freeform 19">
              <a:extLst>
                <a:ext uri="{FF2B5EF4-FFF2-40B4-BE49-F238E27FC236}">
                  <a16:creationId xmlns:a16="http://schemas.microsoft.com/office/drawing/2014/main" id="{F010761A-B524-4686-BFAE-184E4D9A959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2067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8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8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4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9" name="Freeform 20">
              <a:extLst>
                <a:ext uri="{FF2B5EF4-FFF2-40B4-BE49-F238E27FC236}">
                  <a16:creationId xmlns:a16="http://schemas.microsoft.com/office/drawing/2014/main" id="{49664762-7CCD-49AB-BCD0-EA6C1BBC39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1763" y="3723888"/>
              <a:ext cx="123915" cy="100555"/>
            </a:xfrm>
            <a:custGeom>
              <a:avLst/>
              <a:gdLst>
                <a:gd name="T0" fmla="*/ 0 w 105"/>
                <a:gd name="T1" fmla="*/ 42 h 85"/>
                <a:gd name="T2" fmla="*/ 52 w 105"/>
                <a:gd name="T3" fmla="*/ 0 h 85"/>
                <a:gd name="T4" fmla="*/ 105 w 105"/>
                <a:gd name="T5" fmla="*/ 42 h 85"/>
                <a:gd name="T6" fmla="*/ 52 w 105"/>
                <a:gd name="T7" fmla="*/ 85 h 85"/>
                <a:gd name="T8" fmla="*/ 0 w 105"/>
                <a:gd name="T9" fmla="*/ 42 h 85"/>
                <a:gd name="T10" fmla="*/ 19 w 105"/>
                <a:gd name="T11" fmla="*/ 42 h 85"/>
                <a:gd name="T12" fmla="*/ 52 w 105"/>
                <a:gd name="T13" fmla="*/ 72 h 85"/>
                <a:gd name="T14" fmla="*/ 86 w 105"/>
                <a:gd name="T15" fmla="*/ 42 h 85"/>
                <a:gd name="T16" fmla="*/ 52 w 105"/>
                <a:gd name="T17" fmla="*/ 12 h 85"/>
                <a:gd name="T18" fmla="*/ 19 w 105"/>
                <a:gd name="T19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" h="85">
                  <a:moveTo>
                    <a:pt x="0" y="42"/>
                  </a:moveTo>
                  <a:cubicBezTo>
                    <a:pt x="0" y="19"/>
                    <a:pt x="22" y="0"/>
                    <a:pt x="52" y="0"/>
                  </a:cubicBezTo>
                  <a:cubicBezTo>
                    <a:pt x="83" y="0"/>
                    <a:pt x="105" y="19"/>
                    <a:pt x="105" y="42"/>
                  </a:cubicBezTo>
                  <a:cubicBezTo>
                    <a:pt x="105" y="66"/>
                    <a:pt x="83" y="85"/>
                    <a:pt x="52" y="85"/>
                  </a:cubicBezTo>
                  <a:cubicBezTo>
                    <a:pt x="22" y="85"/>
                    <a:pt x="0" y="66"/>
                    <a:pt x="0" y="42"/>
                  </a:cubicBezTo>
                  <a:close/>
                  <a:moveTo>
                    <a:pt x="19" y="42"/>
                  </a:moveTo>
                  <a:cubicBezTo>
                    <a:pt x="19" y="59"/>
                    <a:pt x="32" y="72"/>
                    <a:pt x="52" y="72"/>
                  </a:cubicBezTo>
                  <a:cubicBezTo>
                    <a:pt x="72" y="72"/>
                    <a:pt x="86" y="59"/>
                    <a:pt x="86" y="42"/>
                  </a:cubicBezTo>
                  <a:cubicBezTo>
                    <a:pt x="86" y="26"/>
                    <a:pt x="72" y="12"/>
                    <a:pt x="52" y="12"/>
                  </a:cubicBezTo>
                  <a:cubicBezTo>
                    <a:pt x="32" y="12"/>
                    <a:pt x="19" y="26"/>
                    <a:pt x="19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0" name="Freeform 21">
              <a:extLst>
                <a:ext uri="{FF2B5EF4-FFF2-40B4-BE49-F238E27FC236}">
                  <a16:creationId xmlns:a16="http://schemas.microsoft.com/office/drawing/2014/main" id="{1932F476-8BBC-4B8A-AFBA-B3E0A44DB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1929" y="3724904"/>
              <a:ext cx="82272" cy="98523"/>
            </a:xfrm>
            <a:custGeom>
              <a:avLst/>
              <a:gdLst>
                <a:gd name="T0" fmla="*/ 0 w 81"/>
                <a:gd name="T1" fmla="*/ 0 h 97"/>
                <a:gd name="T2" fmla="*/ 20 w 81"/>
                <a:gd name="T3" fmla="*/ 0 h 97"/>
                <a:gd name="T4" fmla="*/ 20 w 81"/>
                <a:gd name="T5" fmla="*/ 81 h 97"/>
                <a:gd name="T6" fmla="*/ 81 w 81"/>
                <a:gd name="T7" fmla="*/ 81 h 97"/>
                <a:gd name="T8" fmla="*/ 81 w 81"/>
                <a:gd name="T9" fmla="*/ 97 h 97"/>
                <a:gd name="T10" fmla="*/ 0 w 81"/>
                <a:gd name="T11" fmla="*/ 97 h 97"/>
                <a:gd name="T12" fmla="*/ 0 w 81"/>
                <a:gd name="T13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97">
                  <a:moveTo>
                    <a:pt x="0" y="0"/>
                  </a:moveTo>
                  <a:lnTo>
                    <a:pt x="20" y="0"/>
                  </a:lnTo>
                  <a:lnTo>
                    <a:pt x="20" y="81"/>
                  </a:lnTo>
                  <a:lnTo>
                    <a:pt x="81" y="81"/>
                  </a:lnTo>
                  <a:lnTo>
                    <a:pt x="81" y="97"/>
                  </a:lnTo>
                  <a:lnTo>
                    <a:pt x="0" y="9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1" name="Freeform 22">
              <a:extLst>
                <a:ext uri="{FF2B5EF4-FFF2-40B4-BE49-F238E27FC236}">
                  <a16:creationId xmlns:a16="http://schemas.microsoft.com/office/drawing/2014/main" id="{C78E0B7F-AF6A-49DB-B1F7-58B2D1D5E3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4359" y="3724904"/>
              <a:ext cx="89382" cy="98523"/>
            </a:xfrm>
            <a:custGeom>
              <a:avLst/>
              <a:gdLst>
                <a:gd name="T0" fmla="*/ 0 w 76"/>
                <a:gd name="T1" fmla="*/ 59 h 83"/>
                <a:gd name="T2" fmla="*/ 0 w 76"/>
                <a:gd name="T3" fmla="*/ 0 h 83"/>
                <a:gd name="T4" fmla="*/ 75 w 76"/>
                <a:gd name="T5" fmla="*/ 0 h 83"/>
                <a:gd name="T6" fmla="*/ 75 w 76"/>
                <a:gd name="T7" fmla="*/ 13 h 83"/>
                <a:gd name="T8" fmla="*/ 18 w 76"/>
                <a:gd name="T9" fmla="*/ 13 h 83"/>
                <a:gd name="T10" fmla="*/ 18 w 76"/>
                <a:gd name="T11" fmla="*/ 33 h 83"/>
                <a:gd name="T12" fmla="*/ 70 w 76"/>
                <a:gd name="T13" fmla="*/ 33 h 83"/>
                <a:gd name="T14" fmla="*/ 70 w 76"/>
                <a:gd name="T15" fmla="*/ 46 h 83"/>
                <a:gd name="T16" fmla="*/ 18 w 76"/>
                <a:gd name="T17" fmla="*/ 46 h 83"/>
                <a:gd name="T18" fmla="*/ 18 w 76"/>
                <a:gd name="T19" fmla="*/ 59 h 83"/>
                <a:gd name="T20" fmla="*/ 28 w 76"/>
                <a:gd name="T21" fmla="*/ 69 h 83"/>
                <a:gd name="T22" fmla="*/ 76 w 76"/>
                <a:gd name="T23" fmla="*/ 69 h 83"/>
                <a:gd name="T24" fmla="*/ 76 w 76"/>
                <a:gd name="T25" fmla="*/ 83 h 83"/>
                <a:gd name="T26" fmla="*/ 24 w 76"/>
                <a:gd name="T27" fmla="*/ 83 h 83"/>
                <a:gd name="T28" fmla="*/ 0 w 76"/>
                <a:gd name="T29" fmla="*/ 5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83">
                  <a:moveTo>
                    <a:pt x="0" y="5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66"/>
                    <a:pt x="21" y="69"/>
                    <a:pt x="28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9" y="83"/>
                    <a:pt x="0" y="74"/>
                    <a:pt x="0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2" name="Freeform 23">
              <a:extLst>
                <a:ext uri="{FF2B5EF4-FFF2-40B4-BE49-F238E27FC236}">
                  <a16:creationId xmlns:a16="http://schemas.microsoft.com/office/drawing/2014/main" id="{59B5F537-A251-4B7D-A9F2-5EB4D8EFC3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2651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5"/>
                    <a:pt x="18" y="42"/>
                  </a:cubicBezTo>
                  <a:cubicBezTo>
                    <a:pt x="18" y="60"/>
                    <a:pt x="34" y="72"/>
                    <a:pt x="53" y="72"/>
                  </a:cubicBezTo>
                  <a:cubicBezTo>
                    <a:pt x="65" y="72"/>
                    <a:pt x="73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3" name="Rectangle 24">
              <a:extLst>
                <a:ext uri="{FF2B5EF4-FFF2-40B4-BE49-F238E27FC236}">
                  <a16:creationId xmlns:a16="http://schemas.microsoft.com/office/drawing/2014/main" id="{56D0AFEE-1FFE-4C21-8E67-393858886B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6566" y="3724904"/>
              <a:ext cx="20314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4" name="Freeform 25">
              <a:extLst>
                <a:ext uri="{FF2B5EF4-FFF2-40B4-BE49-F238E27FC236}">
                  <a16:creationId xmlns:a16="http://schemas.microsoft.com/office/drawing/2014/main" id="{6C1A1E50-F956-4E4D-9044-256272EF58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6335" y="3724904"/>
              <a:ext cx="100555" cy="98523"/>
            </a:xfrm>
            <a:custGeom>
              <a:avLst/>
              <a:gdLst>
                <a:gd name="T0" fmla="*/ 86 w 86"/>
                <a:gd name="T1" fmla="*/ 59 h 83"/>
                <a:gd name="T2" fmla="*/ 51 w 86"/>
                <a:gd name="T3" fmla="*/ 83 h 83"/>
                <a:gd name="T4" fmla="*/ 0 w 86"/>
                <a:gd name="T5" fmla="*/ 83 h 83"/>
                <a:gd name="T6" fmla="*/ 0 w 86"/>
                <a:gd name="T7" fmla="*/ 0 h 83"/>
                <a:gd name="T8" fmla="*/ 48 w 86"/>
                <a:gd name="T9" fmla="*/ 0 h 83"/>
                <a:gd name="T10" fmla="*/ 82 w 86"/>
                <a:gd name="T11" fmla="*/ 23 h 83"/>
                <a:gd name="T12" fmla="*/ 69 w 86"/>
                <a:gd name="T13" fmla="*/ 40 h 83"/>
                <a:gd name="T14" fmla="*/ 86 w 86"/>
                <a:gd name="T15" fmla="*/ 59 h 83"/>
                <a:gd name="T16" fmla="*/ 17 w 86"/>
                <a:gd name="T17" fmla="*/ 13 h 83"/>
                <a:gd name="T18" fmla="*/ 17 w 86"/>
                <a:gd name="T19" fmla="*/ 34 h 83"/>
                <a:gd name="T20" fmla="*/ 47 w 86"/>
                <a:gd name="T21" fmla="*/ 34 h 83"/>
                <a:gd name="T22" fmla="*/ 63 w 86"/>
                <a:gd name="T23" fmla="*/ 24 h 83"/>
                <a:gd name="T24" fmla="*/ 46 w 86"/>
                <a:gd name="T25" fmla="*/ 13 h 83"/>
                <a:gd name="T26" fmla="*/ 17 w 86"/>
                <a:gd name="T27" fmla="*/ 13 h 83"/>
                <a:gd name="T28" fmla="*/ 67 w 86"/>
                <a:gd name="T29" fmla="*/ 58 h 83"/>
                <a:gd name="T30" fmla="*/ 50 w 86"/>
                <a:gd name="T31" fmla="*/ 47 h 83"/>
                <a:gd name="T32" fmla="*/ 17 w 86"/>
                <a:gd name="T33" fmla="*/ 47 h 83"/>
                <a:gd name="T34" fmla="*/ 17 w 86"/>
                <a:gd name="T35" fmla="*/ 69 h 83"/>
                <a:gd name="T36" fmla="*/ 50 w 86"/>
                <a:gd name="T37" fmla="*/ 69 h 83"/>
                <a:gd name="T38" fmla="*/ 67 w 86"/>
                <a:gd name="T39" fmla="*/ 5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" h="83">
                  <a:moveTo>
                    <a:pt x="86" y="59"/>
                  </a:moveTo>
                  <a:cubicBezTo>
                    <a:pt x="86" y="74"/>
                    <a:pt x="70" y="83"/>
                    <a:pt x="51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7" y="0"/>
                    <a:pt x="82" y="8"/>
                    <a:pt x="82" y="23"/>
                  </a:cubicBezTo>
                  <a:cubicBezTo>
                    <a:pt x="82" y="31"/>
                    <a:pt x="77" y="37"/>
                    <a:pt x="69" y="40"/>
                  </a:cubicBezTo>
                  <a:cubicBezTo>
                    <a:pt x="79" y="43"/>
                    <a:pt x="86" y="49"/>
                    <a:pt x="86" y="59"/>
                  </a:cubicBezTo>
                  <a:close/>
                  <a:moveTo>
                    <a:pt x="17" y="13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57" y="34"/>
                    <a:pt x="63" y="31"/>
                    <a:pt x="63" y="24"/>
                  </a:cubicBezTo>
                  <a:cubicBezTo>
                    <a:pt x="63" y="17"/>
                    <a:pt x="57" y="13"/>
                    <a:pt x="46" y="13"/>
                  </a:cubicBezTo>
                  <a:lnTo>
                    <a:pt x="17" y="13"/>
                  </a:lnTo>
                  <a:close/>
                  <a:moveTo>
                    <a:pt x="67" y="58"/>
                  </a:moveTo>
                  <a:cubicBezTo>
                    <a:pt x="67" y="51"/>
                    <a:pt x="60" y="47"/>
                    <a:pt x="50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60" y="69"/>
                    <a:pt x="67" y="65"/>
                    <a:pt x="67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3628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only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BCF5F30-D370-4466-83E8-53B40DAB5648}"/>
              </a:ext>
            </a:extLst>
          </p:cNvPr>
          <p:cNvSpPr/>
          <p:nvPr userDrawn="1"/>
        </p:nvSpPr>
        <p:spPr>
          <a:xfrm>
            <a:off x="96000" y="111627"/>
            <a:ext cx="12000000" cy="6492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noProof="0"/>
          </a:p>
        </p:txBody>
      </p:sp>
      <p:sp>
        <p:nvSpPr>
          <p:cNvPr id="45" name="Title 13">
            <a:extLst>
              <a:ext uri="{FF2B5EF4-FFF2-40B4-BE49-F238E27FC236}">
                <a16:creationId xmlns:a16="http://schemas.microsoft.com/office/drawing/2014/main" id="{D112AC07-9248-4648-9D69-E1265AB203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322" y="285056"/>
            <a:ext cx="10523797" cy="430887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28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This is the slide title 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834DC8F-613D-4859-A3A8-E4922C00C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F48B74-4844-FE45-8BA6-B99E24FC9BC1}"/>
              </a:ext>
            </a:extLst>
          </p:cNvPr>
          <p:cNvSpPr/>
          <p:nvPr userDrawn="1"/>
        </p:nvSpPr>
        <p:spPr>
          <a:xfrm>
            <a:off x="610311" y="835591"/>
            <a:ext cx="823380" cy="99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2BD2B7-E7E9-B445-B014-AD9C0F2DC5B2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6CBB92F-EC65-8E45-8334-B8F2CFA64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5C9AA5E-1451-479D-B89E-DA0D8962BC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0308" y="1221992"/>
            <a:ext cx="10523797" cy="5064508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defRPr sz="14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10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75D78C6-8F05-45B3-A71F-4BE65A039C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E7277EE5-8FA1-4ED9-BBA9-E7B030279BC1}" type="datetime3">
              <a:rPr lang="en-US" smtClean="0"/>
              <a:t>3 November 2025</a:t>
            </a:fld>
            <a:endParaRPr lang="fr-FR" dirty="0"/>
          </a:p>
        </p:txBody>
      </p:sp>
      <p:grpSp>
        <p:nvGrpSpPr>
          <p:cNvPr id="16" name="Groupe 250">
            <a:extLst>
              <a:ext uri="{FF2B5EF4-FFF2-40B4-BE49-F238E27FC236}">
                <a16:creationId xmlns:a16="http://schemas.microsoft.com/office/drawing/2014/main" id="{24DCC69F-D988-4E24-948F-FEDCA304561E}"/>
              </a:ext>
            </a:extLst>
          </p:cNvPr>
          <p:cNvGrpSpPr/>
          <p:nvPr userDrawn="1"/>
        </p:nvGrpSpPr>
        <p:grpSpPr>
          <a:xfrm>
            <a:off x="5456917" y="6670035"/>
            <a:ext cx="1278167" cy="125311"/>
            <a:chOff x="5629458" y="3655836"/>
            <a:chExt cx="2227432" cy="218376"/>
          </a:xfrm>
          <a:solidFill>
            <a:srgbClr val="5E6A71"/>
          </a:solidFill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8BA58EC0-3743-4C8F-88F0-E1414E35C4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975" y="3775689"/>
              <a:ext cx="61958" cy="55864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8" name="Rectangle 6">
              <a:extLst>
                <a:ext uri="{FF2B5EF4-FFF2-40B4-BE49-F238E27FC236}">
                  <a16:creationId xmlns:a16="http://schemas.microsoft.com/office/drawing/2014/main" id="{153E71CD-EF87-4A10-BF3B-6818BD109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662" y="3849835"/>
              <a:ext cx="284396" cy="2437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FE8A1A4A-89B4-4192-B0DD-BF2F3CE4F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1195" y="3655836"/>
              <a:ext cx="77193" cy="62973"/>
            </a:xfrm>
            <a:custGeom>
              <a:avLst/>
              <a:gdLst>
                <a:gd name="T0" fmla="*/ 66 w 66"/>
                <a:gd name="T1" fmla="*/ 25 h 53"/>
                <a:gd name="T2" fmla="*/ 19 w 66"/>
                <a:gd name="T3" fmla="*/ 50 h 53"/>
                <a:gd name="T4" fmla="*/ 7 w 66"/>
                <a:gd name="T5" fmla="*/ 48 h 53"/>
                <a:gd name="T6" fmla="*/ 0 w 66"/>
                <a:gd name="T7" fmla="*/ 31 h 53"/>
                <a:gd name="T8" fmla="*/ 8 w 66"/>
                <a:gd name="T9" fmla="*/ 31 h 53"/>
                <a:gd name="T10" fmla="*/ 66 w 66"/>
                <a:gd name="T11" fmla="*/ 0 h 53"/>
                <a:gd name="T12" fmla="*/ 66 w 66"/>
                <a:gd name="T13" fmla="*/ 2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53">
                  <a:moveTo>
                    <a:pt x="66" y="25"/>
                  </a:moveTo>
                  <a:cubicBezTo>
                    <a:pt x="66" y="25"/>
                    <a:pt x="28" y="47"/>
                    <a:pt x="19" y="50"/>
                  </a:cubicBezTo>
                  <a:cubicBezTo>
                    <a:pt x="11" y="53"/>
                    <a:pt x="8" y="49"/>
                    <a:pt x="7" y="48"/>
                  </a:cubicBezTo>
                  <a:cubicBezTo>
                    <a:pt x="4" y="44"/>
                    <a:pt x="1" y="33"/>
                    <a:pt x="0" y="31"/>
                  </a:cubicBezTo>
                  <a:cubicBezTo>
                    <a:pt x="1" y="31"/>
                    <a:pt x="3" y="32"/>
                    <a:pt x="8" y="31"/>
                  </a:cubicBezTo>
                  <a:cubicBezTo>
                    <a:pt x="13" y="29"/>
                    <a:pt x="66" y="0"/>
                    <a:pt x="66" y="0"/>
                  </a:cubicBezTo>
                  <a:cubicBezTo>
                    <a:pt x="66" y="25"/>
                    <a:pt x="66" y="25"/>
                    <a:pt x="66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F895FAE5-ADB3-45C2-A691-98678973265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458" y="3669040"/>
              <a:ext cx="318930" cy="18384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03D79565-203B-4327-8318-3A7C33134A1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3550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5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6A911F93-5D67-48F5-BE90-7BC85D2C9A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8481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B5A5E6B-73F9-4442-846A-D8B8C6CC53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4271" y="3696464"/>
              <a:ext cx="90398" cy="126963"/>
            </a:xfrm>
            <a:custGeom>
              <a:avLst/>
              <a:gdLst>
                <a:gd name="T0" fmla="*/ 0 w 77"/>
                <a:gd name="T1" fmla="*/ 83 h 107"/>
                <a:gd name="T2" fmla="*/ 0 w 77"/>
                <a:gd name="T3" fmla="*/ 24 h 107"/>
                <a:gd name="T4" fmla="*/ 75 w 77"/>
                <a:gd name="T5" fmla="*/ 24 h 107"/>
                <a:gd name="T6" fmla="*/ 75 w 77"/>
                <a:gd name="T7" fmla="*/ 37 h 107"/>
                <a:gd name="T8" fmla="*/ 18 w 77"/>
                <a:gd name="T9" fmla="*/ 37 h 107"/>
                <a:gd name="T10" fmla="*/ 18 w 77"/>
                <a:gd name="T11" fmla="*/ 57 h 107"/>
                <a:gd name="T12" fmla="*/ 70 w 77"/>
                <a:gd name="T13" fmla="*/ 57 h 107"/>
                <a:gd name="T14" fmla="*/ 70 w 77"/>
                <a:gd name="T15" fmla="*/ 70 h 107"/>
                <a:gd name="T16" fmla="*/ 18 w 77"/>
                <a:gd name="T17" fmla="*/ 70 h 107"/>
                <a:gd name="T18" fmla="*/ 18 w 77"/>
                <a:gd name="T19" fmla="*/ 83 h 107"/>
                <a:gd name="T20" fmla="*/ 28 w 77"/>
                <a:gd name="T21" fmla="*/ 93 h 107"/>
                <a:gd name="T22" fmla="*/ 77 w 77"/>
                <a:gd name="T23" fmla="*/ 93 h 107"/>
                <a:gd name="T24" fmla="*/ 77 w 77"/>
                <a:gd name="T25" fmla="*/ 107 h 107"/>
                <a:gd name="T26" fmla="*/ 24 w 77"/>
                <a:gd name="T27" fmla="*/ 107 h 107"/>
                <a:gd name="T28" fmla="*/ 0 w 77"/>
                <a:gd name="T29" fmla="*/ 83 h 107"/>
                <a:gd name="T30" fmla="*/ 57 w 77"/>
                <a:gd name="T31" fmla="*/ 0 h 107"/>
                <a:gd name="T32" fmla="*/ 43 w 77"/>
                <a:gd name="T33" fmla="*/ 15 h 107"/>
                <a:gd name="T34" fmla="*/ 28 w 77"/>
                <a:gd name="T35" fmla="*/ 15 h 107"/>
                <a:gd name="T36" fmla="*/ 39 w 77"/>
                <a:gd name="T37" fmla="*/ 0 h 107"/>
                <a:gd name="T38" fmla="*/ 57 w 77"/>
                <a:gd name="T39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" h="107">
                  <a:moveTo>
                    <a:pt x="0" y="83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90"/>
                    <a:pt x="21" y="93"/>
                    <a:pt x="28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107"/>
                    <a:pt x="77" y="107"/>
                    <a:pt x="77" y="107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9" y="107"/>
                    <a:pt x="0" y="98"/>
                    <a:pt x="0" y="83"/>
                  </a:cubicBezTo>
                  <a:close/>
                  <a:moveTo>
                    <a:pt x="57" y="0"/>
                  </a:moveTo>
                  <a:cubicBezTo>
                    <a:pt x="43" y="15"/>
                    <a:pt x="43" y="15"/>
                    <a:pt x="43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9" y="0"/>
                    <a:pt x="39" y="0"/>
                    <a:pt x="39" y="0"/>
                  </a:cubicBez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605429F1-21AE-42B4-9B62-16FAE4DB5A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7014" y="3724904"/>
              <a:ext cx="105633" cy="98523"/>
            </a:xfrm>
            <a:custGeom>
              <a:avLst/>
              <a:gdLst>
                <a:gd name="T0" fmla="*/ 0 w 90"/>
                <a:gd name="T1" fmla="*/ 0 h 83"/>
                <a:gd name="T2" fmla="*/ 37 w 90"/>
                <a:gd name="T3" fmla="*/ 0 h 83"/>
                <a:gd name="T4" fmla="*/ 90 w 90"/>
                <a:gd name="T5" fmla="*/ 41 h 83"/>
                <a:gd name="T6" fmla="*/ 37 w 90"/>
                <a:gd name="T7" fmla="*/ 83 h 83"/>
                <a:gd name="T8" fmla="*/ 0 w 90"/>
                <a:gd name="T9" fmla="*/ 83 h 83"/>
                <a:gd name="T10" fmla="*/ 0 w 90"/>
                <a:gd name="T11" fmla="*/ 0 h 83"/>
                <a:gd name="T12" fmla="*/ 38 w 90"/>
                <a:gd name="T13" fmla="*/ 69 h 83"/>
                <a:gd name="T14" fmla="*/ 71 w 90"/>
                <a:gd name="T15" fmla="*/ 41 h 83"/>
                <a:gd name="T16" fmla="*/ 38 w 90"/>
                <a:gd name="T17" fmla="*/ 13 h 83"/>
                <a:gd name="T18" fmla="*/ 17 w 90"/>
                <a:gd name="T19" fmla="*/ 13 h 83"/>
                <a:gd name="T20" fmla="*/ 17 w 90"/>
                <a:gd name="T21" fmla="*/ 69 h 83"/>
                <a:gd name="T22" fmla="*/ 38 w 90"/>
                <a:gd name="T23" fmla="*/ 6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3">
                  <a:moveTo>
                    <a:pt x="0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69" y="0"/>
                    <a:pt x="90" y="17"/>
                    <a:pt x="90" y="41"/>
                  </a:cubicBezTo>
                  <a:cubicBezTo>
                    <a:pt x="90" y="66"/>
                    <a:pt x="69" y="83"/>
                    <a:pt x="3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38" y="69"/>
                  </a:moveTo>
                  <a:cubicBezTo>
                    <a:pt x="58" y="69"/>
                    <a:pt x="71" y="58"/>
                    <a:pt x="71" y="41"/>
                  </a:cubicBezTo>
                  <a:cubicBezTo>
                    <a:pt x="71" y="25"/>
                    <a:pt x="58" y="13"/>
                    <a:pt x="3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69"/>
                    <a:pt x="17" y="69"/>
                    <a:pt x="17" y="69"/>
                  </a:cubicBezTo>
                  <a:lnTo>
                    <a:pt x="38" y="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6" name="Rectangle 13">
              <a:extLst>
                <a:ext uri="{FF2B5EF4-FFF2-40B4-BE49-F238E27FC236}">
                  <a16:creationId xmlns:a16="http://schemas.microsoft.com/office/drawing/2014/main" id="{D8A0C73B-37BE-436A-9CD9-53AE92044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929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7" name="Freeform 14">
              <a:extLst>
                <a:ext uri="{FF2B5EF4-FFF2-40B4-BE49-F238E27FC236}">
                  <a16:creationId xmlns:a16="http://schemas.microsoft.com/office/drawing/2014/main" id="{BBD0629B-2B79-41D3-8126-C39578C31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557" y="3724904"/>
              <a:ext cx="94460" cy="98523"/>
            </a:xfrm>
            <a:custGeom>
              <a:avLst/>
              <a:gdLst>
                <a:gd name="T0" fmla="*/ 0 w 93"/>
                <a:gd name="T1" fmla="*/ 15 h 97"/>
                <a:gd name="T2" fmla="*/ 0 w 93"/>
                <a:gd name="T3" fmla="*/ 0 h 97"/>
                <a:gd name="T4" fmla="*/ 93 w 93"/>
                <a:gd name="T5" fmla="*/ 0 h 97"/>
                <a:gd name="T6" fmla="*/ 93 w 93"/>
                <a:gd name="T7" fmla="*/ 15 h 97"/>
                <a:gd name="T8" fmla="*/ 56 w 93"/>
                <a:gd name="T9" fmla="*/ 15 h 97"/>
                <a:gd name="T10" fmla="*/ 56 w 93"/>
                <a:gd name="T11" fmla="*/ 97 h 97"/>
                <a:gd name="T12" fmla="*/ 36 w 93"/>
                <a:gd name="T13" fmla="*/ 97 h 97"/>
                <a:gd name="T14" fmla="*/ 36 w 93"/>
                <a:gd name="T15" fmla="*/ 15 h 97"/>
                <a:gd name="T16" fmla="*/ 0 w 93"/>
                <a:gd name="T17" fmla="*/ 1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97">
                  <a:moveTo>
                    <a:pt x="0" y="15"/>
                  </a:moveTo>
                  <a:lnTo>
                    <a:pt x="0" y="0"/>
                  </a:lnTo>
                  <a:lnTo>
                    <a:pt x="93" y="0"/>
                  </a:lnTo>
                  <a:lnTo>
                    <a:pt x="93" y="15"/>
                  </a:lnTo>
                  <a:lnTo>
                    <a:pt x="56" y="15"/>
                  </a:lnTo>
                  <a:lnTo>
                    <a:pt x="56" y="97"/>
                  </a:lnTo>
                  <a:lnTo>
                    <a:pt x="36" y="97"/>
                  </a:lnTo>
                  <a:lnTo>
                    <a:pt x="36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8" name="Freeform 15">
              <a:extLst>
                <a:ext uri="{FF2B5EF4-FFF2-40B4-BE49-F238E27FC236}">
                  <a16:creationId xmlns:a16="http://schemas.microsoft.com/office/drawing/2014/main" id="{48EAA8B5-C32C-4D9B-B380-184B684B96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70552" y="3724904"/>
              <a:ext cx="121884" cy="98523"/>
            </a:xfrm>
            <a:custGeom>
              <a:avLst/>
              <a:gdLst>
                <a:gd name="T0" fmla="*/ 85 w 120"/>
                <a:gd name="T1" fmla="*/ 73 h 97"/>
                <a:gd name="T2" fmla="*/ 32 w 120"/>
                <a:gd name="T3" fmla="*/ 73 h 97"/>
                <a:gd name="T4" fmla="*/ 21 w 120"/>
                <a:gd name="T5" fmla="*/ 97 h 97"/>
                <a:gd name="T6" fmla="*/ 0 w 120"/>
                <a:gd name="T7" fmla="*/ 97 h 97"/>
                <a:gd name="T8" fmla="*/ 50 w 120"/>
                <a:gd name="T9" fmla="*/ 0 h 97"/>
                <a:gd name="T10" fmla="*/ 70 w 120"/>
                <a:gd name="T11" fmla="*/ 0 h 97"/>
                <a:gd name="T12" fmla="*/ 120 w 120"/>
                <a:gd name="T13" fmla="*/ 97 h 97"/>
                <a:gd name="T14" fmla="*/ 97 w 120"/>
                <a:gd name="T15" fmla="*/ 97 h 97"/>
                <a:gd name="T16" fmla="*/ 85 w 120"/>
                <a:gd name="T17" fmla="*/ 73 h 97"/>
                <a:gd name="T18" fmla="*/ 77 w 120"/>
                <a:gd name="T19" fmla="*/ 58 h 97"/>
                <a:gd name="T20" fmla="*/ 59 w 120"/>
                <a:gd name="T21" fmla="*/ 20 h 97"/>
                <a:gd name="T22" fmla="*/ 40 w 120"/>
                <a:gd name="T23" fmla="*/ 58 h 97"/>
                <a:gd name="T24" fmla="*/ 77 w 120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7">
                  <a:moveTo>
                    <a:pt x="85" y="73"/>
                  </a:moveTo>
                  <a:lnTo>
                    <a:pt x="32" y="73"/>
                  </a:lnTo>
                  <a:lnTo>
                    <a:pt x="21" y="97"/>
                  </a:lnTo>
                  <a:lnTo>
                    <a:pt x="0" y="97"/>
                  </a:lnTo>
                  <a:lnTo>
                    <a:pt x="50" y="0"/>
                  </a:lnTo>
                  <a:lnTo>
                    <a:pt x="70" y="0"/>
                  </a:lnTo>
                  <a:lnTo>
                    <a:pt x="120" y="97"/>
                  </a:lnTo>
                  <a:lnTo>
                    <a:pt x="97" y="97"/>
                  </a:lnTo>
                  <a:lnTo>
                    <a:pt x="85" y="73"/>
                  </a:lnTo>
                  <a:close/>
                  <a:moveTo>
                    <a:pt x="77" y="58"/>
                  </a:moveTo>
                  <a:lnTo>
                    <a:pt x="59" y="20"/>
                  </a:lnTo>
                  <a:lnTo>
                    <a:pt x="40" y="58"/>
                  </a:lnTo>
                  <a:lnTo>
                    <a:pt x="77" y="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9BFA028C-285E-4FA5-ACFE-4C61081A9F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498" y="3723888"/>
              <a:ext cx="108680" cy="100555"/>
            </a:xfrm>
            <a:custGeom>
              <a:avLst/>
              <a:gdLst>
                <a:gd name="T0" fmla="*/ 52 w 93"/>
                <a:gd name="T1" fmla="*/ 0 h 85"/>
                <a:gd name="T2" fmla="*/ 89 w 93"/>
                <a:gd name="T3" fmla="*/ 11 h 85"/>
                <a:gd name="T4" fmla="*/ 80 w 93"/>
                <a:gd name="T5" fmla="*/ 22 h 85"/>
                <a:gd name="T6" fmla="*/ 53 w 93"/>
                <a:gd name="T7" fmla="*/ 12 h 85"/>
                <a:gd name="T8" fmla="*/ 18 w 93"/>
                <a:gd name="T9" fmla="*/ 42 h 85"/>
                <a:gd name="T10" fmla="*/ 52 w 93"/>
                <a:gd name="T11" fmla="*/ 72 h 85"/>
                <a:gd name="T12" fmla="*/ 76 w 93"/>
                <a:gd name="T13" fmla="*/ 66 h 85"/>
                <a:gd name="T14" fmla="*/ 76 w 93"/>
                <a:gd name="T15" fmla="*/ 50 h 85"/>
                <a:gd name="T16" fmla="*/ 51 w 93"/>
                <a:gd name="T17" fmla="*/ 50 h 85"/>
                <a:gd name="T18" fmla="*/ 51 w 93"/>
                <a:gd name="T19" fmla="*/ 37 h 85"/>
                <a:gd name="T20" fmla="*/ 93 w 93"/>
                <a:gd name="T21" fmla="*/ 37 h 85"/>
                <a:gd name="T22" fmla="*/ 93 w 93"/>
                <a:gd name="T23" fmla="*/ 72 h 85"/>
                <a:gd name="T24" fmla="*/ 52 w 93"/>
                <a:gd name="T25" fmla="*/ 85 h 85"/>
                <a:gd name="T26" fmla="*/ 0 w 93"/>
                <a:gd name="T27" fmla="*/ 42 h 85"/>
                <a:gd name="T28" fmla="*/ 52 w 93"/>
                <a:gd name="T2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4"/>
                    <a:pt x="18" y="42"/>
                  </a:cubicBezTo>
                  <a:cubicBezTo>
                    <a:pt x="18" y="59"/>
                    <a:pt x="32" y="72"/>
                    <a:pt x="52" y="72"/>
                  </a:cubicBezTo>
                  <a:cubicBezTo>
                    <a:pt x="61" y="72"/>
                    <a:pt x="70" y="70"/>
                    <a:pt x="76" y="66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3" y="72"/>
                    <a:pt x="93" y="72"/>
                    <a:pt x="93" y="72"/>
                  </a:cubicBezTo>
                  <a:cubicBezTo>
                    <a:pt x="83" y="79"/>
                    <a:pt x="69" y="85"/>
                    <a:pt x="52" y="85"/>
                  </a:cubicBezTo>
                  <a:cubicBezTo>
                    <a:pt x="21" y="85"/>
                    <a:pt x="0" y="67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0" name="Freeform 17">
              <a:extLst>
                <a:ext uri="{FF2B5EF4-FFF2-40B4-BE49-F238E27FC236}">
                  <a16:creationId xmlns:a16="http://schemas.microsoft.com/office/drawing/2014/main" id="{5EB1D014-A989-4C8E-8A9E-00C42613BD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9555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1" name="Rectangle 18">
              <a:extLst>
                <a:ext uri="{FF2B5EF4-FFF2-40B4-BE49-F238E27FC236}">
                  <a16:creationId xmlns:a16="http://schemas.microsoft.com/office/drawing/2014/main" id="{2BD71131-C3C9-4965-BF65-A98DCDF51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9408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3" name="Freeform 19">
              <a:extLst>
                <a:ext uri="{FF2B5EF4-FFF2-40B4-BE49-F238E27FC236}">
                  <a16:creationId xmlns:a16="http://schemas.microsoft.com/office/drawing/2014/main" id="{AA77973C-34CF-4F8A-8821-91FFFE450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2067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8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8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4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4" name="Freeform 20">
              <a:extLst>
                <a:ext uri="{FF2B5EF4-FFF2-40B4-BE49-F238E27FC236}">
                  <a16:creationId xmlns:a16="http://schemas.microsoft.com/office/drawing/2014/main" id="{C0463A7F-2E8C-4C61-8753-5D8E940D4A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1763" y="3723888"/>
              <a:ext cx="123915" cy="100555"/>
            </a:xfrm>
            <a:custGeom>
              <a:avLst/>
              <a:gdLst>
                <a:gd name="T0" fmla="*/ 0 w 105"/>
                <a:gd name="T1" fmla="*/ 42 h 85"/>
                <a:gd name="T2" fmla="*/ 52 w 105"/>
                <a:gd name="T3" fmla="*/ 0 h 85"/>
                <a:gd name="T4" fmla="*/ 105 w 105"/>
                <a:gd name="T5" fmla="*/ 42 h 85"/>
                <a:gd name="T6" fmla="*/ 52 w 105"/>
                <a:gd name="T7" fmla="*/ 85 h 85"/>
                <a:gd name="T8" fmla="*/ 0 w 105"/>
                <a:gd name="T9" fmla="*/ 42 h 85"/>
                <a:gd name="T10" fmla="*/ 19 w 105"/>
                <a:gd name="T11" fmla="*/ 42 h 85"/>
                <a:gd name="T12" fmla="*/ 52 w 105"/>
                <a:gd name="T13" fmla="*/ 72 h 85"/>
                <a:gd name="T14" fmla="*/ 86 w 105"/>
                <a:gd name="T15" fmla="*/ 42 h 85"/>
                <a:gd name="T16" fmla="*/ 52 w 105"/>
                <a:gd name="T17" fmla="*/ 12 h 85"/>
                <a:gd name="T18" fmla="*/ 19 w 105"/>
                <a:gd name="T19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" h="85">
                  <a:moveTo>
                    <a:pt x="0" y="42"/>
                  </a:moveTo>
                  <a:cubicBezTo>
                    <a:pt x="0" y="19"/>
                    <a:pt x="22" y="0"/>
                    <a:pt x="52" y="0"/>
                  </a:cubicBezTo>
                  <a:cubicBezTo>
                    <a:pt x="83" y="0"/>
                    <a:pt x="105" y="19"/>
                    <a:pt x="105" y="42"/>
                  </a:cubicBezTo>
                  <a:cubicBezTo>
                    <a:pt x="105" y="66"/>
                    <a:pt x="83" y="85"/>
                    <a:pt x="52" y="85"/>
                  </a:cubicBezTo>
                  <a:cubicBezTo>
                    <a:pt x="22" y="85"/>
                    <a:pt x="0" y="66"/>
                    <a:pt x="0" y="42"/>
                  </a:cubicBezTo>
                  <a:close/>
                  <a:moveTo>
                    <a:pt x="19" y="42"/>
                  </a:moveTo>
                  <a:cubicBezTo>
                    <a:pt x="19" y="59"/>
                    <a:pt x="32" y="72"/>
                    <a:pt x="52" y="72"/>
                  </a:cubicBezTo>
                  <a:cubicBezTo>
                    <a:pt x="72" y="72"/>
                    <a:pt x="86" y="59"/>
                    <a:pt x="86" y="42"/>
                  </a:cubicBezTo>
                  <a:cubicBezTo>
                    <a:pt x="86" y="26"/>
                    <a:pt x="72" y="12"/>
                    <a:pt x="52" y="12"/>
                  </a:cubicBezTo>
                  <a:cubicBezTo>
                    <a:pt x="32" y="12"/>
                    <a:pt x="19" y="26"/>
                    <a:pt x="19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5" name="Freeform 21">
              <a:extLst>
                <a:ext uri="{FF2B5EF4-FFF2-40B4-BE49-F238E27FC236}">
                  <a16:creationId xmlns:a16="http://schemas.microsoft.com/office/drawing/2014/main" id="{D14DCABC-6A10-405E-98FC-12644DAA4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1929" y="3724904"/>
              <a:ext cx="82272" cy="98523"/>
            </a:xfrm>
            <a:custGeom>
              <a:avLst/>
              <a:gdLst>
                <a:gd name="T0" fmla="*/ 0 w 81"/>
                <a:gd name="T1" fmla="*/ 0 h 97"/>
                <a:gd name="T2" fmla="*/ 20 w 81"/>
                <a:gd name="T3" fmla="*/ 0 h 97"/>
                <a:gd name="T4" fmla="*/ 20 w 81"/>
                <a:gd name="T5" fmla="*/ 81 h 97"/>
                <a:gd name="T6" fmla="*/ 81 w 81"/>
                <a:gd name="T7" fmla="*/ 81 h 97"/>
                <a:gd name="T8" fmla="*/ 81 w 81"/>
                <a:gd name="T9" fmla="*/ 97 h 97"/>
                <a:gd name="T10" fmla="*/ 0 w 81"/>
                <a:gd name="T11" fmla="*/ 97 h 97"/>
                <a:gd name="T12" fmla="*/ 0 w 81"/>
                <a:gd name="T13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97">
                  <a:moveTo>
                    <a:pt x="0" y="0"/>
                  </a:moveTo>
                  <a:lnTo>
                    <a:pt x="20" y="0"/>
                  </a:lnTo>
                  <a:lnTo>
                    <a:pt x="20" y="81"/>
                  </a:lnTo>
                  <a:lnTo>
                    <a:pt x="81" y="81"/>
                  </a:lnTo>
                  <a:lnTo>
                    <a:pt x="81" y="97"/>
                  </a:lnTo>
                  <a:lnTo>
                    <a:pt x="0" y="9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6" name="Freeform 22">
              <a:extLst>
                <a:ext uri="{FF2B5EF4-FFF2-40B4-BE49-F238E27FC236}">
                  <a16:creationId xmlns:a16="http://schemas.microsoft.com/office/drawing/2014/main" id="{5524236E-EDAB-444F-AD4D-A962D7C368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4359" y="3724904"/>
              <a:ext cx="89382" cy="98523"/>
            </a:xfrm>
            <a:custGeom>
              <a:avLst/>
              <a:gdLst>
                <a:gd name="T0" fmla="*/ 0 w 76"/>
                <a:gd name="T1" fmla="*/ 59 h 83"/>
                <a:gd name="T2" fmla="*/ 0 w 76"/>
                <a:gd name="T3" fmla="*/ 0 h 83"/>
                <a:gd name="T4" fmla="*/ 75 w 76"/>
                <a:gd name="T5" fmla="*/ 0 h 83"/>
                <a:gd name="T6" fmla="*/ 75 w 76"/>
                <a:gd name="T7" fmla="*/ 13 h 83"/>
                <a:gd name="T8" fmla="*/ 18 w 76"/>
                <a:gd name="T9" fmla="*/ 13 h 83"/>
                <a:gd name="T10" fmla="*/ 18 w 76"/>
                <a:gd name="T11" fmla="*/ 33 h 83"/>
                <a:gd name="T12" fmla="*/ 70 w 76"/>
                <a:gd name="T13" fmla="*/ 33 h 83"/>
                <a:gd name="T14" fmla="*/ 70 w 76"/>
                <a:gd name="T15" fmla="*/ 46 h 83"/>
                <a:gd name="T16" fmla="*/ 18 w 76"/>
                <a:gd name="T17" fmla="*/ 46 h 83"/>
                <a:gd name="T18" fmla="*/ 18 w 76"/>
                <a:gd name="T19" fmla="*/ 59 h 83"/>
                <a:gd name="T20" fmla="*/ 28 w 76"/>
                <a:gd name="T21" fmla="*/ 69 h 83"/>
                <a:gd name="T22" fmla="*/ 76 w 76"/>
                <a:gd name="T23" fmla="*/ 69 h 83"/>
                <a:gd name="T24" fmla="*/ 76 w 76"/>
                <a:gd name="T25" fmla="*/ 83 h 83"/>
                <a:gd name="T26" fmla="*/ 24 w 76"/>
                <a:gd name="T27" fmla="*/ 83 h 83"/>
                <a:gd name="T28" fmla="*/ 0 w 76"/>
                <a:gd name="T29" fmla="*/ 5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83">
                  <a:moveTo>
                    <a:pt x="0" y="5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66"/>
                    <a:pt x="21" y="69"/>
                    <a:pt x="28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9" y="83"/>
                    <a:pt x="0" y="74"/>
                    <a:pt x="0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7" name="Freeform 23">
              <a:extLst>
                <a:ext uri="{FF2B5EF4-FFF2-40B4-BE49-F238E27FC236}">
                  <a16:creationId xmlns:a16="http://schemas.microsoft.com/office/drawing/2014/main" id="{0CCA513C-F18F-46F3-88E1-8CC6F6991E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2651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5"/>
                    <a:pt x="18" y="42"/>
                  </a:cubicBezTo>
                  <a:cubicBezTo>
                    <a:pt x="18" y="60"/>
                    <a:pt x="34" y="72"/>
                    <a:pt x="53" y="72"/>
                  </a:cubicBezTo>
                  <a:cubicBezTo>
                    <a:pt x="65" y="72"/>
                    <a:pt x="73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8" name="Rectangle 24">
              <a:extLst>
                <a:ext uri="{FF2B5EF4-FFF2-40B4-BE49-F238E27FC236}">
                  <a16:creationId xmlns:a16="http://schemas.microsoft.com/office/drawing/2014/main" id="{4C44B4C6-52DA-4414-9BC8-167E615A2F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6566" y="3724904"/>
              <a:ext cx="20314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6E0FAD21-7309-4710-B91B-DE1395C334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6335" y="3724904"/>
              <a:ext cx="100555" cy="98523"/>
            </a:xfrm>
            <a:custGeom>
              <a:avLst/>
              <a:gdLst>
                <a:gd name="T0" fmla="*/ 86 w 86"/>
                <a:gd name="T1" fmla="*/ 59 h 83"/>
                <a:gd name="T2" fmla="*/ 51 w 86"/>
                <a:gd name="T3" fmla="*/ 83 h 83"/>
                <a:gd name="T4" fmla="*/ 0 w 86"/>
                <a:gd name="T5" fmla="*/ 83 h 83"/>
                <a:gd name="T6" fmla="*/ 0 w 86"/>
                <a:gd name="T7" fmla="*/ 0 h 83"/>
                <a:gd name="T8" fmla="*/ 48 w 86"/>
                <a:gd name="T9" fmla="*/ 0 h 83"/>
                <a:gd name="T10" fmla="*/ 82 w 86"/>
                <a:gd name="T11" fmla="*/ 23 h 83"/>
                <a:gd name="T12" fmla="*/ 69 w 86"/>
                <a:gd name="T13" fmla="*/ 40 h 83"/>
                <a:gd name="T14" fmla="*/ 86 w 86"/>
                <a:gd name="T15" fmla="*/ 59 h 83"/>
                <a:gd name="T16" fmla="*/ 17 w 86"/>
                <a:gd name="T17" fmla="*/ 13 h 83"/>
                <a:gd name="T18" fmla="*/ 17 w 86"/>
                <a:gd name="T19" fmla="*/ 34 h 83"/>
                <a:gd name="T20" fmla="*/ 47 w 86"/>
                <a:gd name="T21" fmla="*/ 34 h 83"/>
                <a:gd name="T22" fmla="*/ 63 w 86"/>
                <a:gd name="T23" fmla="*/ 24 h 83"/>
                <a:gd name="T24" fmla="*/ 46 w 86"/>
                <a:gd name="T25" fmla="*/ 13 h 83"/>
                <a:gd name="T26" fmla="*/ 17 w 86"/>
                <a:gd name="T27" fmla="*/ 13 h 83"/>
                <a:gd name="T28" fmla="*/ 67 w 86"/>
                <a:gd name="T29" fmla="*/ 58 h 83"/>
                <a:gd name="T30" fmla="*/ 50 w 86"/>
                <a:gd name="T31" fmla="*/ 47 h 83"/>
                <a:gd name="T32" fmla="*/ 17 w 86"/>
                <a:gd name="T33" fmla="*/ 47 h 83"/>
                <a:gd name="T34" fmla="*/ 17 w 86"/>
                <a:gd name="T35" fmla="*/ 69 h 83"/>
                <a:gd name="T36" fmla="*/ 50 w 86"/>
                <a:gd name="T37" fmla="*/ 69 h 83"/>
                <a:gd name="T38" fmla="*/ 67 w 86"/>
                <a:gd name="T39" fmla="*/ 5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" h="83">
                  <a:moveTo>
                    <a:pt x="86" y="59"/>
                  </a:moveTo>
                  <a:cubicBezTo>
                    <a:pt x="86" y="74"/>
                    <a:pt x="70" y="83"/>
                    <a:pt x="51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7" y="0"/>
                    <a:pt x="82" y="8"/>
                    <a:pt x="82" y="23"/>
                  </a:cubicBezTo>
                  <a:cubicBezTo>
                    <a:pt x="82" y="31"/>
                    <a:pt x="77" y="37"/>
                    <a:pt x="69" y="40"/>
                  </a:cubicBezTo>
                  <a:cubicBezTo>
                    <a:pt x="79" y="43"/>
                    <a:pt x="86" y="49"/>
                    <a:pt x="86" y="59"/>
                  </a:cubicBezTo>
                  <a:close/>
                  <a:moveTo>
                    <a:pt x="17" y="13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57" y="34"/>
                    <a:pt x="63" y="31"/>
                    <a:pt x="63" y="24"/>
                  </a:cubicBezTo>
                  <a:cubicBezTo>
                    <a:pt x="63" y="17"/>
                    <a:pt x="57" y="13"/>
                    <a:pt x="46" y="13"/>
                  </a:cubicBezTo>
                  <a:lnTo>
                    <a:pt x="17" y="13"/>
                  </a:lnTo>
                  <a:close/>
                  <a:moveTo>
                    <a:pt x="67" y="58"/>
                  </a:moveTo>
                  <a:cubicBezTo>
                    <a:pt x="67" y="51"/>
                    <a:pt x="60" y="47"/>
                    <a:pt x="50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60" y="69"/>
                    <a:pt x="67" y="65"/>
                    <a:pt x="67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64429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le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BCF5F30-D370-4466-83E8-53B40DAB5648}"/>
              </a:ext>
            </a:extLst>
          </p:cNvPr>
          <p:cNvSpPr/>
          <p:nvPr userDrawn="1"/>
        </p:nvSpPr>
        <p:spPr>
          <a:xfrm>
            <a:off x="96000" y="111627"/>
            <a:ext cx="12000000" cy="6492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noProof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834DC8F-613D-4859-A3A8-E4922C00C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F48B74-4844-FE45-8BA6-B99E24FC9BC1}"/>
              </a:ext>
            </a:extLst>
          </p:cNvPr>
          <p:cNvSpPr/>
          <p:nvPr userDrawn="1"/>
        </p:nvSpPr>
        <p:spPr>
          <a:xfrm>
            <a:off x="610311" y="1259335"/>
            <a:ext cx="823380" cy="99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2BD2B7-E7E9-B445-B014-AD9C0F2DC5B2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6CBB92F-EC65-8E45-8334-B8F2CFA64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5C9AA5E-1451-479D-B89E-DA0D8962BC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0308" y="1645736"/>
            <a:ext cx="10523797" cy="4584912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defRPr sz="14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10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Title 13">
            <a:extLst>
              <a:ext uri="{FF2B5EF4-FFF2-40B4-BE49-F238E27FC236}">
                <a16:creationId xmlns:a16="http://schemas.microsoft.com/office/drawing/2014/main" id="{214F3A41-D5EC-4661-94DF-22EABA144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322" y="154802"/>
            <a:ext cx="10523797" cy="430887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28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This is the slide title</a:t>
            </a:r>
            <a:endParaRPr lang="fr-FR" noProof="0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998FF73-F1D6-4B2F-8755-312E1E814A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4322" y="585819"/>
            <a:ext cx="10519783" cy="55399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This is the slide subtitle </a:t>
            </a:r>
            <a:br>
              <a:rPr lang="en-US" dirty="0"/>
            </a:br>
            <a:r>
              <a:rPr lang="en-US" dirty="0"/>
              <a:t>in 2 lines</a:t>
            </a:r>
            <a:endParaRPr lang="fr-FR" dirty="0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ACB4822F-60F5-4636-8BEA-DFCBA917B5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189C821F-657F-42FE-A9F7-3AE2421D43C5}" type="datetime3">
              <a:rPr lang="en-US" smtClean="0"/>
              <a:t>3 November 2025</a:t>
            </a:fld>
            <a:endParaRPr lang="fr-FR" dirty="0"/>
          </a:p>
        </p:txBody>
      </p:sp>
      <p:grpSp>
        <p:nvGrpSpPr>
          <p:cNvPr id="18" name="Groupe 250">
            <a:extLst>
              <a:ext uri="{FF2B5EF4-FFF2-40B4-BE49-F238E27FC236}">
                <a16:creationId xmlns:a16="http://schemas.microsoft.com/office/drawing/2014/main" id="{E997B20D-663F-4590-A1C4-559926398046}"/>
              </a:ext>
            </a:extLst>
          </p:cNvPr>
          <p:cNvGrpSpPr/>
          <p:nvPr userDrawn="1"/>
        </p:nvGrpSpPr>
        <p:grpSpPr>
          <a:xfrm>
            <a:off x="5456917" y="6670035"/>
            <a:ext cx="1278167" cy="125311"/>
            <a:chOff x="5629458" y="3655836"/>
            <a:chExt cx="2227432" cy="218376"/>
          </a:xfrm>
          <a:solidFill>
            <a:srgbClr val="5E6A71"/>
          </a:soli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23C639E1-E082-445B-8467-78F934A9C4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975" y="3775689"/>
              <a:ext cx="61958" cy="55864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Rectangle 6">
              <a:extLst>
                <a:ext uri="{FF2B5EF4-FFF2-40B4-BE49-F238E27FC236}">
                  <a16:creationId xmlns:a16="http://schemas.microsoft.com/office/drawing/2014/main" id="{8FAE9FD9-D385-49AE-945F-380FD279B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662" y="3849835"/>
              <a:ext cx="284396" cy="2437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E8080DBA-8C91-47C5-AFA4-EA295E1869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1195" y="3655836"/>
              <a:ext cx="77193" cy="62973"/>
            </a:xfrm>
            <a:custGeom>
              <a:avLst/>
              <a:gdLst>
                <a:gd name="T0" fmla="*/ 66 w 66"/>
                <a:gd name="T1" fmla="*/ 25 h 53"/>
                <a:gd name="T2" fmla="*/ 19 w 66"/>
                <a:gd name="T3" fmla="*/ 50 h 53"/>
                <a:gd name="T4" fmla="*/ 7 w 66"/>
                <a:gd name="T5" fmla="*/ 48 h 53"/>
                <a:gd name="T6" fmla="*/ 0 w 66"/>
                <a:gd name="T7" fmla="*/ 31 h 53"/>
                <a:gd name="T8" fmla="*/ 8 w 66"/>
                <a:gd name="T9" fmla="*/ 31 h 53"/>
                <a:gd name="T10" fmla="*/ 66 w 66"/>
                <a:gd name="T11" fmla="*/ 0 h 53"/>
                <a:gd name="T12" fmla="*/ 66 w 66"/>
                <a:gd name="T13" fmla="*/ 2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53">
                  <a:moveTo>
                    <a:pt x="66" y="25"/>
                  </a:moveTo>
                  <a:cubicBezTo>
                    <a:pt x="66" y="25"/>
                    <a:pt x="28" y="47"/>
                    <a:pt x="19" y="50"/>
                  </a:cubicBezTo>
                  <a:cubicBezTo>
                    <a:pt x="11" y="53"/>
                    <a:pt x="8" y="49"/>
                    <a:pt x="7" y="48"/>
                  </a:cubicBezTo>
                  <a:cubicBezTo>
                    <a:pt x="4" y="44"/>
                    <a:pt x="1" y="33"/>
                    <a:pt x="0" y="31"/>
                  </a:cubicBezTo>
                  <a:cubicBezTo>
                    <a:pt x="1" y="31"/>
                    <a:pt x="3" y="32"/>
                    <a:pt x="8" y="31"/>
                  </a:cubicBezTo>
                  <a:cubicBezTo>
                    <a:pt x="13" y="29"/>
                    <a:pt x="66" y="0"/>
                    <a:pt x="66" y="0"/>
                  </a:cubicBezTo>
                  <a:cubicBezTo>
                    <a:pt x="66" y="25"/>
                    <a:pt x="66" y="25"/>
                    <a:pt x="66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B2883254-6476-4423-9326-6797FC715E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458" y="3669040"/>
              <a:ext cx="318930" cy="18384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486A06BB-2040-4E9E-9082-E3AE6340B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3550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5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47238A08-3F0C-4D93-A3D8-DF6EE44A94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8481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DF686078-493F-4855-A8E5-C6DB65B202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4271" y="3696464"/>
              <a:ext cx="90398" cy="126963"/>
            </a:xfrm>
            <a:custGeom>
              <a:avLst/>
              <a:gdLst>
                <a:gd name="T0" fmla="*/ 0 w 77"/>
                <a:gd name="T1" fmla="*/ 83 h 107"/>
                <a:gd name="T2" fmla="*/ 0 w 77"/>
                <a:gd name="T3" fmla="*/ 24 h 107"/>
                <a:gd name="T4" fmla="*/ 75 w 77"/>
                <a:gd name="T5" fmla="*/ 24 h 107"/>
                <a:gd name="T6" fmla="*/ 75 w 77"/>
                <a:gd name="T7" fmla="*/ 37 h 107"/>
                <a:gd name="T8" fmla="*/ 18 w 77"/>
                <a:gd name="T9" fmla="*/ 37 h 107"/>
                <a:gd name="T10" fmla="*/ 18 w 77"/>
                <a:gd name="T11" fmla="*/ 57 h 107"/>
                <a:gd name="T12" fmla="*/ 70 w 77"/>
                <a:gd name="T13" fmla="*/ 57 h 107"/>
                <a:gd name="T14" fmla="*/ 70 w 77"/>
                <a:gd name="T15" fmla="*/ 70 h 107"/>
                <a:gd name="T16" fmla="*/ 18 w 77"/>
                <a:gd name="T17" fmla="*/ 70 h 107"/>
                <a:gd name="T18" fmla="*/ 18 w 77"/>
                <a:gd name="T19" fmla="*/ 83 h 107"/>
                <a:gd name="T20" fmla="*/ 28 w 77"/>
                <a:gd name="T21" fmla="*/ 93 h 107"/>
                <a:gd name="T22" fmla="*/ 77 w 77"/>
                <a:gd name="T23" fmla="*/ 93 h 107"/>
                <a:gd name="T24" fmla="*/ 77 w 77"/>
                <a:gd name="T25" fmla="*/ 107 h 107"/>
                <a:gd name="T26" fmla="*/ 24 w 77"/>
                <a:gd name="T27" fmla="*/ 107 h 107"/>
                <a:gd name="T28" fmla="*/ 0 w 77"/>
                <a:gd name="T29" fmla="*/ 83 h 107"/>
                <a:gd name="T30" fmla="*/ 57 w 77"/>
                <a:gd name="T31" fmla="*/ 0 h 107"/>
                <a:gd name="T32" fmla="*/ 43 w 77"/>
                <a:gd name="T33" fmla="*/ 15 h 107"/>
                <a:gd name="T34" fmla="*/ 28 w 77"/>
                <a:gd name="T35" fmla="*/ 15 h 107"/>
                <a:gd name="T36" fmla="*/ 39 w 77"/>
                <a:gd name="T37" fmla="*/ 0 h 107"/>
                <a:gd name="T38" fmla="*/ 57 w 77"/>
                <a:gd name="T39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" h="107">
                  <a:moveTo>
                    <a:pt x="0" y="83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90"/>
                    <a:pt x="21" y="93"/>
                    <a:pt x="28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107"/>
                    <a:pt x="77" y="107"/>
                    <a:pt x="77" y="107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9" y="107"/>
                    <a:pt x="0" y="98"/>
                    <a:pt x="0" y="83"/>
                  </a:cubicBezTo>
                  <a:close/>
                  <a:moveTo>
                    <a:pt x="57" y="0"/>
                  </a:moveTo>
                  <a:cubicBezTo>
                    <a:pt x="43" y="15"/>
                    <a:pt x="43" y="15"/>
                    <a:pt x="43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9" y="0"/>
                    <a:pt x="39" y="0"/>
                    <a:pt x="39" y="0"/>
                  </a:cubicBez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E48A03F9-2306-4E12-9BD4-4FD6115565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7014" y="3724904"/>
              <a:ext cx="105633" cy="98523"/>
            </a:xfrm>
            <a:custGeom>
              <a:avLst/>
              <a:gdLst>
                <a:gd name="T0" fmla="*/ 0 w 90"/>
                <a:gd name="T1" fmla="*/ 0 h 83"/>
                <a:gd name="T2" fmla="*/ 37 w 90"/>
                <a:gd name="T3" fmla="*/ 0 h 83"/>
                <a:gd name="T4" fmla="*/ 90 w 90"/>
                <a:gd name="T5" fmla="*/ 41 h 83"/>
                <a:gd name="T6" fmla="*/ 37 w 90"/>
                <a:gd name="T7" fmla="*/ 83 h 83"/>
                <a:gd name="T8" fmla="*/ 0 w 90"/>
                <a:gd name="T9" fmla="*/ 83 h 83"/>
                <a:gd name="T10" fmla="*/ 0 w 90"/>
                <a:gd name="T11" fmla="*/ 0 h 83"/>
                <a:gd name="T12" fmla="*/ 38 w 90"/>
                <a:gd name="T13" fmla="*/ 69 h 83"/>
                <a:gd name="T14" fmla="*/ 71 w 90"/>
                <a:gd name="T15" fmla="*/ 41 h 83"/>
                <a:gd name="T16" fmla="*/ 38 w 90"/>
                <a:gd name="T17" fmla="*/ 13 h 83"/>
                <a:gd name="T18" fmla="*/ 17 w 90"/>
                <a:gd name="T19" fmla="*/ 13 h 83"/>
                <a:gd name="T20" fmla="*/ 17 w 90"/>
                <a:gd name="T21" fmla="*/ 69 h 83"/>
                <a:gd name="T22" fmla="*/ 38 w 90"/>
                <a:gd name="T23" fmla="*/ 6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3">
                  <a:moveTo>
                    <a:pt x="0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69" y="0"/>
                    <a:pt x="90" y="17"/>
                    <a:pt x="90" y="41"/>
                  </a:cubicBezTo>
                  <a:cubicBezTo>
                    <a:pt x="90" y="66"/>
                    <a:pt x="69" y="83"/>
                    <a:pt x="3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38" y="69"/>
                  </a:moveTo>
                  <a:cubicBezTo>
                    <a:pt x="58" y="69"/>
                    <a:pt x="71" y="58"/>
                    <a:pt x="71" y="41"/>
                  </a:cubicBezTo>
                  <a:cubicBezTo>
                    <a:pt x="71" y="25"/>
                    <a:pt x="58" y="13"/>
                    <a:pt x="3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69"/>
                    <a:pt x="17" y="69"/>
                    <a:pt x="17" y="69"/>
                  </a:cubicBezTo>
                  <a:lnTo>
                    <a:pt x="38" y="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8" name="Rectangle 13">
              <a:extLst>
                <a:ext uri="{FF2B5EF4-FFF2-40B4-BE49-F238E27FC236}">
                  <a16:creationId xmlns:a16="http://schemas.microsoft.com/office/drawing/2014/main" id="{73FE4B98-1735-49D7-BF9B-D886D5B977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929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9" name="Freeform 14">
              <a:extLst>
                <a:ext uri="{FF2B5EF4-FFF2-40B4-BE49-F238E27FC236}">
                  <a16:creationId xmlns:a16="http://schemas.microsoft.com/office/drawing/2014/main" id="{CEA38ECC-5D08-4B40-A9F5-A62C91FA1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557" y="3724904"/>
              <a:ext cx="94460" cy="98523"/>
            </a:xfrm>
            <a:custGeom>
              <a:avLst/>
              <a:gdLst>
                <a:gd name="T0" fmla="*/ 0 w 93"/>
                <a:gd name="T1" fmla="*/ 15 h 97"/>
                <a:gd name="T2" fmla="*/ 0 w 93"/>
                <a:gd name="T3" fmla="*/ 0 h 97"/>
                <a:gd name="T4" fmla="*/ 93 w 93"/>
                <a:gd name="T5" fmla="*/ 0 h 97"/>
                <a:gd name="T6" fmla="*/ 93 w 93"/>
                <a:gd name="T7" fmla="*/ 15 h 97"/>
                <a:gd name="T8" fmla="*/ 56 w 93"/>
                <a:gd name="T9" fmla="*/ 15 h 97"/>
                <a:gd name="T10" fmla="*/ 56 w 93"/>
                <a:gd name="T11" fmla="*/ 97 h 97"/>
                <a:gd name="T12" fmla="*/ 36 w 93"/>
                <a:gd name="T13" fmla="*/ 97 h 97"/>
                <a:gd name="T14" fmla="*/ 36 w 93"/>
                <a:gd name="T15" fmla="*/ 15 h 97"/>
                <a:gd name="T16" fmla="*/ 0 w 93"/>
                <a:gd name="T17" fmla="*/ 1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97">
                  <a:moveTo>
                    <a:pt x="0" y="15"/>
                  </a:moveTo>
                  <a:lnTo>
                    <a:pt x="0" y="0"/>
                  </a:lnTo>
                  <a:lnTo>
                    <a:pt x="93" y="0"/>
                  </a:lnTo>
                  <a:lnTo>
                    <a:pt x="93" y="15"/>
                  </a:lnTo>
                  <a:lnTo>
                    <a:pt x="56" y="15"/>
                  </a:lnTo>
                  <a:lnTo>
                    <a:pt x="56" y="97"/>
                  </a:lnTo>
                  <a:lnTo>
                    <a:pt x="36" y="97"/>
                  </a:lnTo>
                  <a:lnTo>
                    <a:pt x="36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0" name="Freeform 15">
              <a:extLst>
                <a:ext uri="{FF2B5EF4-FFF2-40B4-BE49-F238E27FC236}">
                  <a16:creationId xmlns:a16="http://schemas.microsoft.com/office/drawing/2014/main" id="{C5F8425F-99CC-482D-9575-74AFCFB573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70552" y="3724904"/>
              <a:ext cx="121884" cy="98523"/>
            </a:xfrm>
            <a:custGeom>
              <a:avLst/>
              <a:gdLst>
                <a:gd name="T0" fmla="*/ 85 w 120"/>
                <a:gd name="T1" fmla="*/ 73 h 97"/>
                <a:gd name="T2" fmla="*/ 32 w 120"/>
                <a:gd name="T3" fmla="*/ 73 h 97"/>
                <a:gd name="T4" fmla="*/ 21 w 120"/>
                <a:gd name="T5" fmla="*/ 97 h 97"/>
                <a:gd name="T6" fmla="*/ 0 w 120"/>
                <a:gd name="T7" fmla="*/ 97 h 97"/>
                <a:gd name="T8" fmla="*/ 50 w 120"/>
                <a:gd name="T9" fmla="*/ 0 h 97"/>
                <a:gd name="T10" fmla="*/ 70 w 120"/>
                <a:gd name="T11" fmla="*/ 0 h 97"/>
                <a:gd name="T12" fmla="*/ 120 w 120"/>
                <a:gd name="T13" fmla="*/ 97 h 97"/>
                <a:gd name="T14" fmla="*/ 97 w 120"/>
                <a:gd name="T15" fmla="*/ 97 h 97"/>
                <a:gd name="T16" fmla="*/ 85 w 120"/>
                <a:gd name="T17" fmla="*/ 73 h 97"/>
                <a:gd name="T18" fmla="*/ 77 w 120"/>
                <a:gd name="T19" fmla="*/ 58 h 97"/>
                <a:gd name="T20" fmla="*/ 59 w 120"/>
                <a:gd name="T21" fmla="*/ 20 h 97"/>
                <a:gd name="T22" fmla="*/ 40 w 120"/>
                <a:gd name="T23" fmla="*/ 58 h 97"/>
                <a:gd name="T24" fmla="*/ 77 w 120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7">
                  <a:moveTo>
                    <a:pt x="85" y="73"/>
                  </a:moveTo>
                  <a:lnTo>
                    <a:pt x="32" y="73"/>
                  </a:lnTo>
                  <a:lnTo>
                    <a:pt x="21" y="97"/>
                  </a:lnTo>
                  <a:lnTo>
                    <a:pt x="0" y="97"/>
                  </a:lnTo>
                  <a:lnTo>
                    <a:pt x="50" y="0"/>
                  </a:lnTo>
                  <a:lnTo>
                    <a:pt x="70" y="0"/>
                  </a:lnTo>
                  <a:lnTo>
                    <a:pt x="120" y="97"/>
                  </a:lnTo>
                  <a:lnTo>
                    <a:pt x="97" y="97"/>
                  </a:lnTo>
                  <a:lnTo>
                    <a:pt x="85" y="73"/>
                  </a:lnTo>
                  <a:close/>
                  <a:moveTo>
                    <a:pt x="77" y="58"/>
                  </a:moveTo>
                  <a:lnTo>
                    <a:pt x="59" y="20"/>
                  </a:lnTo>
                  <a:lnTo>
                    <a:pt x="40" y="58"/>
                  </a:lnTo>
                  <a:lnTo>
                    <a:pt x="77" y="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1" name="Freeform 16">
              <a:extLst>
                <a:ext uri="{FF2B5EF4-FFF2-40B4-BE49-F238E27FC236}">
                  <a16:creationId xmlns:a16="http://schemas.microsoft.com/office/drawing/2014/main" id="{731B02ED-0C99-480F-82BB-E0BA081FD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498" y="3723888"/>
              <a:ext cx="108680" cy="100555"/>
            </a:xfrm>
            <a:custGeom>
              <a:avLst/>
              <a:gdLst>
                <a:gd name="T0" fmla="*/ 52 w 93"/>
                <a:gd name="T1" fmla="*/ 0 h 85"/>
                <a:gd name="T2" fmla="*/ 89 w 93"/>
                <a:gd name="T3" fmla="*/ 11 h 85"/>
                <a:gd name="T4" fmla="*/ 80 w 93"/>
                <a:gd name="T5" fmla="*/ 22 h 85"/>
                <a:gd name="T6" fmla="*/ 53 w 93"/>
                <a:gd name="T7" fmla="*/ 12 h 85"/>
                <a:gd name="T8" fmla="*/ 18 w 93"/>
                <a:gd name="T9" fmla="*/ 42 h 85"/>
                <a:gd name="T10" fmla="*/ 52 w 93"/>
                <a:gd name="T11" fmla="*/ 72 h 85"/>
                <a:gd name="T12" fmla="*/ 76 w 93"/>
                <a:gd name="T13" fmla="*/ 66 h 85"/>
                <a:gd name="T14" fmla="*/ 76 w 93"/>
                <a:gd name="T15" fmla="*/ 50 h 85"/>
                <a:gd name="T16" fmla="*/ 51 w 93"/>
                <a:gd name="T17" fmla="*/ 50 h 85"/>
                <a:gd name="T18" fmla="*/ 51 w 93"/>
                <a:gd name="T19" fmla="*/ 37 h 85"/>
                <a:gd name="T20" fmla="*/ 93 w 93"/>
                <a:gd name="T21" fmla="*/ 37 h 85"/>
                <a:gd name="T22" fmla="*/ 93 w 93"/>
                <a:gd name="T23" fmla="*/ 72 h 85"/>
                <a:gd name="T24" fmla="*/ 52 w 93"/>
                <a:gd name="T25" fmla="*/ 85 h 85"/>
                <a:gd name="T26" fmla="*/ 0 w 93"/>
                <a:gd name="T27" fmla="*/ 42 h 85"/>
                <a:gd name="T28" fmla="*/ 52 w 93"/>
                <a:gd name="T2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4"/>
                    <a:pt x="18" y="42"/>
                  </a:cubicBezTo>
                  <a:cubicBezTo>
                    <a:pt x="18" y="59"/>
                    <a:pt x="32" y="72"/>
                    <a:pt x="52" y="72"/>
                  </a:cubicBezTo>
                  <a:cubicBezTo>
                    <a:pt x="61" y="72"/>
                    <a:pt x="70" y="70"/>
                    <a:pt x="76" y="66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3" y="72"/>
                    <a:pt x="93" y="72"/>
                    <a:pt x="93" y="72"/>
                  </a:cubicBezTo>
                  <a:cubicBezTo>
                    <a:pt x="83" y="79"/>
                    <a:pt x="69" y="85"/>
                    <a:pt x="52" y="85"/>
                  </a:cubicBezTo>
                  <a:cubicBezTo>
                    <a:pt x="21" y="85"/>
                    <a:pt x="0" y="67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3" name="Freeform 17">
              <a:extLst>
                <a:ext uri="{FF2B5EF4-FFF2-40B4-BE49-F238E27FC236}">
                  <a16:creationId xmlns:a16="http://schemas.microsoft.com/office/drawing/2014/main" id="{CA68A99F-10B7-4DB9-B2D7-2225FF3DD8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9555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4" name="Rectangle 18">
              <a:extLst>
                <a:ext uri="{FF2B5EF4-FFF2-40B4-BE49-F238E27FC236}">
                  <a16:creationId xmlns:a16="http://schemas.microsoft.com/office/drawing/2014/main" id="{4321E8AA-6916-4694-9E86-2A03843A0F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9408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5" name="Freeform 19">
              <a:extLst>
                <a:ext uri="{FF2B5EF4-FFF2-40B4-BE49-F238E27FC236}">
                  <a16:creationId xmlns:a16="http://schemas.microsoft.com/office/drawing/2014/main" id="{61930934-D93C-4552-8F4C-602D119E5F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2067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8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8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4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6" name="Freeform 20">
              <a:extLst>
                <a:ext uri="{FF2B5EF4-FFF2-40B4-BE49-F238E27FC236}">
                  <a16:creationId xmlns:a16="http://schemas.microsoft.com/office/drawing/2014/main" id="{1B96B2F7-2298-4891-AE52-08EFA5D34E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1763" y="3723888"/>
              <a:ext cx="123915" cy="100555"/>
            </a:xfrm>
            <a:custGeom>
              <a:avLst/>
              <a:gdLst>
                <a:gd name="T0" fmla="*/ 0 w 105"/>
                <a:gd name="T1" fmla="*/ 42 h 85"/>
                <a:gd name="T2" fmla="*/ 52 w 105"/>
                <a:gd name="T3" fmla="*/ 0 h 85"/>
                <a:gd name="T4" fmla="*/ 105 w 105"/>
                <a:gd name="T5" fmla="*/ 42 h 85"/>
                <a:gd name="T6" fmla="*/ 52 w 105"/>
                <a:gd name="T7" fmla="*/ 85 h 85"/>
                <a:gd name="T8" fmla="*/ 0 w 105"/>
                <a:gd name="T9" fmla="*/ 42 h 85"/>
                <a:gd name="T10" fmla="*/ 19 w 105"/>
                <a:gd name="T11" fmla="*/ 42 h 85"/>
                <a:gd name="T12" fmla="*/ 52 w 105"/>
                <a:gd name="T13" fmla="*/ 72 h 85"/>
                <a:gd name="T14" fmla="*/ 86 w 105"/>
                <a:gd name="T15" fmla="*/ 42 h 85"/>
                <a:gd name="T16" fmla="*/ 52 w 105"/>
                <a:gd name="T17" fmla="*/ 12 h 85"/>
                <a:gd name="T18" fmla="*/ 19 w 105"/>
                <a:gd name="T19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" h="85">
                  <a:moveTo>
                    <a:pt x="0" y="42"/>
                  </a:moveTo>
                  <a:cubicBezTo>
                    <a:pt x="0" y="19"/>
                    <a:pt x="22" y="0"/>
                    <a:pt x="52" y="0"/>
                  </a:cubicBezTo>
                  <a:cubicBezTo>
                    <a:pt x="83" y="0"/>
                    <a:pt x="105" y="19"/>
                    <a:pt x="105" y="42"/>
                  </a:cubicBezTo>
                  <a:cubicBezTo>
                    <a:pt x="105" y="66"/>
                    <a:pt x="83" y="85"/>
                    <a:pt x="52" y="85"/>
                  </a:cubicBezTo>
                  <a:cubicBezTo>
                    <a:pt x="22" y="85"/>
                    <a:pt x="0" y="66"/>
                    <a:pt x="0" y="42"/>
                  </a:cubicBezTo>
                  <a:close/>
                  <a:moveTo>
                    <a:pt x="19" y="42"/>
                  </a:moveTo>
                  <a:cubicBezTo>
                    <a:pt x="19" y="59"/>
                    <a:pt x="32" y="72"/>
                    <a:pt x="52" y="72"/>
                  </a:cubicBezTo>
                  <a:cubicBezTo>
                    <a:pt x="72" y="72"/>
                    <a:pt x="86" y="59"/>
                    <a:pt x="86" y="42"/>
                  </a:cubicBezTo>
                  <a:cubicBezTo>
                    <a:pt x="86" y="26"/>
                    <a:pt x="72" y="12"/>
                    <a:pt x="52" y="12"/>
                  </a:cubicBezTo>
                  <a:cubicBezTo>
                    <a:pt x="32" y="12"/>
                    <a:pt x="19" y="26"/>
                    <a:pt x="19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7" name="Freeform 21">
              <a:extLst>
                <a:ext uri="{FF2B5EF4-FFF2-40B4-BE49-F238E27FC236}">
                  <a16:creationId xmlns:a16="http://schemas.microsoft.com/office/drawing/2014/main" id="{BA69249F-3F72-49A9-9D86-BF86971E794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1929" y="3724904"/>
              <a:ext cx="82272" cy="98523"/>
            </a:xfrm>
            <a:custGeom>
              <a:avLst/>
              <a:gdLst>
                <a:gd name="T0" fmla="*/ 0 w 81"/>
                <a:gd name="T1" fmla="*/ 0 h 97"/>
                <a:gd name="T2" fmla="*/ 20 w 81"/>
                <a:gd name="T3" fmla="*/ 0 h 97"/>
                <a:gd name="T4" fmla="*/ 20 w 81"/>
                <a:gd name="T5" fmla="*/ 81 h 97"/>
                <a:gd name="T6" fmla="*/ 81 w 81"/>
                <a:gd name="T7" fmla="*/ 81 h 97"/>
                <a:gd name="T8" fmla="*/ 81 w 81"/>
                <a:gd name="T9" fmla="*/ 97 h 97"/>
                <a:gd name="T10" fmla="*/ 0 w 81"/>
                <a:gd name="T11" fmla="*/ 97 h 97"/>
                <a:gd name="T12" fmla="*/ 0 w 81"/>
                <a:gd name="T13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97">
                  <a:moveTo>
                    <a:pt x="0" y="0"/>
                  </a:moveTo>
                  <a:lnTo>
                    <a:pt x="20" y="0"/>
                  </a:lnTo>
                  <a:lnTo>
                    <a:pt x="20" y="81"/>
                  </a:lnTo>
                  <a:lnTo>
                    <a:pt x="81" y="81"/>
                  </a:lnTo>
                  <a:lnTo>
                    <a:pt x="81" y="97"/>
                  </a:lnTo>
                  <a:lnTo>
                    <a:pt x="0" y="9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8" name="Freeform 22">
              <a:extLst>
                <a:ext uri="{FF2B5EF4-FFF2-40B4-BE49-F238E27FC236}">
                  <a16:creationId xmlns:a16="http://schemas.microsoft.com/office/drawing/2014/main" id="{472521BD-5E2B-49D7-A2B8-75427193F97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4359" y="3724904"/>
              <a:ext cx="89382" cy="98523"/>
            </a:xfrm>
            <a:custGeom>
              <a:avLst/>
              <a:gdLst>
                <a:gd name="T0" fmla="*/ 0 w 76"/>
                <a:gd name="T1" fmla="*/ 59 h 83"/>
                <a:gd name="T2" fmla="*/ 0 w 76"/>
                <a:gd name="T3" fmla="*/ 0 h 83"/>
                <a:gd name="T4" fmla="*/ 75 w 76"/>
                <a:gd name="T5" fmla="*/ 0 h 83"/>
                <a:gd name="T6" fmla="*/ 75 w 76"/>
                <a:gd name="T7" fmla="*/ 13 h 83"/>
                <a:gd name="T8" fmla="*/ 18 w 76"/>
                <a:gd name="T9" fmla="*/ 13 h 83"/>
                <a:gd name="T10" fmla="*/ 18 w 76"/>
                <a:gd name="T11" fmla="*/ 33 h 83"/>
                <a:gd name="T12" fmla="*/ 70 w 76"/>
                <a:gd name="T13" fmla="*/ 33 h 83"/>
                <a:gd name="T14" fmla="*/ 70 w 76"/>
                <a:gd name="T15" fmla="*/ 46 h 83"/>
                <a:gd name="T16" fmla="*/ 18 w 76"/>
                <a:gd name="T17" fmla="*/ 46 h 83"/>
                <a:gd name="T18" fmla="*/ 18 w 76"/>
                <a:gd name="T19" fmla="*/ 59 h 83"/>
                <a:gd name="T20" fmla="*/ 28 w 76"/>
                <a:gd name="T21" fmla="*/ 69 h 83"/>
                <a:gd name="T22" fmla="*/ 76 w 76"/>
                <a:gd name="T23" fmla="*/ 69 h 83"/>
                <a:gd name="T24" fmla="*/ 76 w 76"/>
                <a:gd name="T25" fmla="*/ 83 h 83"/>
                <a:gd name="T26" fmla="*/ 24 w 76"/>
                <a:gd name="T27" fmla="*/ 83 h 83"/>
                <a:gd name="T28" fmla="*/ 0 w 76"/>
                <a:gd name="T29" fmla="*/ 5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83">
                  <a:moveTo>
                    <a:pt x="0" y="5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66"/>
                    <a:pt x="21" y="69"/>
                    <a:pt x="28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9" y="83"/>
                    <a:pt x="0" y="74"/>
                    <a:pt x="0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9" name="Freeform 23">
              <a:extLst>
                <a:ext uri="{FF2B5EF4-FFF2-40B4-BE49-F238E27FC236}">
                  <a16:creationId xmlns:a16="http://schemas.microsoft.com/office/drawing/2014/main" id="{E56378A4-6121-439C-89D7-2C76347BFFA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2651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5"/>
                    <a:pt x="18" y="42"/>
                  </a:cubicBezTo>
                  <a:cubicBezTo>
                    <a:pt x="18" y="60"/>
                    <a:pt x="34" y="72"/>
                    <a:pt x="53" y="72"/>
                  </a:cubicBezTo>
                  <a:cubicBezTo>
                    <a:pt x="65" y="72"/>
                    <a:pt x="73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0" name="Rectangle 24">
              <a:extLst>
                <a:ext uri="{FF2B5EF4-FFF2-40B4-BE49-F238E27FC236}">
                  <a16:creationId xmlns:a16="http://schemas.microsoft.com/office/drawing/2014/main" id="{321D54E6-B10F-4543-B184-210353AB65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6566" y="3724904"/>
              <a:ext cx="20314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1" name="Freeform 25">
              <a:extLst>
                <a:ext uri="{FF2B5EF4-FFF2-40B4-BE49-F238E27FC236}">
                  <a16:creationId xmlns:a16="http://schemas.microsoft.com/office/drawing/2014/main" id="{69A91529-7A3C-49F4-8ED7-EB5589B5E3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6335" y="3724904"/>
              <a:ext cx="100555" cy="98523"/>
            </a:xfrm>
            <a:custGeom>
              <a:avLst/>
              <a:gdLst>
                <a:gd name="T0" fmla="*/ 86 w 86"/>
                <a:gd name="T1" fmla="*/ 59 h 83"/>
                <a:gd name="T2" fmla="*/ 51 w 86"/>
                <a:gd name="T3" fmla="*/ 83 h 83"/>
                <a:gd name="T4" fmla="*/ 0 w 86"/>
                <a:gd name="T5" fmla="*/ 83 h 83"/>
                <a:gd name="T6" fmla="*/ 0 w 86"/>
                <a:gd name="T7" fmla="*/ 0 h 83"/>
                <a:gd name="T8" fmla="*/ 48 w 86"/>
                <a:gd name="T9" fmla="*/ 0 h 83"/>
                <a:gd name="T10" fmla="*/ 82 w 86"/>
                <a:gd name="T11" fmla="*/ 23 h 83"/>
                <a:gd name="T12" fmla="*/ 69 w 86"/>
                <a:gd name="T13" fmla="*/ 40 h 83"/>
                <a:gd name="T14" fmla="*/ 86 w 86"/>
                <a:gd name="T15" fmla="*/ 59 h 83"/>
                <a:gd name="T16" fmla="*/ 17 w 86"/>
                <a:gd name="T17" fmla="*/ 13 h 83"/>
                <a:gd name="T18" fmla="*/ 17 w 86"/>
                <a:gd name="T19" fmla="*/ 34 h 83"/>
                <a:gd name="T20" fmla="*/ 47 w 86"/>
                <a:gd name="T21" fmla="*/ 34 h 83"/>
                <a:gd name="T22" fmla="*/ 63 w 86"/>
                <a:gd name="T23" fmla="*/ 24 h 83"/>
                <a:gd name="T24" fmla="*/ 46 w 86"/>
                <a:gd name="T25" fmla="*/ 13 h 83"/>
                <a:gd name="T26" fmla="*/ 17 w 86"/>
                <a:gd name="T27" fmla="*/ 13 h 83"/>
                <a:gd name="T28" fmla="*/ 67 w 86"/>
                <a:gd name="T29" fmla="*/ 58 h 83"/>
                <a:gd name="T30" fmla="*/ 50 w 86"/>
                <a:gd name="T31" fmla="*/ 47 h 83"/>
                <a:gd name="T32" fmla="*/ 17 w 86"/>
                <a:gd name="T33" fmla="*/ 47 h 83"/>
                <a:gd name="T34" fmla="*/ 17 w 86"/>
                <a:gd name="T35" fmla="*/ 69 h 83"/>
                <a:gd name="T36" fmla="*/ 50 w 86"/>
                <a:gd name="T37" fmla="*/ 69 h 83"/>
                <a:gd name="T38" fmla="*/ 67 w 86"/>
                <a:gd name="T39" fmla="*/ 5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" h="83">
                  <a:moveTo>
                    <a:pt x="86" y="59"/>
                  </a:moveTo>
                  <a:cubicBezTo>
                    <a:pt x="86" y="74"/>
                    <a:pt x="70" y="83"/>
                    <a:pt x="51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7" y="0"/>
                    <a:pt x="82" y="8"/>
                    <a:pt x="82" y="23"/>
                  </a:cubicBezTo>
                  <a:cubicBezTo>
                    <a:pt x="82" y="31"/>
                    <a:pt x="77" y="37"/>
                    <a:pt x="69" y="40"/>
                  </a:cubicBezTo>
                  <a:cubicBezTo>
                    <a:pt x="79" y="43"/>
                    <a:pt x="86" y="49"/>
                    <a:pt x="86" y="59"/>
                  </a:cubicBezTo>
                  <a:close/>
                  <a:moveTo>
                    <a:pt x="17" y="13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57" y="34"/>
                    <a:pt x="63" y="31"/>
                    <a:pt x="63" y="24"/>
                  </a:cubicBezTo>
                  <a:cubicBezTo>
                    <a:pt x="63" y="17"/>
                    <a:pt x="57" y="13"/>
                    <a:pt x="46" y="13"/>
                  </a:cubicBezTo>
                  <a:lnTo>
                    <a:pt x="17" y="13"/>
                  </a:lnTo>
                  <a:close/>
                  <a:moveTo>
                    <a:pt x="67" y="58"/>
                  </a:moveTo>
                  <a:cubicBezTo>
                    <a:pt x="67" y="51"/>
                    <a:pt x="60" y="47"/>
                    <a:pt x="50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60" y="69"/>
                    <a:pt x="67" y="65"/>
                    <a:pt x="67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91653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locks_V1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BCF5F30-D370-4466-83E8-53B40DAB5648}"/>
              </a:ext>
            </a:extLst>
          </p:cNvPr>
          <p:cNvSpPr/>
          <p:nvPr userDrawn="1"/>
        </p:nvSpPr>
        <p:spPr>
          <a:xfrm>
            <a:off x="96000" y="111627"/>
            <a:ext cx="12000000" cy="6492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noProof="0"/>
          </a:p>
        </p:txBody>
      </p:sp>
      <p:sp>
        <p:nvSpPr>
          <p:cNvPr id="45" name="Title 13">
            <a:extLst>
              <a:ext uri="{FF2B5EF4-FFF2-40B4-BE49-F238E27FC236}">
                <a16:creationId xmlns:a16="http://schemas.microsoft.com/office/drawing/2014/main" id="{D112AC07-9248-4648-9D69-E1265AB203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322" y="277913"/>
            <a:ext cx="10523797" cy="86177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28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This is the slide title </a:t>
            </a:r>
            <a:br>
              <a:rPr lang="en-US" noProof="0"/>
            </a:br>
            <a:r>
              <a:rPr lang="en-US" noProof="0"/>
              <a:t>in 2 lines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834DC8F-613D-4859-A3A8-E4922C00C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F48B74-4844-FE45-8BA6-B99E24FC9BC1}"/>
              </a:ext>
            </a:extLst>
          </p:cNvPr>
          <p:cNvSpPr/>
          <p:nvPr userDrawn="1"/>
        </p:nvSpPr>
        <p:spPr>
          <a:xfrm>
            <a:off x="610311" y="1259335"/>
            <a:ext cx="823380" cy="99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2BD2B7-E7E9-B445-B014-AD9C0F2DC5B2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6CBB92F-EC65-8E45-8334-B8F2CFA64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3D81391-BF12-42BB-B165-2C7FB98194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0311" y="1645737"/>
            <a:ext cx="1552318" cy="1293311"/>
          </a:xfrm>
          <a:custGeom>
            <a:avLst/>
            <a:gdLst>
              <a:gd name="connsiteX0" fmla="*/ 0 w 1552318"/>
              <a:gd name="connsiteY0" fmla="*/ 0 h 1293311"/>
              <a:gd name="connsiteX1" fmla="*/ 1552318 w 1552318"/>
              <a:gd name="connsiteY1" fmla="*/ 0 h 1293311"/>
              <a:gd name="connsiteX2" fmla="*/ 1552318 w 1552318"/>
              <a:gd name="connsiteY2" fmla="*/ 1293311 h 1293311"/>
              <a:gd name="connsiteX3" fmla="*/ 0 w 1552318"/>
              <a:gd name="connsiteY3" fmla="*/ 1293311 h 129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2318" h="1293311">
                <a:moveTo>
                  <a:pt x="0" y="0"/>
                </a:moveTo>
                <a:lnTo>
                  <a:pt x="1552318" y="0"/>
                </a:lnTo>
                <a:lnTo>
                  <a:pt x="1552318" y="1293311"/>
                </a:lnTo>
                <a:lnTo>
                  <a:pt x="0" y="1293311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D712BD73-73A1-4627-96DF-0F415375BB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0311" y="3259987"/>
            <a:ext cx="1552318" cy="1293311"/>
          </a:xfrm>
          <a:custGeom>
            <a:avLst/>
            <a:gdLst>
              <a:gd name="connsiteX0" fmla="*/ 0 w 1552318"/>
              <a:gd name="connsiteY0" fmla="*/ 0 h 1293311"/>
              <a:gd name="connsiteX1" fmla="*/ 1552318 w 1552318"/>
              <a:gd name="connsiteY1" fmla="*/ 0 h 1293311"/>
              <a:gd name="connsiteX2" fmla="*/ 1552318 w 1552318"/>
              <a:gd name="connsiteY2" fmla="*/ 1293311 h 1293311"/>
              <a:gd name="connsiteX3" fmla="*/ 0 w 1552318"/>
              <a:gd name="connsiteY3" fmla="*/ 1293311 h 129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2318" h="1293311">
                <a:moveTo>
                  <a:pt x="0" y="0"/>
                </a:moveTo>
                <a:lnTo>
                  <a:pt x="1552318" y="0"/>
                </a:lnTo>
                <a:lnTo>
                  <a:pt x="1552318" y="1293311"/>
                </a:lnTo>
                <a:lnTo>
                  <a:pt x="0" y="129331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4CD3330E-2DA7-4514-80DE-1F0ED0C47F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0311" y="4874238"/>
            <a:ext cx="1552318" cy="1293311"/>
          </a:xfrm>
          <a:custGeom>
            <a:avLst/>
            <a:gdLst>
              <a:gd name="connsiteX0" fmla="*/ 0 w 1552318"/>
              <a:gd name="connsiteY0" fmla="*/ 0 h 1293311"/>
              <a:gd name="connsiteX1" fmla="*/ 1552318 w 1552318"/>
              <a:gd name="connsiteY1" fmla="*/ 0 h 1293311"/>
              <a:gd name="connsiteX2" fmla="*/ 1552318 w 1552318"/>
              <a:gd name="connsiteY2" fmla="*/ 1293311 h 1293311"/>
              <a:gd name="connsiteX3" fmla="*/ 0 w 1552318"/>
              <a:gd name="connsiteY3" fmla="*/ 1293311 h 129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2318" h="1293311">
                <a:moveTo>
                  <a:pt x="0" y="0"/>
                </a:moveTo>
                <a:lnTo>
                  <a:pt x="1552318" y="0"/>
                </a:lnTo>
                <a:lnTo>
                  <a:pt x="1552318" y="1293311"/>
                </a:lnTo>
                <a:lnTo>
                  <a:pt x="0" y="129331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C3F715A5-0F25-4F22-A973-0624B1A1E9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47274" y="1645736"/>
            <a:ext cx="8790846" cy="1293310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defRPr sz="14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10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5AF25BC-4048-4FD4-876F-E415BD6C13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47274" y="3259988"/>
            <a:ext cx="8790846" cy="1293310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defRPr sz="14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10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CE711DF-6D0F-4320-953F-E10CA95303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47274" y="4874239"/>
            <a:ext cx="8790846" cy="1293310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defRPr sz="14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10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DD5BC63-D6FE-4DB5-A57B-14CB8D9D05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accent6"/>
                </a:solidFill>
              </a:defRPr>
            </a:lvl1pPr>
          </a:lstStyle>
          <a:p>
            <a:fld id="{B2B5AA73-5DC7-41D2-83E7-B459E66EE0C9}" type="datetime3">
              <a:rPr lang="en-US" smtClean="0"/>
              <a:t>3 November 2025</a:t>
            </a:fld>
            <a:endParaRPr lang="fr-FR" dirty="0"/>
          </a:p>
        </p:txBody>
      </p:sp>
      <p:grpSp>
        <p:nvGrpSpPr>
          <p:cNvPr id="20" name="Groupe 250">
            <a:extLst>
              <a:ext uri="{FF2B5EF4-FFF2-40B4-BE49-F238E27FC236}">
                <a16:creationId xmlns:a16="http://schemas.microsoft.com/office/drawing/2014/main" id="{AB1B700C-2037-4EE3-85CB-8FE852CF3D4A}"/>
              </a:ext>
            </a:extLst>
          </p:cNvPr>
          <p:cNvGrpSpPr/>
          <p:nvPr userDrawn="1"/>
        </p:nvGrpSpPr>
        <p:grpSpPr>
          <a:xfrm>
            <a:off x="5456917" y="6670035"/>
            <a:ext cx="1278167" cy="125311"/>
            <a:chOff x="5629458" y="3655836"/>
            <a:chExt cx="2227432" cy="218376"/>
          </a:xfrm>
          <a:solidFill>
            <a:srgbClr val="5E6A71"/>
          </a:solidFill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6F2536A4-CA4B-4745-B7F7-C2D8BB176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975" y="3775689"/>
              <a:ext cx="61958" cy="55864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Rectangle 6">
              <a:extLst>
                <a:ext uri="{FF2B5EF4-FFF2-40B4-BE49-F238E27FC236}">
                  <a16:creationId xmlns:a16="http://schemas.microsoft.com/office/drawing/2014/main" id="{BF4BAFC2-BFEE-4775-AAC9-7764E0621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662" y="3849835"/>
              <a:ext cx="284396" cy="2437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F84A001E-2824-44D9-BCCB-42F6A3BE23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1195" y="3655836"/>
              <a:ext cx="77193" cy="62973"/>
            </a:xfrm>
            <a:custGeom>
              <a:avLst/>
              <a:gdLst>
                <a:gd name="T0" fmla="*/ 66 w 66"/>
                <a:gd name="T1" fmla="*/ 25 h 53"/>
                <a:gd name="T2" fmla="*/ 19 w 66"/>
                <a:gd name="T3" fmla="*/ 50 h 53"/>
                <a:gd name="T4" fmla="*/ 7 w 66"/>
                <a:gd name="T5" fmla="*/ 48 h 53"/>
                <a:gd name="T6" fmla="*/ 0 w 66"/>
                <a:gd name="T7" fmla="*/ 31 h 53"/>
                <a:gd name="T8" fmla="*/ 8 w 66"/>
                <a:gd name="T9" fmla="*/ 31 h 53"/>
                <a:gd name="T10" fmla="*/ 66 w 66"/>
                <a:gd name="T11" fmla="*/ 0 h 53"/>
                <a:gd name="T12" fmla="*/ 66 w 66"/>
                <a:gd name="T13" fmla="*/ 2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53">
                  <a:moveTo>
                    <a:pt x="66" y="25"/>
                  </a:moveTo>
                  <a:cubicBezTo>
                    <a:pt x="66" y="25"/>
                    <a:pt x="28" y="47"/>
                    <a:pt x="19" y="50"/>
                  </a:cubicBezTo>
                  <a:cubicBezTo>
                    <a:pt x="11" y="53"/>
                    <a:pt x="8" y="49"/>
                    <a:pt x="7" y="48"/>
                  </a:cubicBezTo>
                  <a:cubicBezTo>
                    <a:pt x="4" y="44"/>
                    <a:pt x="1" y="33"/>
                    <a:pt x="0" y="31"/>
                  </a:cubicBezTo>
                  <a:cubicBezTo>
                    <a:pt x="1" y="31"/>
                    <a:pt x="3" y="32"/>
                    <a:pt x="8" y="31"/>
                  </a:cubicBezTo>
                  <a:cubicBezTo>
                    <a:pt x="13" y="29"/>
                    <a:pt x="66" y="0"/>
                    <a:pt x="66" y="0"/>
                  </a:cubicBezTo>
                  <a:cubicBezTo>
                    <a:pt x="66" y="25"/>
                    <a:pt x="66" y="25"/>
                    <a:pt x="66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F7E2E4FC-3EE4-470E-BC3C-8CC53DC536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458" y="3669040"/>
              <a:ext cx="318930" cy="18384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18FC03F7-DD49-44D3-B3E5-20091D6918D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3550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5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E4DF7300-F67D-47A6-8A7E-6E991D465A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8481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40724D55-08C2-4AD9-8F75-31ABBFAC57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4271" y="3696464"/>
              <a:ext cx="90398" cy="126963"/>
            </a:xfrm>
            <a:custGeom>
              <a:avLst/>
              <a:gdLst>
                <a:gd name="T0" fmla="*/ 0 w 77"/>
                <a:gd name="T1" fmla="*/ 83 h 107"/>
                <a:gd name="T2" fmla="*/ 0 w 77"/>
                <a:gd name="T3" fmla="*/ 24 h 107"/>
                <a:gd name="T4" fmla="*/ 75 w 77"/>
                <a:gd name="T5" fmla="*/ 24 h 107"/>
                <a:gd name="T6" fmla="*/ 75 w 77"/>
                <a:gd name="T7" fmla="*/ 37 h 107"/>
                <a:gd name="T8" fmla="*/ 18 w 77"/>
                <a:gd name="T9" fmla="*/ 37 h 107"/>
                <a:gd name="T10" fmla="*/ 18 w 77"/>
                <a:gd name="T11" fmla="*/ 57 h 107"/>
                <a:gd name="T12" fmla="*/ 70 w 77"/>
                <a:gd name="T13" fmla="*/ 57 h 107"/>
                <a:gd name="T14" fmla="*/ 70 w 77"/>
                <a:gd name="T15" fmla="*/ 70 h 107"/>
                <a:gd name="T16" fmla="*/ 18 w 77"/>
                <a:gd name="T17" fmla="*/ 70 h 107"/>
                <a:gd name="T18" fmla="*/ 18 w 77"/>
                <a:gd name="T19" fmla="*/ 83 h 107"/>
                <a:gd name="T20" fmla="*/ 28 w 77"/>
                <a:gd name="T21" fmla="*/ 93 h 107"/>
                <a:gd name="T22" fmla="*/ 77 w 77"/>
                <a:gd name="T23" fmla="*/ 93 h 107"/>
                <a:gd name="T24" fmla="*/ 77 w 77"/>
                <a:gd name="T25" fmla="*/ 107 h 107"/>
                <a:gd name="T26" fmla="*/ 24 w 77"/>
                <a:gd name="T27" fmla="*/ 107 h 107"/>
                <a:gd name="T28" fmla="*/ 0 w 77"/>
                <a:gd name="T29" fmla="*/ 83 h 107"/>
                <a:gd name="T30" fmla="*/ 57 w 77"/>
                <a:gd name="T31" fmla="*/ 0 h 107"/>
                <a:gd name="T32" fmla="*/ 43 w 77"/>
                <a:gd name="T33" fmla="*/ 15 h 107"/>
                <a:gd name="T34" fmla="*/ 28 w 77"/>
                <a:gd name="T35" fmla="*/ 15 h 107"/>
                <a:gd name="T36" fmla="*/ 39 w 77"/>
                <a:gd name="T37" fmla="*/ 0 h 107"/>
                <a:gd name="T38" fmla="*/ 57 w 77"/>
                <a:gd name="T39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" h="107">
                  <a:moveTo>
                    <a:pt x="0" y="83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90"/>
                    <a:pt x="21" y="93"/>
                    <a:pt x="28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107"/>
                    <a:pt x="77" y="107"/>
                    <a:pt x="77" y="107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9" y="107"/>
                    <a:pt x="0" y="98"/>
                    <a:pt x="0" y="83"/>
                  </a:cubicBezTo>
                  <a:close/>
                  <a:moveTo>
                    <a:pt x="57" y="0"/>
                  </a:moveTo>
                  <a:cubicBezTo>
                    <a:pt x="43" y="15"/>
                    <a:pt x="43" y="15"/>
                    <a:pt x="43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9" y="0"/>
                    <a:pt x="39" y="0"/>
                    <a:pt x="39" y="0"/>
                  </a:cubicBez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3" name="Freeform 12">
              <a:extLst>
                <a:ext uri="{FF2B5EF4-FFF2-40B4-BE49-F238E27FC236}">
                  <a16:creationId xmlns:a16="http://schemas.microsoft.com/office/drawing/2014/main" id="{A4EA78E9-3228-48EE-AFD7-00E5A3994D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7014" y="3724904"/>
              <a:ext cx="105633" cy="98523"/>
            </a:xfrm>
            <a:custGeom>
              <a:avLst/>
              <a:gdLst>
                <a:gd name="T0" fmla="*/ 0 w 90"/>
                <a:gd name="T1" fmla="*/ 0 h 83"/>
                <a:gd name="T2" fmla="*/ 37 w 90"/>
                <a:gd name="T3" fmla="*/ 0 h 83"/>
                <a:gd name="T4" fmla="*/ 90 w 90"/>
                <a:gd name="T5" fmla="*/ 41 h 83"/>
                <a:gd name="T6" fmla="*/ 37 w 90"/>
                <a:gd name="T7" fmla="*/ 83 h 83"/>
                <a:gd name="T8" fmla="*/ 0 w 90"/>
                <a:gd name="T9" fmla="*/ 83 h 83"/>
                <a:gd name="T10" fmla="*/ 0 w 90"/>
                <a:gd name="T11" fmla="*/ 0 h 83"/>
                <a:gd name="T12" fmla="*/ 38 w 90"/>
                <a:gd name="T13" fmla="*/ 69 h 83"/>
                <a:gd name="T14" fmla="*/ 71 w 90"/>
                <a:gd name="T15" fmla="*/ 41 h 83"/>
                <a:gd name="T16" fmla="*/ 38 w 90"/>
                <a:gd name="T17" fmla="*/ 13 h 83"/>
                <a:gd name="T18" fmla="*/ 17 w 90"/>
                <a:gd name="T19" fmla="*/ 13 h 83"/>
                <a:gd name="T20" fmla="*/ 17 w 90"/>
                <a:gd name="T21" fmla="*/ 69 h 83"/>
                <a:gd name="T22" fmla="*/ 38 w 90"/>
                <a:gd name="T23" fmla="*/ 6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3">
                  <a:moveTo>
                    <a:pt x="0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69" y="0"/>
                    <a:pt x="90" y="17"/>
                    <a:pt x="90" y="41"/>
                  </a:cubicBezTo>
                  <a:cubicBezTo>
                    <a:pt x="90" y="66"/>
                    <a:pt x="69" y="83"/>
                    <a:pt x="3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38" y="69"/>
                  </a:moveTo>
                  <a:cubicBezTo>
                    <a:pt x="58" y="69"/>
                    <a:pt x="71" y="58"/>
                    <a:pt x="71" y="41"/>
                  </a:cubicBezTo>
                  <a:cubicBezTo>
                    <a:pt x="71" y="25"/>
                    <a:pt x="58" y="13"/>
                    <a:pt x="3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69"/>
                    <a:pt x="17" y="69"/>
                    <a:pt x="17" y="69"/>
                  </a:cubicBezTo>
                  <a:lnTo>
                    <a:pt x="38" y="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4" name="Rectangle 13">
              <a:extLst>
                <a:ext uri="{FF2B5EF4-FFF2-40B4-BE49-F238E27FC236}">
                  <a16:creationId xmlns:a16="http://schemas.microsoft.com/office/drawing/2014/main" id="{C7A9DE05-D821-47C5-B72B-E1BAE50B5C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929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F768AD06-087D-4329-8F8C-1F1968C4F3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557" y="3724904"/>
              <a:ext cx="94460" cy="98523"/>
            </a:xfrm>
            <a:custGeom>
              <a:avLst/>
              <a:gdLst>
                <a:gd name="T0" fmla="*/ 0 w 93"/>
                <a:gd name="T1" fmla="*/ 15 h 97"/>
                <a:gd name="T2" fmla="*/ 0 w 93"/>
                <a:gd name="T3" fmla="*/ 0 h 97"/>
                <a:gd name="T4" fmla="*/ 93 w 93"/>
                <a:gd name="T5" fmla="*/ 0 h 97"/>
                <a:gd name="T6" fmla="*/ 93 w 93"/>
                <a:gd name="T7" fmla="*/ 15 h 97"/>
                <a:gd name="T8" fmla="*/ 56 w 93"/>
                <a:gd name="T9" fmla="*/ 15 h 97"/>
                <a:gd name="T10" fmla="*/ 56 w 93"/>
                <a:gd name="T11" fmla="*/ 97 h 97"/>
                <a:gd name="T12" fmla="*/ 36 w 93"/>
                <a:gd name="T13" fmla="*/ 97 h 97"/>
                <a:gd name="T14" fmla="*/ 36 w 93"/>
                <a:gd name="T15" fmla="*/ 15 h 97"/>
                <a:gd name="T16" fmla="*/ 0 w 93"/>
                <a:gd name="T17" fmla="*/ 1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97">
                  <a:moveTo>
                    <a:pt x="0" y="15"/>
                  </a:moveTo>
                  <a:lnTo>
                    <a:pt x="0" y="0"/>
                  </a:lnTo>
                  <a:lnTo>
                    <a:pt x="93" y="0"/>
                  </a:lnTo>
                  <a:lnTo>
                    <a:pt x="93" y="15"/>
                  </a:lnTo>
                  <a:lnTo>
                    <a:pt x="56" y="15"/>
                  </a:lnTo>
                  <a:lnTo>
                    <a:pt x="56" y="97"/>
                  </a:lnTo>
                  <a:lnTo>
                    <a:pt x="36" y="97"/>
                  </a:lnTo>
                  <a:lnTo>
                    <a:pt x="36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77053458-7712-426B-9531-A6F4B359C3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70552" y="3724904"/>
              <a:ext cx="121884" cy="98523"/>
            </a:xfrm>
            <a:custGeom>
              <a:avLst/>
              <a:gdLst>
                <a:gd name="T0" fmla="*/ 85 w 120"/>
                <a:gd name="T1" fmla="*/ 73 h 97"/>
                <a:gd name="T2" fmla="*/ 32 w 120"/>
                <a:gd name="T3" fmla="*/ 73 h 97"/>
                <a:gd name="T4" fmla="*/ 21 w 120"/>
                <a:gd name="T5" fmla="*/ 97 h 97"/>
                <a:gd name="T6" fmla="*/ 0 w 120"/>
                <a:gd name="T7" fmla="*/ 97 h 97"/>
                <a:gd name="T8" fmla="*/ 50 w 120"/>
                <a:gd name="T9" fmla="*/ 0 h 97"/>
                <a:gd name="T10" fmla="*/ 70 w 120"/>
                <a:gd name="T11" fmla="*/ 0 h 97"/>
                <a:gd name="T12" fmla="*/ 120 w 120"/>
                <a:gd name="T13" fmla="*/ 97 h 97"/>
                <a:gd name="T14" fmla="*/ 97 w 120"/>
                <a:gd name="T15" fmla="*/ 97 h 97"/>
                <a:gd name="T16" fmla="*/ 85 w 120"/>
                <a:gd name="T17" fmla="*/ 73 h 97"/>
                <a:gd name="T18" fmla="*/ 77 w 120"/>
                <a:gd name="T19" fmla="*/ 58 h 97"/>
                <a:gd name="T20" fmla="*/ 59 w 120"/>
                <a:gd name="T21" fmla="*/ 20 h 97"/>
                <a:gd name="T22" fmla="*/ 40 w 120"/>
                <a:gd name="T23" fmla="*/ 58 h 97"/>
                <a:gd name="T24" fmla="*/ 77 w 120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7">
                  <a:moveTo>
                    <a:pt x="85" y="73"/>
                  </a:moveTo>
                  <a:lnTo>
                    <a:pt x="32" y="73"/>
                  </a:lnTo>
                  <a:lnTo>
                    <a:pt x="21" y="97"/>
                  </a:lnTo>
                  <a:lnTo>
                    <a:pt x="0" y="97"/>
                  </a:lnTo>
                  <a:lnTo>
                    <a:pt x="50" y="0"/>
                  </a:lnTo>
                  <a:lnTo>
                    <a:pt x="70" y="0"/>
                  </a:lnTo>
                  <a:lnTo>
                    <a:pt x="120" y="97"/>
                  </a:lnTo>
                  <a:lnTo>
                    <a:pt x="97" y="97"/>
                  </a:lnTo>
                  <a:lnTo>
                    <a:pt x="85" y="73"/>
                  </a:lnTo>
                  <a:close/>
                  <a:moveTo>
                    <a:pt x="77" y="58"/>
                  </a:moveTo>
                  <a:lnTo>
                    <a:pt x="59" y="20"/>
                  </a:lnTo>
                  <a:lnTo>
                    <a:pt x="40" y="58"/>
                  </a:lnTo>
                  <a:lnTo>
                    <a:pt x="77" y="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BAC1616D-71D8-44FE-A7BE-A74D1FEA5E4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498" y="3723888"/>
              <a:ext cx="108680" cy="100555"/>
            </a:xfrm>
            <a:custGeom>
              <a:avLst/>
              <a:gdLst>
                <a:gd name="T0" fmla="*/ 52 w 93"/>
                <a:gd name="T1" fmla="*/ 0 h 85"/>
                <a:gd name="T2" fmla="*/ 89 w 93"/>
                <a:gd name="T3" fmla="*/ 11 h 85"/>
                <a:gd name="T4" fmla="*/ 80 w 93"/>
                <a:gd name="T5" fmla="*/ 22 h 85"/>
                <a:gd name="T6" fmla="*/ 53 w 93"/>
                <a:gd name="T7" fmla="*/ 12 h 85"/>
                <a:gd name="T8" fmla="*/ 18 w 93"/>
                <a:gd name="T9" fmla="*/ 42 h 85"/>
                <a:gd name="T10" fmla="*/ 52 w 93"/>
                <a:gd name="T11" fmla="*/ 72 h 85"/>
                <a:gd name="T12" fmla="*/ 76 w 93"/>
                <a:gd name="T13" fmla="*/ 66 h 85"/>
                <a:gd name="T14" fmla="*/ 76 w 93"/>
                <a:gd name="T15" fmla="*/ 50 h 85"/>
                <a:gd name="T16" fmla="*/ 51 w 93"/>
                <a:gd name="T17" fmla="*/ 50 h 85"/>
                <a:gd name="T18" fmla="*/ 51 w 93"/>
                <a:gd name="T19" fmla="*/ 37 h 85"/>
                <a:gd name="T20" fmla="*/ 93 w 93"/>
                <a:gd name="T21" fmla="*/ 37 h 85"/>
                <a:gd name="T22" fmla="*/ 93 w 93"/>
                <a:gd name="T23" fmla="*/ 72 h 85"/>
                <a:gd name="T24" fmla="*/ 52 w 93"/>
                <a:gd name="T25" fmla="*/ 85 h 85"/>
                <a:gd name="T26" fmla="*/ 0 w 93"/>
                <a:gd name="T27" fmla="*/ 42 h 85"/>
                <a:gd name="T28" fmla="*/ 52 w 93"/>
                <a:gd name="T2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4"/>
                    <a:pt x="18" y="42"/>
                  </a:cubicBezTo>
                  <a:cubicBezTo>
                    <a:pt x="18" y="59"/>
                    <a:pt x="32" y="72"/>
                    <a:pt x="52" y="72"/>
                  </a:cubicBezTo>
                  <a:cubicBezTo>
                    <a:pt x="61" y="72"/>
                    <a:pt x="70" y="70"/>
                    <a:pt x="76" y="66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3" y="72"/>
                    <a:pt x="93" y="72"/>
                    <a:pt x="93" y="72"/>
                  </a:cubicBezTo>
                  <a:cubicBezTo>
                    <a:pt x="83" y="79"/>
                    <a:pt x="69" y="85"/>
                    <a:pt x="52" y="85"/>
                  </a:cubicBezTo>
                  <a:cubicBezTo>
                    <a:pt x="21" y="85"/>
                    <a:pt x="0" y="67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E11B8C80-E918-436C-8572-E418EB17E3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9555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9" name="Rectangle 18">
              <a:extLst>
                <a:ext uri="{FF2B5EF4-FFF2-40B4-BE49-F238E27FC236}">
                  <a16:creationId xmlns:a16="http://schemas.microsoft.com/office/drawing/2014/main" id="{F0E6DBE4-7BEF-433A-9C58-005B233279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9408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1C80E2D6-727B-4939-9574-5E5A91C7B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2067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8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8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4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1" name="Freeform 20">
              <a:extLst>
                <a:ext uri="{FF2B5EF4-FFF2-40B4-BE49-F238E27FC236}">
                  <a16:creationId xmlns:a16="http://schemas.microsoft.com/office/drawing/2014/main" id="{F2A93083-D4EA-4806-95B0-6C0B1DD0C4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1763" y="3723888"/>
              <a:ext cx="123915" cy="100555"/>
            </a:xfrm>
            <a:custGeom>
              <a:avLst/>
              <a:gdLst>
                <a:gd name="T0" fmla="*/ 0 w 105"/>
                <a:gd name="T1" fmla="*/ 42 h 85"/>
                <a:gd name="T2" fmla="*/ 52 w 105"/>
                <a:gd name="T3" fmla="*/ 0 h 85"/>
                <a:gd name="T4" fmla="*/ 105 w 105"/>
                <a:gd name="T5" fmla="*/ 42 h 85"/>
                <a:gd name="T6" fmla="*/ 52 w 105"/>
                <a:gd name="T7" fmla="*/ 85 h 85"/>
                <a:gd name="T8" fmla="*/ 0 w 105"/>
                <a:gd name="T9" fmla="*/ 42 h 85"/>
                <a:gd name="T10" fmla="*/ 19 w 105"/>
                <a:gd name="T11" fmla="*/ 42 h 85"/>
                <a:gd name="T12" fmla="*/ 52 w 105"/>
                <a:gd name="T13" fmla="*/ 72 h 85"/>
                <a:gd name="T14" fmla="*/ 86 w 105"/>
                <a:gd name="T15" fmla="*/ 42 h 85"/>
                <a:gd name="T16" fmla="*/ 52 w 105"/>
                <a:gd name="T17" fmla="*/ 12 h 85"/>
                <a:gd name="T18" fmla="*/ 19 w 105"/>
                <a:gd name="T19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" h="85">
                  <a:moveTo>
                    <a:pt x="0" y="42"/>
                  </a:moveTo>
                  <a:cubicBezTo>
                    <a:pt x="0" y="19"/>
                    <a:pt x="22" y="0"/>
                    <a:pt x="52" y="0"/>
                  </a:cubicBezTo>
                  <a:cubicBezTo>
                    <a:pt x="83" y="0"/>
                    <a:pt x="105" y="19"/>
                    <a:pt x="105" y="42"/>
                  </a:cubicBezTo>
                  <a:cubicBezTo>
                    <a:pt x="105" y="66"/>
                    <a:pt x="83" y="85"/>
                    <a:pt x="52" y="85"/>
                  </a:cubicBezTo>
                  <a:cubicBezTo>
                    <a:pt x="22" y="85"/>
                    <a:pt x="0" y="66"/>
                    <a:pt x="0" y="42"/>
                  </a:cubicBezTo>
                  <a:close/>
                  <a:moveTo>
                    <a:pt x="19" y="42"/>
                  </a:moveTo>
                  <a:cubicBezTo>
                    <a:pt x="19" y="59"/>
                    <a:pt x="32" y="72"/>
                    <a:pt x="52" y="72"/>
                  </a:cubicBezTo>
                  <a:cubicBezTo>
                    <a:pt x="72" y="72"/>
                    <a:pt x="86" y="59"/>
                    <a:pt x="86" y="42"/>
                  </a:cubicBezTo>
                  <a:cubicBezTo>
                    <a:pt x="86" y="26"/>
                    <a:pt x="72" y="12"/>
                    <a:pt x="52" y="12"/>
                  </a:cubicBezTo>
                  <a:cubicBezTo>
                    <a:pt x="32" y="12"/>
                    <a:pt x="19" y="26"/>
                    <a:pt x="19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2" name="Freeform 21">
              <a:extLst>
                <a:ext uri="{FF2B5EF4-FFF2-40B4-BE49-F238E27FC236}">
                  <a16:creationId xmlns:a16="http://schemas.microsoft.com/office/drawing/2014/main" id="{58BD1E3B-CC7A-4F14-8840-9BB452B74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1929" y="3724904"/>
              <a:ext cx="82272" cy="98523"/>
            </a:xfrm>
            <a:custGeom>
              <a:avLst/>
              <a:gdLst>
                <a:gd name="T0" fmla="*/ 0 w 81"/>
                <a:gd name="T1" fmla="*/ 0 h 97"/>
                <a:gd name="T2" fmla="*/ 20 w 81"/>
                <a:gd name="T3" fmla="*/ 0 h 97"/>
                <a:gd name="T4" fmla="*/ 20 w 81"/>
                <a:gd name="T5" fmla="*/ 81 h 97"/>
                <a:gd name="T6" fmla="*/ 81 w 81"/>
                <a:gd name="T7" fmla="*/ 81 h 97"/>
                <a:gd name="T8" fmla="*/ 81 w 81"/>
                <a:gd name="T9" fmla="*/ 97 h 97"/>
                <a:gd name="T10" fmla="*/ 0 w 81"/>
                <a:gd name="T11" fmla="*/ 97 h 97"/>
                <a:gd name="T12" fmla="*/ 0 w 81"/>
                <a:gd name="T13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97">
                  <a:moveTo>
                    <a:pt x="0" y="0"/>
                  </a:moveTo>
                  <a:lnTo>
                    <a:pt x="20" y="0"/>
                  </a:lnTo>
                  <a:lnTo>
                    <a:pt x="20" y="81"/>
                  </a:lnTo>
                  <a:lnTo>
                    <a:pt x="81" y="81"/>
                  </a:lnTo>
                  <a:lnTo>
                    <a:pt x="81" y="97"/>
                  </a:lnTo>
                  <a:lnTo>
                    <a:pt x="0" y="9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3" name="Freeform 22">
              <a:extLst>
                <a:ext uri="{FF2B5EF4-FFF2-40B4-BE49-F238E27FC236}">
                  <a16:creationId xmlns:a16="http://schemas.microsoft.com/office/drawing/2014/main" id="{F8C63C75-E6C6-4D52-959F-74FD6077AAE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4359" y="3724904"/>
              <a:ext cx="89382" cy="98523"/>
            </a:xfrm>
            <a:custGeom>
              <a:avLst/>
              <a:gdLst>
                <a:gd name="T0" fmla="*/ 0 w 76"/>
                <a:gd name="T1" fmla="*/ 59 h 83"/>
                <a:gd name="T2" fmla="*/ 0 w 76"/>
                <a:gd name="T3" fmla="*/ 0 h 83"/>
                <a:gd name="T4" fmla="*/ 75 w 76"/>
                <a:gd name="T5" fmla="*/ 0 h 83"/>
                <a:gd name="T6" fmla="*/ 75 w 76"/>
                <a:gd name="T7" fmla="*/ 13 h 83"/>
                <a:gd name="T8" fmla="*/ 18 w 76"/>
                <a:gd name="T9" fmla="*/ 13 h 83"/>
                <a:gd name="T10" fmla="*/ 18 w 76"/>
                <a:gd name="T11" fmla="*/ 33 h 83"/>
                <a:gd name="T12" fmla="*/ 70 w 76"/>
                <a:gd name="T13" fmla="*/ 33 h 83"/>
                <a:gd name="T14" fmla="*/ 70 w 76"/>
                <a:gd name="T15" fmla="*/ 46 h 83"/>
                <a:gd name="T16" fmla="*/ 18 w 76"/>
                <a:gd name="T17" fmla="*/ 46 h 83"/>
                <a:gd name="T18" fmla="*/ 18 w 76"/>
                <a:gd name="T19" fmla="*/ 59 h 83"/>
                <a:gd name="T20" fmla="*/ 28 w 76"/>
                <a:gd name="T21" fmla="*/ 69 h 83"/>
                <a:gd name="T22" fmla="*/ 76 w 76"/>
                <a:gd name="T23" fmla="*/ 69 h 83"/>
                <a:gd name="T24" fmla="*/ 76 w 76"/>
                <a:gd name="T25" fmla="*/ 83 h 83"/>
                <a:gd name="T26" fmla="*/ 24 w 76"/>
                <a:gd name="T27" fmla="*/ 83 h 83"/>
                <a:gd name="T28" fmla="*/ 0 w 76"/>
                <a:gd name="T29" fmla="*/ 5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83">
                  <a:moveTo>
                    <a:pt x="0" y="5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66"/>
                    <a:pt x="21" y="69"/>
                    <a:pt x="28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9" y="83"/>
                    <a:pt x="0" y="74"/>
                    <a:pt x="0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4" name="Freeform 23">
              <a:extLst>
                <a:ext uri="{FF2B5EF4-FFF2-40B4-BE49-F238E27FC236}">
                  <a16:creationId xmlns:a16="http://schemas.microsoft.com/office/drawing/2014/main" id="{A54CD86D-D83D-4A42-9D87-2EEE8CC58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2651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5"/>
                    <a:pt x="18" y="42"/>
                  </a:cubicBezTo>
                  <a:cubicBezTo>
                    <a:pt x="18" y="60"/>
                    <a:pt x="34" y="72"/>
                    <a:pt x="53" y="72"/>
                  </a:cubicBezTo>
                  <a:cubicBezTo>
                    <a:pt x="65" y="72"/>
                    <a:pt x="73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6" name="Rectangle 24">
              <a:extLst>
                <a:ext uri="{FF2B5EF4-FFF2-40B4-BE49-F238E27FC236}">
                  <a16:creationId xmlns:a16="http://schemas.microsoft.com/office/drawing/2014/main" id="{9B7A3542-6625-495C-8EB1-1280EB813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6566" y="3724904"/>
              <a:ext cx="20314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7" name="Freeform 25">
              <a:extLst>
                <a:ext uri="{FF2B5EF4-FFF2-40B4-BE49-F238E27FC236}">
                  <a16:creationId xmlns:a16="http://schemas.microsoft.com/office/drawing/2014/main" id="{D6603E0D-04C9-4A38-AD58-82A51F83F8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6335" y="3724904"/>
              <a:ext cx="100555" cy="98523"/>
            </a:xfrm>
            <a:custGeom>
              <a:avLst/>
              <a:gdLst>
                <a:gd name="T0" fmla="*/ 86 w 86"/>
                <a:gd name="T1" fmla="*/ 59 h 83"/>
                <a:gd name="T2" fmla="*/ 51 w 86"/>
                <a:gd name="T3" fmla="*/ 83 h 83"/>
                <a:gd name="T4" fmla="*/ 0 w 86"/>
                <a:gd name="T5" fmla="*/ 83 h 83"/>
                <a:gd name="T6" fmla="*/ 0 w 86"/>
                <a:gd name="T7" fmla="*/ 0 h 83"/>
                <a:gd name="T8" fmla="*/ 48 w 86"/>
                <a:gd name="T9" fmla="*/ 0 h 83"/>
                <a:gd name="T10" fmla="*/ 82 w 86"/>
                <a:gd name="T11" fmla="*/ 23 h 83"/>
                <a:gd name="T12" fmla="*/ 69 w 86"/>
                <a:gd name="T13" fmla="*/ 40 h 83"/>
                <a:gd name="T14" fmla="*/ 86 w 86"/>
                <a:gd name="T15" fmla="*/ 59 h 83"/>
                <a:gd name="T16" fmla="*/ 17 w 86"/>
                <a:gd name="T17" fmla="*/ 13 h 83"/>
                <a:gd name="T18" fmla="*/ 17 w 86"/>
                <a:gd name="T19" fmla="*/ 34 h 83"/>
                <a:gd name="T20" fmla="*/ 47 w 86"/>
                <a:gd name="T21" fmla="*/ 34 h 83"/>
                <a:gd name="T22" fmla="*/ 63 w 86"/>
                <a:gd name="T23" fmla="*/ 24 h 83"/>
                <a:gd name="T24" fmla="*/ 46 w 86"/>
                <a:gd name="T25" fmla="*/ 13 h 83"/>
                <a:gd name="T26" fmla="*/ 17 w 86"/>
                <a:gd name="T27" fmla="*/ 13 h 83"/>
                <a:gd name="T28" fmla="*/ 67 w 86"/>
                <a:gd name="T29" fmla="*/ 58 h 83"/>
                <a:gd name="T30" fmla="*/ 50 w 86"/>
                <a:gd name="T31" fmla="*/ 47 h 83"/>
                <a:gd name="T32" fmla="*/ 17 w 86"/>
                <a:gd name="T33" fmla="*/ 47 h 83"/>
                <a:gd name="T34" fmla="*/ 17 w 86"/>
                <a:gd name="T35" fmla="*/ 69 h 83"/>
                <a:gd name="T36" fmla="*/ 50 w 86"/>
                <a:gd name="T37" fmla="*/ 69 h 83"/>
                <a:gd name="T38" fmla="*/ 67 w 86"/>
                <a:gd name="T39" fmla="*/ 5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" h="83">
                  <a:moveTo>
                    <a:pt x="86" y="59"/>
                  </a:moveTo>
                  <a:cubicBezTo>
                    <a:pt x="86" y="74"/>
                    <a:pt x="70" y="83"/>
                    <a:pt x="51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7" y="0"/>
                    <a:pt x="82" y="8"/>
                    <a:pt x="82" y="23"/>
                  </a:cubicBezTo>
                  <a:cubicBezTo>
                    <a:pt x="82" y="31"/>
                    <a:pt x="77" y="37"/>
                    <a:pt x="69" y="40"/>
                  </a:cubicBezTo>
                  <a:cubicBezTo>
                    <a:pt x="79" y="43"/>
                    <a:pt x="86" y="49"/>
                    <a:pt x="86" y="59"/>
                  </a:cubicBezTo>
                  <a:close/>
                  <a:moveTo>
                    <a:pt x="17" y="13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57" y="34"/>
                    <a:pt x="63" y="31"/>
                    <a:pt x="63" y="24"/>
                  </a:cubicBezTo>
                  <a:cubicBezTo>
                    <a:pt x="63" y="17"/>
                    <a:pt x="57" y="13"/>
                    <a:pt x="46" y="13"/>
                  </a:cubicBezTo>
                  <a:lnTo>
                    <a:pt x="17" y="13"/>
                  </a:lnTo>
                  <a:close/>
                  <a:moveTo>
                    <a:pt x="67" y="58"/>
                  </a:moveTo>
                  <a:cubicBezTo>
                    <a:pt x="67" y="51"/>
                    <a:pt x="60" y="47"/>
                    <a:pt x="50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60" y="69"/>
                    <a:pt x="67" y="65"/>
                    <a:pt x="67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50042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locks_V2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BCF5F30-D370-4466-83E8-53B40DAB5648}"/>
              </a:ext>
            </a:extLst>
          </p:cNvPr>
          <p:cNvSpPr/>
          <p:nvPr userDrawn="1"/>
        </p:nvSpPr>
        <p:spPr>
          <a:xfrm>
            <a:off x="96000" y="111627"/>
            <a:ext cx="12000000" cy="6492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noProof="0">
              <a:solidFill>
                <a:schemeClr val="accent1"/>
              </a:solidFill>
            </a:endParaRPr>
          </a:p>
        </p:txBody>
      </p:sp>
      <p:sp>
        <p:nvSpPr>
          <p:cNvPr id="45" name="Title 13">
            <a:extLst>
              <a:ext uri="{FF2B5EF4-FFF2-40B4-BE49-F238E27FC236}">
                <a16:creationId xmlns:a16="http://schemas.microsoft.com/office/drawing/2014/main" id="{D112AC07-9248-4648-9D69-E1265AB203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321" y="277913"/>
            <a:ext cx="10522800" cy="86177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28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This is the slide title </a:t>
            </a:r>
            <a:br>
              <a:rPr lang="en-US" noProof="0" dirty="0"/>
            </a:br>
            <a:r>
              <a:rPr lang="en-US" noProof="0" dirty="0"/>
              <a:t>in 2 lines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EB7CAC-DAA2-457B-A482-FE1445D93314}"/>
              </a:ext>
            </a:extLst>
          </p:cNvPr>
          <p:cNvCxnSpPr>
            <a:cxnSpLocks/>
          </p:cNvCxnSpPr>
          <p:nvPr userDrawn="1"/>
        </p:nvCxnSpPr>
        <p:spPr>
          <a:xfrm>
            <a:off x="4373595" y="2063439"/>
            <a:ext cx="0" cy="3718800"/>
          </a:xfrm>
          <a:prstGeom prst="line">
            <a:avLst/>
          </a:prstGeom>
          <a:ln w="9525">
            <a:solidFill>
              <a:schemeClr val="bg2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7FE814C-4A5E-48CD-AEE6-112F480880E9}"/>
              </a:ext>
            </a:extLst>
          </p:cNvPr>
          <p:cNvCxnSpPr>
            <a:cxnSpLocks/>
          </p:cNvCxnSpPr>
          <p:nvPr userDrawn="1"/>
        </p:nvCxnSpPr>
        <p:spPr>
          <a:xfrm>
            <a:off x="7818161" y="2063439"/>
            <a:ext cx="0" cy="3717088"/>
          </a:xfrm>
          <a:prstGeom prst="line">
            <a:avLst/>
          </a:prstGeom>
          <a:ln w="9525">
            <a:solidFill>
              <a:schemeClr val="bg2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FD54FA2-D3A1-446A-9263-346EB89CFF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AEEB37-C3B4-D24C-B106-A5EF35DCA9BE}"/>
              </a:ext>
            </a:extLst>
          </p:cNvPr>
          <p:cNvSpPr/>
          <p:nvPr userDrawn="1"/>
        </p:nvSpPr>
        <p:spPr>
          <a:xfrm>
            <a:off x="610311" y="1259335"/>
            <a:ext cx="823380" cy="99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E0C817D-6E5F-9247-A961-9BBDFF36F7D9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5F3D6892-36B9-884C-8198-B05E40A2F8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ABED82F1-6BD1-40EA-A453-B1EDC7C50E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76115" y="1645737"/>
            <a:ext cx="2750398" cy="972000"/>
          </a:xfrm>
          <a:custGeom>
            <a:avLst/>
            <a:gdLst>
              <a:gd name="connsiteX0" fmla="*/ 0 w 1552318"/>
              <a:gd name="connsiteY0" fmla="*/ 0 h 1293311"/>
              <a:gd name="connsiteX1" fmla="*/ 1552318 w 1552318"/>
              <a:gd name="connsiteY1" fmla="*/ 0 h 1293311"/>
              <a:gd name="connsiteX2" fmla="*/ 1552318 w 1552318"/>
              <a:gd name="connsiteY2" fmla="*/ 1293311 h 1293311"/>
              <a:gd name="connsiteX3" fmla="*/ 0 w 1552318"/>
              <a:gd name="connsiteY3" fmla="*/ 1293311 h 129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2318" h="1293311">
                <a:moveTo>
                  <a:pt x="0" y="0"/>
                </a:moveTo>
                <a:lnTo>
                  <a:pt x="1552318" y="0"/>
                </a:lnTo>
                <a:lnTo>
                  <a:pt x="1552318" y="1293311"/>
                </a:lnTo>
                <a:lnTo>
                  <a:pt x="0" y="1293311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B57E95CB-11B0-4065-9090-047B81E8068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20679" y="1645737"/>
            <a:ext cx="2750398" cy="972000"/>
          </a:xfrm>
          <a:custGeom>
            <a:avLst/>
            <a:gdLst>
              <a:gd name="connsiteX0" fmla="*/ 0 w 1552318"/>
              <a:gd name="connsiteY0" fmla="*/ 0 h 1293311"/>
              <a:gd name="connsiteX1" fmla="*/ 1552318 w 1552318"/>
              <a:gd name="connsiteY1" fmla="*/ 0 h 1293311"/>
              <a:gd name="connsiteX2" fmla="*/ 1552318 w 1552318"/>
              <a:gd name="connsiteY2" fmla="*/ 1293311 h 1293311"/>
              <a:gd name="connsiteX3" fmla="*/ 0 w 1552318"/>
              <a:gd name="connsiteY3" fmla="*/ 1293311 h 129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2318" h="1293311">
                <a:moveTo>
                  <a:pt x="0" y="0"/>
                </a:moveTo>
                <a:lnTo>
                  <a:pt x="1552318" y="0"/>
                </a:lnTo>
                <a:lnTo>
                  <a:pt x="1552318" y="1293311"/>
                </a:lnTo>
                <a:lnTo>
                  <a:pt x="0" y="129331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00EC5588-1F02-4F2D-8466-3CFBE2490B5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65247" y="1645737"/>
            <a:ext cx="2750385" cy="972000"/>
          </a:xfrm>
          <a:custGeom>
            <a:avLst/>
            <a:gdLst>
              <a:gd name="connsiteX0" fmla="*/ 0 w 1552318"/>
              <a:gd name="connsiteY0" fmla="*/ 0 h 1293311"/>
              <a:gd name="connsiteX1" fmla="*/ 1552318 w 1552318"/>
              <a:gd name="connsiteY1" fmla="*/ 0 h 1293311"/>
              <a:gd name="connsiteX2" fmla="*/ 1552318 w 1552318"/>
              <a:gd name="connsiteY2" fmla="*/ 1293311 h 1293311"/>
              <a:gd name="connsiteX3" fmla="*/ 0 w 1552318"/>
              <a:gd name="connsiteY3" fmla="*/ 1293311 h 129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2318" h="1293311">
                <a:moveTo>
                  <a:pt x="0" y="0"/>
                </a:moveTo>
                <a:lnTo>
                  <a:pt x="1552318" y="0"/>
                </a:lnTo>
                <a:lnTo>
                  <a:pt x="1552318" y="1293311"/>
                </a:lnTo>
                <a:lnTo>
                  <a:pt x="0" y="129331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0F3000-290E-4FAF-9CC4-2ACDFC1F2A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6113" y="2806700"/>
            <a:ext cx="2750397" cy="3175200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defRPr sz="14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10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D639F49-0893-4078-AC02-B395D7D4A66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20680" y="2806700"/>
            <a:ext cx="2750397" cy="3175200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defRPr sz="14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10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42C8828-AA13-4F37-AA1C-B213F19226A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65235" y="2806700"/>
            <a:ext cx="2750397" cy="3175200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defRPr sz="14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10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4F844B16-EF1F-4112-BA74-16B0DA4B89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accent6"/>
                </a:solidFill>
              </a:defRPr>
            </a:lvl1pPr>
          </a:lstStyle>
          <a:p>
            <a:fld id="{AC4D35D5-B85C-46EE-8678-3371EFD512A8}" type="datetime3">
              <a:rPr lang="en-US" smtClean="0"/>
              <a:t>3 November 2025</a:t>
            </a:fld>
            <a:endParaRPr lang="fr-FR" dirty="0"/>
          </a:p>
        </p:txBody>
      </p:sp>
      <p:grpSp>
        <p:nvGrpSpPr>
          <p:cNvPr id="25" name="Groupe 250">
            <a:extLst>
              <a:ext uri="{FF2B5EF4-FFF2-40B4-BE49-F238E27FC236}">
                <a16:creationId xmlns:a16="http://schemas.microsoft.com/office/drawing/2014/main" id="{FE502397-9DDE-4D99-ABF4-3561BD5B6C90}"/>
              </a:ext>
            </a:extLst>
          </p:cNvPr>
          <p:cNvGrpSpPr/>
          <p:nvPr userDrawn="1"/>
        </p:nvGrpSpPr>
        <p:grpSpPr>
          <a:xfrm>
            <a:off x="5456917" y="6670035"/>
            <a:ext cx="1278167" cy="125311"/>
            <a:chOff x="5629458" y="3655836"/>
            <a:chExt cx="2227432" cy="218376"/>
          </a:xfrm>
          <a:solidFill>
            <a:srgbClr val="5E6A71"/>
          </a:solidFill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BDC52441-F6EF-466F-9AC8-2A1A9596E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975" y="3775689"/>
              <a:ext cx="61958" cy="55864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" name="Rectangle 6">
              <a:extLst>
                <a:ext uri="{FF2B5EF4-FFF2-40B4-BE49-F238E27FC236}">
                  <a16:creationId xmlns:a16="http://schemas.microsoft.com/office/drawing/2014/main" id="{C3DA4F78-704B-46BE-9F66-11092E044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662" y="3849835"/>
              <a:ext cx="284396" cy="2437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AB080888-5AEE-4A97-BA02-DD1699DB6D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1195" y="3655836"/>
              <a:ext cx="77193" cy="62973"/>
            </a:xfrm>
            <a:custGeom>
              <a:avLst/>
              <a:gdLst>
                <a:gd name="T0" fmla="*/ 66 w 66"/>
                <a:gd name="T1" fmla="*/ 25 h 53"/>
                <a:gd name="T2" fmla="*/ 19 w 66"/>
                <a:gd name="T3" fmla="*/ 50 h 53"/>
                <a:gd name="T4" fmla="*/ 7 w 66"/>
                <a:gd name="T5" fmla="*/ 48 h 53"/>
                <a:gd name="T6" fmla="*/ 0 w 66"/>
                <a:gd name="T7" fmla="*/ 31 h 53"/>
                <a:gd name="T8" fmla="*/ 8 w 66"/>
                <a:gd name="T9" fmla="*/ 31 h 53"/>
                <a:gd name="T10" fmla="*/ 66 w 66"/>
                <a:gd name="T11" fmla="*/ 0 h 53"/>
                <a:gd name="T12" fmla="*/ 66 w 66"/>
                <a:gd name="T13" fmla="*/ 2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53">
                  <a:moveTo>
                    <a:pt x="66" y="25"/>
                  </a:moveTo>
                  <a:cubicBezTo>
                    <a:pt x="66" y="25"/>
                    <a:pt x="28" y="47"/>
                    <a:pt x="19" y="50"/>
                  </a:cubicBezTo>
                  <a:cubicBezTo>
                    <a:pt x="11" y="53"/>
                    <a:pt x="8" y="49"/>
                    <a:pt x="7" y="48"/>
                  </a:cubicBezTo>
                  <a:cubicBezTo>
                    <a:pt x="4" y="44"/>
                    <a:pt x="1" y="33"/>
                    <a:pt x="0" y="31"/>
                  </a:cubicBezTo>
                  <a:cubicBezTo>
                    <a:pt x="1" y="31"/>
                    <a:pt x="3" y="32"/>
                    <a:pt x="8" y="31"/>
                  </a:cubicBezTo>
                  <a:cubicBezTo>
                    <a:pt x="13" y="29"/>
                    <a:pt x="66" y="0"/>
                    <a:pt x="66" y="0"/>
                  </a:cubicBezTo>
                  <a:cubicBezTo>
                    <a:pt x="66" y="25"/>
                    <a:pt x="66" y="25"/>
                    <a:pt x="66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1" name="Freeform 8">
              <a:extLst>
                <a:ext uri="{FF2B5EF4-FFF2-40B4-BE49-F238E27FC236}">
                  <a16:creationId xmlns:a16="http://schemas.microsoft.com/office/drawing/2014/main" id="{29720658-7E48-4546-A48B-EC8780559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458" y="3669040"/>
              <a:ext cx="318930" cy="18384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" name="Freeform 9">
              <a:extLst>
                <a:ext uri="{FF2B5EF4-FFF2-40B4-BE49-F238E27FC236}">
                  <a16:creationId xmlns:a16="http://schemas.microsoft.com/office/drawing/2014/main" id="{27320B65-0E6F-4331-8F04-194BA8AE67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3550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5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5" name="Freeform 10">
              <a:extLst>
                <a:ext uri="{FF2B5EF4-FFF2-40B4-BE49-F238E27FC236}">
                  <a16:creationId xmlns:a16="http://schemas.microsoft.com/office/drawing/2014/main" id="{91E923F3-D86A-4F7F-B11F-852B657C55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8481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665F7040-22F0-43C7-8558-E3F7F8A538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4271" y="3696464"/>
              <a:ext cx="90398" cy="126963"/>
            </a:xfrm>
            <a:custGeom>
              <a:avLst/>
              <a:gdLst>
                <a:gd name="T0" fmla="*/ 0 w 77"/>
                <a:gd name="T1" fmla="*/ 83 h 107"/>
                <a:gd name="T2" fmla="*/ 0 w 77"/>
                <a:gd name="T3" fmla="*/ 24 h 107"/>
                <a:gd name="T4" fmla="*/ 75 w 77"/>
                <a:gd name="T5" fmla="*/ 24 h 107"/>
                <a:gd name="T6" fmla="*/ 75 w 77"/>
                <a:gd name="T7" fmla="*/ 37 h 107"/>
                <a:gd name="T8" fmla="*/ 18 w 77"/>
                <a:gd name="T9" fmla="*/ 37 h 107"/>
                <a:gd name="T10" fmla="*/ 18 w 77"/>
                <a:gd name="T11" fmla="*/ 57 h 107"/>
                <a:gd name="T12" fmla="*/ 70 w 77"/>
                <a:gd name="T13" fmla="*/ 57 h 107"/>
                <a:gd name="T14" fmla="*/ 70 w 77"/>
                <a:gd name="T15" fmla="*/ 70 h 107"/>
                <a:gd name="T16" fmla="*/ 18 w 77"/>
                <a:gd name="T17" fmla="*/ 70 h 107"/>
                <a:gd name="T18" fmla="*/ 18 w 77"/>
                <a:gd name="T19" fmla="*/ 83 h 107"/>
                <a:gd name="T20" fmla="*/ 28 w 77"/>
                <a:gd name="T21" fmla="*/ 93 h 107"/>
                <a:gd name="T22" fmla="*/ 77 w 77"/>
                <a:gd name="T23" fmla="*/ 93 h 107"/>
                <a:gd name="T24" fmla="*/ 77 w 77"/>
                <a:gd name="T25" fmla="*/ 107 h 107"/>
                <a:gd name="T26" fmla="*/ 24 w 77"/>
                <a:gd name="T27" fmla="*/ 107 h 107"/>
                <a:gd name="T28" fmla="*/ 0 w 77"/>
                <a:gd name="T29" fmla="*/ 83 h 107"/>
                <a:gd name="T30" fmla="*/ 57 w 77"/>
                <a:gd name="T31" fmla="*/ 0 h 107"/>
                <a:gd name="T32" fmla="*/ 43 w 77"/>
                <a:gd name="T33" fmla="*/ 15 h 107"/>
                <a:gd name="T34" fmla="*/ 28 w 77"/>
                <a:gd name="T35" fmla="*/ 15 h 107"/>
                <a:gd name="T36" fmla="*/ 39 w 77"/>
                <a:gd name="T37" fmla="*/ 0 h 107"/>
                <a:gd name="T38" fmla="*/ 57 w 77"/>
                <a:gd name="T39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" h="107">
                  <a:moveTo>
                    <a:pt x="0" y="83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90"/>
                    <a:pt x="21" y="93"/>
                    <a:pt x="28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107"/>
                    <a:pt x="77" y="107"/>
                    <a:pt x="77" y="107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9" y="107"/>
                    <a:pt x="0" y="98"/>
                    <a:pt x="0" y="83"/>
                  </a:cubicBezTo>
                  <a:close/>
                  <a:moveTo>
                    <a:pt x="57" y="0"/>
                  </a:moveTo>
                  <a:cubicBezTo>
                    <a:pt x="43" y="15"/>
                    <a:pt x="43" y="15"/>
                    <a:pt x="43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9" y="0"/>
                    <a:pt x="39" y="0"/>
                    <a:pt x="39" y="0"/>
                  </a:cubicBez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1E019060-6625-47DA-8518-EB4DFAA315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7014" y="3724904"/>
              <a:ext cx="105633" cy="98523"/>
            </a:xfrm>
            <a:custGeom>
              <a:avLst/>
              <a:gdLst>
                <a:gd name="T0" fmla="*/ 0 w 90"/>
                <a:gd name="T1" fmla="*/ 0 h 83"/>
                <a:gd name="T2" fmla="*/ 37 w 90"/>
                <a:gd name="T3" fmla="*/ 0 h 83"/>
                <a:gd name="T4" fmla="*/ 90 w 90"/>
                <a:gd name="T5" fmla="*/ 41 h 83"/>
                <a:gd name="T6" fmla="*/ 37 w 90"/>
                <a:gd name="T7" fmla="*/ 83 h 83"/>
                <a:gd name="T8" fmla="*/ 0 w 90"/>
                <a:gd name="T9" fmla="*/ 83 h 83"/>
                <a:gd name="T10" fmla="*/ 0 w 90"/>
                <a:gd name="T11" fmla="*/ 0 h 83"/>
                <a:gd name="T12" fmla="*/ 38 w 90"/>
                <a:gd name="T13" fmla="*/ 69 h 83"/>
                <a:gd name="T14" fmla="*/ 71 w 90"/>
                <a:gd name="T15" fmla="*/ 41 h 83"/>
                <a:gd name="T16" fmla="*/ 38 w 90"/>
                <a:gd name="T17" fmla="*/ 13 h 83"/>
                <a:gd name="T18" fmla="*/ 17 w 90"/>
                <a:gd name="T19" fmla="*/ 13 h 83"/>
                <a:gd name="T20" fmla="*/ 17 w 90"/>
                <a:gd name="T21" fmla="*/ 69 h 83"/>
                <a:gd name="T22" fmla="*/ 38 w 90"/>
                <a:gd name="T23" fmla="*/ 6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3">
                  <a:moveTo>
                    <a:pt x="0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69" y="0"/>
                    <a:pt x="90" y="17"/>
                    <a:pt x="90" y="41"/>
                  </a:cubicBezTo>
                  <a:cubicBezTo>
                    <a:pt x="90" y="66"/>
                    <a:pt x="69" y="83"/>
                    <a:pt x="3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38" y="69"/>
                  </a:moveTo>
                  <a:cubicBezTo>
                    <a:pt x="58" y="69"/>
                    <a:pt x="71" y="58"/>
                    <a:pt x="71" y="41"/>
                  </a:cubicBezTo>
                  <a:cubicBezTo>
                    <a:pt x="71" y="25"/>
                    <a:pt x="58" y="13"/>
                    <a:pt x="3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69"/>
                    <a:pt x="17" y="69"/>
                    <a:pt x="17" y="69"/>
                  </a:cubicBezTo>
                  <a:lnTo>
                    <a:pt x="38" y="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45DC337D-8C9E-4550-8DC2-FF3D931A3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929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46BE8462-49D3-48A6-9447-9AC9DA983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557" y="3724904"/>
              <a:ext cx="94460" cy="98523"/>
            </a:xfrm>
            <a:custGeom>
              <a:avLst/>
              <a:gdLst>
                <a:gd name="T0" fmla="*/ 0 w 93"/>
                <a:gd name="T1" fmla="*/ 15 h 97"/>
                <a:gd name="T2" fmla="*/ 0 w 93"/>
                <a:gd name="T3" fmla="*/ 0 h 97"/>
                <a:gd name="T4" fmla="*/ 93 w 93"/>
                <a:gd name="T5" fmla="*/ 0 h 97"/>
                <a:gd name="T6" fmla="*/ 93 w 93"/>
                <a:gd name="T7" fmla="*/ 15 h 97"/>
                <a:gd name="T8" fmla="*/ 56 w 93"/>
                <a:gd name="T9" fmla="*/ 15 h 97"/>
                <a:gd name="T10" fmla="*/ 56 w 93"/>
                <a:gd name="T11" fmla="*/ 97 h 97"/>
                <a:gd name="T12" fmla="*/ 36 w 93"/>
                <a:gd name="T13" fmla="*/ 97 h 97"/>
                <a:gd name="T14" fmla="*/ 36 w 93"/>
                <a:gd name="T15" fmla="*/ 15 h 97"/>
                <a:gd name="T16" fmla="*/ 0 w 93"/>
                <a:gd name="T17" fmla="*/ 1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97">
                  <a:moveTo>
                    <a:pt x="0" y="15"/>
                  </a:moveTo>
                  <a:lnTo>
                    <a:pt x="0" y="0"/>
                  </a:lnTo>
                  <a:lnTo>
                    <a:pt x="93" y="0"/>
                  </a:lnTo>
                  <a:lnTo>
                    <a:pt x="93" y="15"/>
                  </a:lnTo>
                  <a:lnTo>
                    <a:pt x="56" y="15"/>
                  </a:lnTo>
                  <a:lnTo>
                    <a:pt x="56" y="97"/>
                  </a:lnTo>
                  <a:lnTo>
                    <a:pt x="36" y="97"/>
                  </a:lnTo>
                  <a:lnTo>
                    <a:pt x="36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74164A3A-6D3D-47CD-A9CB-71D2836D34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70552" y="3724904"/>
              <a:ext cx="121884" cy="98523"/>
            </a:xfrm>
            <a:custGeom>
              <a:avLst/>
              <a:gdLst>
                <a:gd name="T0" fmla="*/ 85 w 120"/>
                <a:gd name="T1" fmla="*/ 73 h 97"/>
                <a:gd name="T2" fmla="*/ 32 w 120"/>
                <a:gd name="T3" fmla="*/ 73 h 97"/>
                <a:gd name="T4" fmla="*/ 21 w 120"/>
                <a:gd name="T5" fmla="*/ 97 h 97"/>
                <a:gd name="T6" fmla="*/ 0 w 120"/>
                <a:gd name="T7" fmla="*/ 97 h 97"/>
                <a:gd name="T8" fmla="*/ 50 w 120"/>
                <a:gd name="T9" fmla="*/ 0 h 97"/>
                <a:gd name="T10" fmla="*/ 70 w 120"/>
                <a:gd name="T11" fmla="*/ 0 h 97"/>
                <a:gd name="T12" fmla="*/ 120 w 120"/>
                <a:gd name="T13" fmla="*/ 97 h 97"/>
                <a:gd name="T14" fmla="*/ 97 w 120"/>
                <a:gd name="T15" fmla="*/ 97 h 97"/>
                <a:gd name="T16" fmla="*/ 85 w 120"/>
                <a:gd name="T17" fmla="*/ 73 h 97"/>
                <a:gd name="T18" fmla="*/ 77 w 120"/>
                <a:gd name="T19" fmla="*/ 58 h 97"/>
                <a:gd name="T20" fmla="*/ 59 w 120"/>
                <a:gd name="T21" fmla="*/ 20 h 97"/>
                <a:gd name="T22" fmla="*/ 40 w 120"/>
                <a:gd name="T23" fmla="*/ 58 h 97"/>
                <a:gd name="T24" fmla="*/ 77 w 120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7">
                  <a:moveTo>
                    <a:pt x="85" y="73"/>
                  </a:moveTo>
                  <a:lnTo>
                    <a:pt x="32" y="73"/>
                  </a:lnTo>
                  <a:lnTo>
                    <a:pt x="21" y="97"/>
                  </a:lnTo>
                  <a:lnTo>
                    <a:pt x="0" y="97"/>
                  </a:lnTo>
                  <a:lnTo>
                    <a:pt x="50" y="0"/>
                  </a:lnTo>
                  <a:lnTo>
                    <a:pt x="70" y="0"/>
                  </a:lnTo>
                  <a:lnTo>
                    <a:pt x="120" y="97"/>
                  </a:lnTo>
                  <a:lnTo>
                    <a:pt x="97" y="97"/>
                  </a:lnTo>
                  <a:lnTo>
                    <a:pt x="85" y="73"/>
                  </a:lnTo>
                  <a:close/>
                  <a:moveTo>
                    <a:pt x="77" y="58"/>
                  </a:moveTo>
                  <a:lnTo>
                    <a:pt x="59" y="20"/>
                  </a:lnTo>
                  <a:lnTo>
                    <a:pt x="40" y="58"/>
                  </a:lnTo>
                  <a:lnTo>
                    <a:pt x="77" y="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66EB60F3-F154-4C7C-86AA-F34249FFB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498" y="3723888"/>
              <a:ext cx="108680" cy="100555"/>
            </a:xfrm>
            <a:custGeom>
              <a:avLst/>
              <a:gdLst>
                <a:gd name="T0" fmla="*/ 52 w 93"/>
                <a:gd name="T1" fmla="*/ 0 h 85"/>
                <a:gd name="T2" fmla="*/ 89 w 93"/>
                <a:gd name="T3" fmla="*/ 11 h 85"/>
                <a:gd name="T4" fmla="*/ 80 w 93"/>
                <a:gd name="T5" fmla="*/ 22 h 85"/>
                <a:gd name="T6" fmla="*/ 53 w 93"/>
                <a:gd name="T7" fmla="*/ 12 h 85"/>
                <a:gd name="T8" fmla="*/ 18 w 93"/>
                <a:gd name="T9" fmla="*/ 42 h 85"/>
                <a:gd name="T10" fmla="*/ 52 w 93"/>
                <a:gd name="T11" fmla="*/ 72 h 85"/>
                <a:gd name="T12" fmla="*/ 76 w 93"/>
                <a:gd name="T13" fmla="*/ 66 h 85"/>
                <a:gd name="T14" fmla="*/ 76 w 93"/>
                <a:gd name="T15" fmla="*/ 50 h 85"/>
                <a:gd name="T16" fmla="*/ 51 w 93"/>
                <a:gd name="T17" fmla="*/ 50 h 85"/>
                <a:gd name="T18" fmla="*/ 51 w 93"/>
                <a:gd name="T19" fmla="*/ 37 h 85"/>
                <a:gd name="T20" fmla="*/ 93 w 93"/>
                <a:gd name="T21" fmla="*/ 37 h 85"/>
                <a:gd name="T22" fmla="*/ 93 w 93"/>
                <a:gd name="T23" fmla="*/ 72 h 85"/>
                <a:gd name="T24" fmla="*/ 52 w 93"/>
                <a:gd name="T25" fmla="*/ 85 h 85"/>
                <a:gd name="T26" fmla="*/ 0 w 93"/>
                <a:gd name="T27" fmla="*/ 42 h 85"/>
                <a:gd name="T28" fmla="*/ 52 w 93"/>
                <a:gd name="T2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4"/>
                    <a:pt x="18" y="42"/>
                  </a:cubicBezTo>
                  <a:cubicBezTo>
                    <a:pt x="18" y="59"/>
                    <a:pt x="32" y="72"/>
                    <a:pt x="52" y="72"/>
                  </a:cubicBezTo>
                  <a:cubicBezTo>
                    <a:pt x="61" y="72"/>
                    <a:pt x="70" y="70"/>
                    <a:pt x="76" y="66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3" y="72"/>
                    <a:pt x="93" y="72"/>
                    <a:pt x="93" y="72"/>
                  </a:cubicBezTo>
                  <a:cubicBezTo>
                    <a:pt x="83" y="79"/>
                    <a:pt x="69" y="85"/>
                    <a:pt x="52" y="85"/>
                  </a:cubicBezTo>
                  <a:cubicBezTo>
                    <a:pt x="21" y="85"/>
                    <a:pt x="0" y="67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8393A130-BAB2-4F60-97C2-8818E77C4F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9555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4" name="Rectangle 18">
              <a:extLst>
                <a:ext uri="{FF2B5EF4-FFF2-40B4-BE49-F238E27FC236}">
                  <a16:creationId xmlns:a16="http://schemas.microsoft.com/office/drawing/2014/main" id="{67E61CA5-8475-4405-9D7D-0A7B412C8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9408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6" name="Freeform 19">
              <a:extLst>
                <a:ext uri="{FF2B5EF4-FFF2-40B4-BE49-F238E27FC236}">
                  <a16:creationId xmlns:a16="http://schemas.microsoft.com/office/drawing/2014/main" id="{B18A76E1-D0C4-4689-8C36-104B9DAFE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2067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8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8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4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7" name="Freeform 20">
              <a:extLst>
                <a:ext uri="{FF2B5EF4-FFF2-40B4-BE49-F238E27FC236}">
                  <a16:creationId xmlns:a16="http://schemas.microsoft.com/office/drawing/2014/main" id="{C602076D-FCCE-4691-821D-EB69463515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1763" y="3723888"/>
              <a:ext cx="123915" cy="100555"/>
            </a:xfrm>
            <a:custGeom>
              <a:avLst/>
              <a:gdLst>
                <a:gd name="T0" fmla="*/ 0 w 105"/>
                <a:gd name="T1" fmla="*/ 42 h 85"/>
                <a:gd name="T2" fmla="*/ 52 w 105"/>
                <a:gd name="T3" fmla="*/ 0 h 85"/>
                <a:gd name="T4" fmla="*/ 105 w 105"/>
                <a:gd name="T5" fmla="*/ 42 h 85"/>
                <a:gd name="T6" fmla="*/ 52 w 105"/>
                <a:gd name="T7" fmla="*/ 85 h 85"/>
                <a:gd name="T8" fmla="*/ 0 w 105"/>
                <a:gd name="T9" fmla="*/ 42 h 85"/>
                <a:gd name="T10" fmla="*/ 19 w 105"/>
                <a:gd name="T11" fmla="*/ 42 h 85"/>
                <a:gd name="T12" fmla="*/ 52 w 105"/>
                <a:gd name="T13" fmla="*/ 72 h 85"/>
                <a:gd name="T14" fmla="*/ 86 w 105"/>
                <a:gd name="T15" fmla="*/ 42 h 85"/>
                <a:gd name="T16" fmla="*/ 52 w 105"/>
                <a:gd name="T17" fmla="*/ 12 h 85"/>
                <a:gd name="T18" fmla="*/ 19 w 105"/>
                <a:gd name="T19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" h="85">
                  <a:moveTo>
                    <a:pt x="0" y="42"/>
                  </a:moveTo>
                  <a:cubicBezTo>
                    <a:pt x="0" y="19"/>
                    <a:pt x="22" y="0"/>
                    <a:pt x="52" y="0"/>
                  </a:cubicBezTo>
                  <a:cubicBezTo>
                    <a:pt x="83" y="0"/>
                    <a:pt x="105" y="19"/>
                    <a:pt x="105" y="42"/>
                  </a:cubicBezTo>
                  <a:cubicBezTo>
                    <a:pt x="105" y="66"/>
                    <a:pt x="83" y="85"/>
                    <a:pt x="52" y="85"/>
                  </a:cubicBezTo>
                  <a:cubicBezTo>
                    <a:pt x="22" y="85"/>
                    <a:pt x="0" y="66"/>
                    <a:pt x="0" y="42"/>
                  </a:cubicBezTo>
                  <a:close/>
                  <a:moveTo>
                    <a:pt x="19" y="42"/>
                  </a:moveTo>
                  <a:cubicBezTo>
                    <a:pt x="19" y="59"/>
                    <a:pt x="32" y="72"/>
                    <a:pt x="52" y="72"/>
                  </a:cubicBezTo>
                  <a:cubicBezTo>
                    <a:pt x="72" y="72"/>
                    <a:pt x="86" y="59"/>
                    <a:pt x="86" y="42"/>
                  </a:cubicBezTo>
                  <a:cubicBezTo>
                    <a:pt x="86" y="26"/>
                    <a:pt x="72" y="12"/>
                    <a:pt x="52" y="12"/>
                  </a:cubicBezTo>
                  <a:cubicBezTo>
                    <a:pt x="32" y="12"/>
                    <a:pt x="19" y="26"/>
                    <a:pt x="19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8" name="Freeform 21">
              <a:extLst>
                <a:ext uri="{FF2B5EF4-FFF2-40B4-BE49-F238E27FC236}">
                  <a16:creationId xmlns:a16="http://schemas.microsoft.com/office/drawing/2014/main" id="{640E318C-D8A1-40F7-9A91-F2790F25D4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1929" y="3724904"/>
              <a:ext cx="82272" cy="98523"/>
            </a:xfrm>
            <a:custGeom>
              <a:avLst/>
              <a:gdLst>
                <a:gd name="T0" fmla="*/ 0 w 81"/>
                <a:gd name="T1" fmla="*/ 0 h 97"/>
                <a:gd name="T2" fmla="*/ 20 w 81"/>
                <a:gd name="T3" fmla="*/ 0 h 97"/>
                <a:gd name="T4" fmla="*/ 20 w 81"/>
                <a:gd name="T5" fmla="*/ 81 h 97"/>
                <a:gd name="T6" fmla="*/ 81 w 81"/>
                <a:gd name="T7" fmla="*/ 81 h 97"/>
                <a:gd name="T8" fmla="*/ 81 w 81"/>
                <a:gd name="T9" fmla="*/ 97 h 97"/>
                <a:gd name="T10" fmla="*/ 0 w 81"/>
                <a:gd name="T11" fmla="*/ 97 h 97"/>
                <a:gd name="T12" fmla="*/ 0 w 81"/>
                <a:gd name="T13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97">
                  <a:moveTo>
                    <a:pt x="0" y="0"/>
                  </a:moveTo>
                  <a:lnTo>
                    <a:pt x="20" y="0"/>
                  </a:lnTo>
                  <a:lnTo>
                    <a:pt x="20" y="81"/>
                  </a:lnTo>
                  <a:lnTo>
                    <a:pt x="81" y="81"/>
                  </a:lnTo>
                  <a:lnTo>
                    <a:pt x="81" y="97"/>
                  </a:lnTo>
                  <a:lnTo>
                    <a:pt x="0" y="9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9" name="Freeform 22">
              <a:extLst>
                <a:ext uri="{FF2B5EF4-FFF2-40B4-BE49-F238E27FC236}">
                  <a16:creationId xmlns:a16="http://schemas.microsoft.com/office/drawing/2014/main" id="{B2E490D2-F9A9-4691-984D-D90064F8F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4359" y="3724904"/>
              <a:ext cx="89382" cy="98523"/>
            </a:xfrm>
            <a:custGeom>
              <a:avLst/>
              <a:gdLst>
                <a:gd name="T0" fmla="*/ 0 w 76"/>
                <a:gd name="T1" fmla="*/ 59 h 83"/>
                <a:gd name="T2" fmla="*/ 0 w 76"/>
                <a:gd name="T3" fmla="*/ 0 h 83"/>
                <a:gd name="T4" fmla="*/ 75 w 76"/>
                <a:gd name="T5" fmla="*/ 0 h 83"/>
                <a:gd name="T6" fmla="*/ 75 w 76"/>
                <a:gd name="T7" fmla="*/ 13 h 83"/>
                <a:gd name="T8" fmla="*/ 18 w 76"/>
                <a:gd name="T9" fmla="*/ 13 h 83"/>
                <a:gd name="T10" fmla="*/ 18 w 76"/>
                <a:gd name="T11" fmla="*/ 33 h 83"/>
                <a:gd name="T12" fmla="*/ 70 w 76"/>
                <a:gd name="T13" fmla="*/ 33 h 83"/>
                <a:gd name="T14" fmla="*/ 70 w 76"/>
                <a:gd name="T15" fmla="*/ 46 h 83"/>
                <a:gd name="T16" fmla="*/ 18 w 76"/>
                <a:gd name="T17" fmla="*/ 46 h 83"/>
                <a:gd name="T18" fmla="*/ 18 w 76"/>
                <a:gd name="T19" fmla="*/ 59 h 83"/>
                <a:gd name="T20" fmla="*/ 28 w 76"/>
                <a:gd name="T21" fmla="*/ 69 h 83"/>
                <a:gd name="T22" fmla="*/ 76 w 76"/>
                <a:gd name="T23" fmla="*/ 69 h 83"/>
                <a:gd name="T24" fmla="*/ 76 w 76"/>
                <a:gd name="T25" fmla="*/ 83 h 83"/>
                <a:gd name="T26" fmla="*/ 24 w 76"/>
                <a:gd name="T27" fmla="*/ 83 h 83"/>
                <a:gd name="T28" fmla="*/ 0 w 76"/>
                <a:gd name="T29" fmla="*/ 5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83">
                  <a:moveTo>
                    <a:pt x="0" y="5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66"/>
                    <a:pt x="21" y="69"/>
                    <a:pt x="28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9" y="83"/>
                    <a:pt x="0" y="74"/>
                    <a:pt x="0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0" name="Freeform 23">
              <a:extLst>
                <a:ext uri="{FF2B5EF4-FFF2-40B4-BE49-F238E27FC236}">
                  <a16:creationId xmlns:a16="http://schemas.microsoft.com/office/drawing/2014/main" id="{879BD613-97BE-4865-AFB1-62B17CD63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2651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5"/>
                    <a:pt x="18" y="42"/>
                  </a:cubicBezTo>
                  <a:cubicBezTo>
                    <a:pt x="18" y="60"/>
                    <a:pt x="34" y="72"/>
                    <a:pt x="53" y="72"/>
                  </a:cubicBezTo>
                  <a:cubicBezTo>
                    <a:pt x="65" y="72"/>
                    <a:pt x="73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1" name="Rectangle 24">
              <a:extLst>
                <a:ext uri="{FF2B5EF4-FFF2-40B4-BE49-F238E27FC236}">
                  <a16:creationId xmlns:a16="http://schemas.microsoft.com/office/drawing/2014/main" id="{2F4D78B0-2636-460F-BB17-21269FDB5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6566" y="3724904"/>
              <a:ext cx="20314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2" name="Freeform 25">
              <a:extLst>
                <a:ext uri="{FF2B5EF4-FFF2-40B4-BE49-F238E27FC236}">
                  <a16:creationId xmlns:a16="http://schemas.microsoft.com/office/drawing/2014/main" id="{B96E235C-C2D1-4F2C-8338-01A3CCF940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6335" y="3724904"/>
              <a:ext cx="100555" cy="98523"/>
            </a:xfrm>
            <a:custGeom>
              <a:avLst/>
              <a:gdLst>
                <a:gd name="T0" fmla="*/ 86 w 86"/>
                <a:gd name="T1" fmla="*/ 59 h 83"/>
                <a:gd name="T2" fmla="*/ 51 w 86"/>
                <a:gd name="T3" fmla="*/ 83 h 83"/>
                <a:gd name="T4" fmla="*/ 0 w 86"/>
                <a:gd name="T5" fmla="*/ 83 h 83"/>
                <a:gd name="T6" fmla="*/ 0 w 86"/>
                <a:gd name="T7" fmla="*/ 0 h 83"/>
                <a:gd name="T8" fmla="*/ 48 w 86"/>
                <a:gd name="T9" fmla="*/ 0 h 83"/>
                <a:gd name="T10" fmla="*/ 82 w 86"/>
                <a:gd name="T11" fmla="*/ 23 h 83"/>
                <a:gd name="T12" fmla="*/ 69 w 86"/>
                <a:gd name="T13" fmla="*/ 40 h 83"/>
                <a:gd name="T14" fmla="*/ 86 w 86"/>
                <a:gd name="T15" fmla="*/ 59 h 83"/>
                <a:gd name="T16" fmla="*/ 17 w 86"/>
                <a:gd name="T17" fmla="*/ 13 h 83"/>
                <a:gd name="T18" fmla="*/ 17 w 86"/>
                <a:gd name="T19" fmla="*/ 34 h 83"/>
                <a:gd name="T20" fmla="*/ 47 w 86"/>
                <a:gd name="T21" fmla="*/ 34 h 83"/>
                <a:gd name="T22" fmla="*/ 63 w 86"/>
                <a:gd name="T23" fmla="*/ 24 h 83"/>
                <a:gd name="T24" fmla="*/ 46 w 86"/>
                <a:gd name="T25" fmla="*/ 13 h 83"/>
                <a:gd name="T26" fmla="*/ 17 w 86"/>
                <a:gd name="T27" fmla="*/ 13 h 83"/>
                <a:gd name="T28" fmla="*/ 67 w 86"/>
                <a:gd name="T29" fmla="*/ 58 h 83"/>
                <a:gd name="T30" fmla="*/ 50 w 86"/>
                <a:gd name="T31" fmla="*/ 47 h 83"/>
                <a:gd name="T32" fmla="*/ 17 w 86"/>
                <a:gd name="T33" fmla="*/ 47 h 83"/>
                <a:gd name="T34" fmla="*/ 17 w 86"/>
                <a:gd name="T35" fmla="*/ 69 h 83"/>
                <a:gd name="T36" fmla="*/ 50 w 86"/>
                <a:gd name="T37" fmla="*/ 69 h 83"/>
                <a:gd name="T38" fmla="*/ 67 w 86"/>
                <a:gd name="T39" fmla="*/ 5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" h="83">
                  <a:moveTo>
                    <a:pt x="86" y="59"/>
                  </a:moveTo>
                  <a:cubicBezTo>
                    <a:pt x="86" y="74"/>
                    <a:pt x="70" y="83"/>
                    <a:pt x="51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7" y="0"/>
                    <a:pt x="82" y="8"/>
                    <a:pt x="82" y="23"/>
                  </a:cubicBezTo>
                  <a:cubicBezTo>
                    <a:pt x="82" y="31"/>
                    <a:pt x="77" y="37"/>
                    <a:pt x="69" y="40"/>
                  </a:cubicBezTo>
                  <a:cubicBezTo>
                    <a:pt x="79" y="43"/>
                    <a:pt x="86" y="49"/>
                    <a:pt x="86" y="59"/>
                  </a:cubicBezTo>
                  <a:close/>
                  <a:moveTo>
                    <a:pt x="17" y="13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57" y="34"/>
                    <a:pt x="63" y="31"/>
                    <a:pt x="63" y="24"/>
                  </a:cubicBezTo>
                  <a:cubicBezTo>
                    <a:pt x="63" y="17"/>
                    <a:pt x="57" y="13"/>
                    <a:pt x="46" y="13"/>
                  </a:cubicBezTo>
                  <a:lnTo>
                    <a:pt x="17" y="13"/>
                  </a:lnTo>
                  <a:close/>
                  <a:moveTo>
                    <a:pt x="67" y="58"/>
                  </a:moveTo>
                  <a:cubicBezTo>
                    <a:pt x="67" y="51"/>
                    <a:pt x="60" y="47"/>
                    <a:pt x="50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60" y="69"/>
                    <a:pt x="67" y="65"/>
                    <a:pt x="67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723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locks_V3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BCF5F30-D370-4466-83E8-53B40DAB5648}"/>
              </a:ext>
            </a:extLst>
          </p:cNvPr>
          <p:cNvSpPr/>
          <p:nvPr userDrawn="1"/>
        </p:nvSpPr>
        <p:spPr>
          <a:xfrm>
            <a:off x="96000" y="111627"/>
            <a:ext cx="12000000" cy="6492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noProof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834DC8F-613D-4859-A3A8-E4922C00C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B267C5-5C9F-9643-AEDB-6CA4B1EA402D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ABA66BE-040D-DA4F-A8E5-DED80DF939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8E298A6-235D-46E9-BFF5-025207484B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0311" y="1645737"/>
            <a:ext cx="1552318" cy="1293311"/>
          </a:xfrm>
          <a:custGeom>
            <a:avLst/>
            <a:gdLst>
              <a:gd name="connsiteX0" fmla="*/ 0 w 1552318"/>
              <a:gd name="connsiteY0" fmla="*/ 0 h 1293311"/>
              <a:gd name="connsiteX1" fmla="*/ 1552318 w 1552318"/>
              <a:gd name="connsiteY1" fmla="*/ 0 h 1293311"/>
              <a:gd name="connsiteX2" fmla="*/ 1552318 w 1552318"/>
              <a:gd name="connsiteY2" fmla="*/ 1293311 h 1293311"/>
              <a:gd name="connsiteX3" fmla="*/ 0 w 1552318"/>
              <a:gd name="connsiteY3" fmla="*/ 1293311 h 129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2318" h="1293311">
                <a:moveTo>
                  <a:pt x="0" y="0"/>
                </a:moveTo>
                <a:lnTo>
                  <a:pt x="1552318" y="0"/>
                </a:lnTo>
                <a:lnTo>
                  <a:pt x="1552318" y="1293311"/>
                </a:lnTo>
                <a:lnTo>
                  <a:pt x="0" y="129331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EF3CFD4-D8AC-4470-BB5C-7A4BAF8BBC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0311" y="3259987"/>
            <a:ext cx="1552318" cy="1293311"/>
          </a:xfrm>
          <a:custGeom>
            <a:avLst/>
            <a:gdLst>
              <a:gd name="connsiteX0" fmla="*/ 0 w 1552318"/>
              <a:gd name="connsiteY0" fmla="*/ 0 h 1293311"/>
              <a:gd name="connsiteX1" fmla="*/ 1552318 w 1552318"/>
              <a:gd name="connsiteY1" fmla="*/ 0 h 1293311"/>
              <a:gd name="connsiteX2" fmla="*/ 1552318 w 1552318"/>
              <a:gd name="connsiteY2" fmla="*/ 1293311 h 1293311"/>
              <a:gd name="connsiteX3" fmla="*/ 0 w 1552318"/>
              <a:gd name="connsiteY3" fmla="*/ 1293311 h 129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2318" h="1293311">
                <a:moveTo>
                  <a:pt x="0" y="0"/>
                </a:moveTo>
                <a:lnTo>
                  <a:pt x="1552318" y="0"/>
                </a:lnTo>
                <a:lnTo>
                  <a:pt x="1552318" y="1293311"/>
                </a:lnTo>
                <a:lnTo>
                  <a:pt x="0" y="1293311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5BF9B9A-0649-4683-9571-C8B7AA7228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0311" y="4874238"/>
            <a:ext cx="1552318" cy="1293311"/>
          </a:xfrm>
          <a:custGeom>
            <a:avLst/>
            <a:gdLst>
              <a:gd name="connsiteX0" fmla="*/ 0 w 1552318"/>
              <a:gd name="connsiteY0" fmla="*/ 0 h 1293311"/>
              <a:gd name="connsiteX1" fmla="*/ 1552318 w 1552318"/>
              <a:gd name="connsiteY1" fmla="*/ 0 h 1293311"/>
              <a:gd name="connsiteX2" fmla="*/ 1552318 w 1552318"/>
              <a:gd name="connsiteY2" fmla="*/ 1293311 h 1293311"/>
              <a:gd name="connsiteX3" fmla="*/ 0 w 1552318"/>
              <a:gd name="connsiteY3" fmla="*/ 1293311 h 129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2318" h="1293311">
                <a:moveTo>
                  <a:pt x="0" y="0"/>
                </a:moveTo>
                <a:lnTo>
                  <a:pt x="1552318" y="0"/>
                </a:lnTo>
                <a:lnTo>
                  <a:pt x="1552318" y="1293311"/>
                </a:lnTo>
                <a:lnTo>
                  <a:pt x="0" y="1293311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17" name="Title 13">
            <a:extLst>
              <a:ext uri="{FF2B5EF4-FFF2-40B4-BE49-F238E27FC236}">
                <a16:creationId xmlns:a16="http://schemas.microsoft.com/office/drawing/2014/main" id="{A0714AF5-2FBB-DD46-B78B-42AEDC264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322" y="277913"/>
            <a:ext cx="10523797" cy="86177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28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This is the slide title </a:t>
            </a:r>
            <a:br>
              <a:rPr lang="en-US" noProof="0" dirty="0"/>
            </a:br>
            <a:r>
              <a:rPr lang="en-US" noProof="0" dirty="0"/>
              <a:t>in 2 lines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A38ADE-D147-CE44-A2F3-48BFCAAF4DD0}"/>
              </a:ext>
            </a:extLst>
          </p:cNvPr>
          <p:cNvSpPr/>
          <p:nvPr userDrawn="1"/>
        </p:nvSpPr>
        <p:spPr>
          <a:xfrm>
            <a:off x="610311" y="1259335"/>
            <a:ext cx="823380" cy="99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E0B88196-7DFD-464B-B580-9F5D727823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47274" y="1645736"/>
            <a:ext cx="8790846" cy="1293310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defRPr sz="14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10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5C5B5A0-FAFB-40ED-8220-94E016FA6C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47274" y="3259987"/>
            <a:ext cx="8790846" cy="1293310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defRPr sz="14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10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6DAD704-F2F9-4C5A-93FC-3B202D581B8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347274" y="4874239"/>
            <a:ext cx="8790846" cy="1293310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defRPr sz="14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10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03667DD5-C318-4166-B217-C741E5A76B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F73B1991-FB2D-4D9C-90FE-A2E50208F8B0}" type="datetime3">
              <a:rPr lang="en-US" smtClean="0"/>
              <a:t>3 November 2025</a:t>
            </a:fld>
            <a:endParaRPr lang="fr-FR" dirty="0"/>
          </a:p>
        </p:txBody>
      </p:sp>
      <p:grpSp>
        <p:nvGrpSpPr>
          <p:cNvPr id="23" name="Groupe 250">
            <a:extLst>
              <a:ext uri="{FF2B5EF4-FFF2-40B4-BE49-F238E27FC236}">
                <a16:creationId xmlns:a16="http://schemas.microsoft.com/office/drawing/2014/main" id="{1A0FA7A0-78E7-476C-9842-FBC5AAF9DDD1}"/>
              </a:ext>
            </a:extLst>
          </p:cNvPr>
          <p:cNvGrpSpPr/>
          <p:nvPr userDrawn="1"/>
        </p:nvGrpSpPr>
        <p:grpSpPr>
          <a:xfrm>
            <a:off x="5456917" y="6670035"/>
            <a:ext cx="1278167" cy="125311"/>
            <a:chOff x="5629458" y="3655836"/>
            <a:chExt cx="2227432" cy="218376"/>
          </a:xfrm>
          <a:solidFill>
            <a:srgbClr val="5E6A7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807FB553-B6E4-4FEC-A17D-D5A0EA9F3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975" y="3775689"/>
              <a:ext cx="61958" cy="55864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" name="Rectangle 6">
              <a:extLst>
                <a:ext uri="{FF2B5EF4-FFF2-40B4-BE49-F238E27FC236}">
                  <a16:creationId xmlns:a16="http://schemas.microsoft.com/office/drawing/2014/main" id="{F576D81F-615D-4EE0-AACC-54EBCD9F0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662" y="3849835"/>
              <a:ext cx="284396" cy="2437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2D39C066-E5E8-46DF-83DE-FDCDBBEC71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1195" y="3655836"/>
              <a:ext cx="77193" cy="62973"/>
            </a:xfrm>
            <a:custGeom>
              <a:avLst/>
              <a:gdLst>
                <a:gd name="T0" fmla="*/ 66 w 66"/>
                <a:gd name="T1" fmla="*/ 25 h 53"/>
                <a:gd name="T2" fmla="*/ 19 w 66"/>
                <a:gd name="T3" fmla="*/ 50 h 53"/>
                <a:gd name="T4" fmla="*/ 7 w 66"/>
                <a:gd name="T5" fmla="*/ 48 h 53"/>
                <a:gd name="T6" fmla="*/ 0 w 66"/>
                <a:gd name="T7" fmla="*/ 31 h 53"/>
                <a:gd name="T8" fmla="*/ 8 w 66"/>
                <a:gd name="T9" fmla="*/ 31 h 53"/>
                <a:gd name="T10" fmla="*/ 66 w 66"/>
                <a:gd name="T11" fmla="*/ 0 h 53"/>
                <a:gd name="T12" fmla="*/ 66 w 66"/>
                <a:gd name="T13" fmla="*/ 2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53">
                  <a:moveTo>
                    <a:pt x="66" y="25"/>
                  </a:moveTo>
                  <a:cubicBezTo>
                    <a:pt x="66" y="25"/>
                    <a:pt x="28" y="47"/>
                    <a:pt x="19" y="50"/>
                  </a:cubicBezTo>
                  <a:cubicBezTo>
                    <a:pt x="11" y="53"/>
                    <a:pt x="8" y="49"/>
                    <a:pt x="7" y="48"/>
                  </a:cubicBezTo>
                  <a:cubicBezTo>
                    <a:pt x="4" y="44"/>
                    <a:pt x="1" y="33"/>
                    <a:pt x="0" y="31"/>
                  </a:cubicBezTo>
                  <a:cubicBezTo>
                    <a:pt x="1" y="31"/>
                    <a:pt x="3" y="32"/>
                    <a:pt x="8" y="31"/>
                  </a:cubicBezTo>
                  <a:cubicBezTo>
                    <a:pt x="13" y="29"/>
                    <a:pt x="66" y="0"/>
                    <a:pt x="66" y="0"/>
                  </a:cubicBezTo>
                  <a:cubicBezTo>
                    <a:pt x="66" y="25"/>
                    <a:pt x="66" y="25"/>
                    <a:pt x="66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B14DA552-4A1A-4B12-B291-469A66CA16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458" y="3669040"/>
              <a:ext cx="318930" cy="18384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5FD16408-0A59-4F87-8BD0-06637BD3601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3550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5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46B7CC4D-5DD3-4318-AA7D-C1AD6927AB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8481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40D2A0C5-E746-41BD-933A-C2DB49D593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4271" y="3696464"/>
              <a:ext cx="90398" cy="126963"/>
            </a:xfrm>
            <a:custGeom>
              <a:avLst/>
              <a:gdLst>
                <a:gd name="T0" fmla="*/ 0 w 77"/>
                <a:gd name="T1" fmla="*/ 83 h 107"/>
                <a:gd name="T2" fmla="*/ 0 w 77"/>
                <a:gd name="T3" fmla="*/ 24 h 107"/>
                <a:gd name="T4" fmla="*/ 75 w 77"/>
                <a:gd name="T5" fmla="*/ 24 h 107"/>
                <a:gd name="T6" fmla="*/ 75 w 77"/>
                <a:gd name="T7" fmla="*/ 37 h 107"/>
                <a:gd name="T8" fmla="*/ 18 w 77"/>
                <a:gd name="T9" fmla="*/ 37 h 107"/>
                <a:gd name="T10" fmla="*/ 18 w 77"/>
                <a:gd name="T11" fmla="*/ 57 h 107"/>
                <a:gd name="T12" fmla="*/ 70 w 77"/>
                <a:gd name="T13" fmla="*/ 57 h 107"/>
                <a:gd name="T14" fmla="*/ 70 w 77"/>
                <a:gd name="T15" fmla="*/ 70 h 107"/>
                <a:gd name="T16" fmla="*/ 18 w 77"/>
                <a:gd name="T17" fmla="*/ 70 h 107"/>
                <a:gd name="T18" fmla="*/ 18 w 77"/>
                <a:gd name="T19" fmla="*/ 83 h 107"/>
                <a:gd name="T20" fmla="*/ 28 w 77"/>
                <a:gd name="T21" fmla="*/ 93 h 107"/>
                <a:gd name="T22" fmla="*/ 77 w 77"/>
                <a:gd name="T23" fmla="*/ 93 h 107"/>
                <a:gd name="T24" fmla="*/ 77 w 77"/>
                <a:gd name="T25" fmla="*/ 107 h 107"/>
                <a:gd name="T26" fmla="*/ 24 w 77"/>
                <a:gd name="T27" fmla="*/ 107 h 107"/>
                <a:gd name="T28" fmla="*/ 0 w 77"/>
                <a:gd name="T29" fmla="*/ 83 h 107"/>
                <a:gd name="T30" fmla="*/ 57 w 77"/>
                <a:gd name="T31" fmla="*/ 0 h 107"/>
                <a:gd name="T32" fmla="*/ 43 w 77"/>
                <a:gd name="T33" fmla="*/ 15 h 107"/>
                <a:gd name="T34" fmla="*/ 28 w 77"/>
                <a:gd name="T35" fmla="*/ 15 h 107"/>
                <a:gd name="T36" fmla="*/ 39 w 77"/>
                <a:gd name="T37" fmla="*/ 0 h 107"/>
                <a:gd name="T38" fmla="*/ 57 w 77"/>
                <a:gd name="T39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" h="107">
                  <a:moveTo>
                    <a:pt x="0" y="83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90"/>
                    <a:pt x="21" y="93"/>
                    <a:pt x="28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107"/>
                    <a:pt x="77" y="107"/>
                    <a:pt x="77" y="107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9" y="107"/>
                    <a:pt x="0" y="98"/>
                    <a:pt x="0" y="83"/>
                  </a:cubicBezTo>
                  <a:close/>
                  <a:moveTo>
                    <a:pt x="57" y="0"/>
                  </a:moveTo>
                  <a:cubicBezTo>
                    <a:pt x="43" y="15"/>
                    <a:pt x="43" y="15"/>
                    <a:pt x="43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9" y="0"/>
                    <a:pt x="39" y="0"/>
                    <a:pt x="39" y="0"/>
                  </a:cubicBez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3" name="Freeform 12">
              <a:extLst>
                <a:ext uri="{FF2B5EF4-FFF2-40B4-BE49-F238E27FC236}">
                  <a16:creationId xmlns:a16="http://schemas.microsoft.com/office/drawing/2014/main" id="{D6A6E6FB-EA0F-4C76-87AD-DB1C90C2AE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7014" y="3724904"/>
              <a:ext cx="105633" cy="98523"/>
            </a:xfrm>
            <a:custGeom>
              <a:avLst/>
              <a:gdLst>
                <a:gd name="T0" fmla="*/ 0 w 90"/>
                <a:gd name="T1" fmla="*/ 0 h 83"/>
                <a:gd name="T2" fmla="*/ 37 w 90"/>
                <a:gd name="T3" fmla="*/ 0 h 83"/>
                <a:gd name="T4" fmla="*/ 90 w 90"/>
                <a:gd name="T5" fmla="*/ 41 h 83"/>
                <a:gd name="T6" fmla="*/ 37 w 90"/>
                <a:gd name="T7" fmla="*/ 83 h 83"/>
                <a:gd name="T8" fmla="*/ 0 w 90"/>
                <a:gd name="T9" fmla="*/ 83 h 83"/>
                <a:gd name="T10" fmla="*/ 0 w 90"/>
                <a:gd name="T11" fmla="*/ 0 h 83"/>
                <a:gd name="T12" fmla="*/ 38 w 90"/>
                <a:gd name="T13" fmla="*/ 69 h 83"/>
                <a:gd name="T14" fmla="*/ 71 w 90"/>
                <a:gd name="T15" fmla="*/ 41 h 83"/>
                <a:gd name="T16" fmla="*/ 38 w 90"/>
                <a:gd name="T17" fmla="*/ 13 h 83"/>
                <a:gd name="T18" fmla="*/ 17 w 90"/>
                <a:gd name="T19" fmla="*/ 13 h 83"/>
                <a:gd name="T20" fmla="*/ 17 w 90"/>
                <a:gd name="T21" fmla="*/ 69 h 83"/>
                <a:gd name="T22" fmla="*/ 38 w 90"/>
                <a:gd name="T23" fmla="*/ 6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3">
                  <a:moveTo>
                    <a:pt x="0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69" y="0"/>
                    <a:pt x="90" y="17"/>
                    <a:pt x="90" y="41"/>
                  </a:cubicBezTo>
                  <a:cubicBezTo>
                    <a:pt x="90" y="66"/>
                    <a:pt x="69" y="83"/>
                    <a:pt x="3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38" y="69"/>
                  </a:moveTo>
                  <a:cubicBezTo>
                    <a:pt x="58" y="69"/>
                    <a:pt x="71" y="58"/>
                    <a:pt x="71" y="41"/>
                  </a:cubicBezTo>
                  <a:cubicBezTo>
                    <a:pt x="71" y="25"/>
                    <a:pt x="58" y="13"/>
                    <a:pt x="3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69"/>
                    <a:pt x="17" y="69"/>
                    <a:pt x="17" y="69"/>
                  </a:cubicBezTo>
                  <a:lnTo>
                    <a:pt x="38" y="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4" name="Rectangle 13">
              <a:extLst>
                <a:ext uri="{FF2B5EF4-FFF2-40B4-BE49-F238E27FC236}">
                  <a16:creationId xmlns:a16="http://schemas.microsoft.com/office/drawing/2014/main" id="{EFE5FB0E-D981-442D-B237-4A1977394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929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353DCD66-ED82-4CBC-9574-06E3DAEB9E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557" y="3724904"/>
              <a:ext cx="94460" cy="98523"/>
            </a:xfrm>
            <a:custGeom>
              <a:avLst/>
              <a:gdLst>
                <a:gd name="T0" fmla="*/ 0 w 93"/>
                <a:gd name="T1" fmla="*/ 15 h 97"/>
                <a:gd name="T2" fmla="*/ 0 w 93"/>
                <a:gd name="T3" fmla="*/ 0 h 97"/>
                <a:gd name="T4" fmla="*/ 93 w 93"/>
                <a:gd name="T5" fmla="*/ 0 h 97"/>
                <a:gd name="T6" fmla="*/ 93 w 93"/>
                <a:gd name="T7" fmla="*/ 15 h 97"/>
                <a:gd name="T8" fmla="*/ 56 w 93"/>
                <a:gd name="T9" fmla="*/ 15 h 97"/>
                <a:gd name="T10" fmla="*/ 56 w 93"/>
                <a:gd name="T11" fmla="*/ 97 h 97"/>
                <a:gd name="T12" fmla="*/ 36 w 93"/>
                <a:gd name="T13" fmla="*/ 97 h 97"/>
                <a:gd name="T14" fmla="*/ 36 w 93"/>
                <a:gd name="T15" fmla="*/ 15 h 97"/>
                <a:gd name="T16" fmla="*/ 0 w 93"/>
                <a:gd name="T17" fmla="*/ 1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97">
                  <a:moveTo>
                    <a:pt x="0" y="15"/>
                  </a:moveTo>
                  <a:lnTo>
                    <a:pt x="0" y="0"/>
                  </a:lnTo>
                  <a:lnTo>
                    <a:pt x="93" y="0"/>
                  </a:lnTo>
                  <a:lnTo>
                    <a:pt x="93" y="15"/>
                  </a:lnTo>
                  <a:lnTo>
                    <a:pt x="56" y="15"/>
                  </a:lnTo>
                  <a:lnTo>
                    <a:pt x="56" y="97"/>
                  </a:lnTo>
                  <a:lnTo>
                    <a:pt x="36" y="97"/>
                  </a:lnTo>
                  <a:lnTo>
                    <a:pt x="36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B2BD0351-C627-4038-A28A-26C30C7AB5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70552" y="3724904"/>
              <a:ext cx="121884" cy="98523"/>
            </a:xfrm>
            <a:custGeom>
              <a:avLst/>
              <a:gdLst>
                <a:gd name="T0" fmla="*/ 85 w 120"/>
                <a:gd name="T1" fmla="*/ 73 h 97"/>
                <a:gd name="T2" fmla="*/ 32 w 120"/>
                <a:gd name="T3" fmla="*/ 73 h 97"/>
                <a:gd name="T4" fmla="*/ 21 w 120"/>
                <a:gd name="T5" fmla="*/ 97 h 97"/>
                <a:gd name="T6" fmla="*/ 0 w 120"/>
                <a:gd name="T7" fmla="*/ 97 h 97"/>
                <a:gd name="T8" fmla="*/ 50 w 120"/>
                <a:gd name="T9" fmla="*/ 0 h 97"/>
                <a:gd name="T10" fmla="*/ 70 w 120"/>
                <a:gd name="T11" fmla="*/ 0 h 97"/>
                <a:gd name="T12" fmla="*/ 120 w 120"/>
                <a:gd name="T13" fmla="*/ 97 h 97"/>
                <a:gd name="T14" fmla="*/ 97 w 120"/>
                <a:gd name="T15" fmla="*/ 97 h 97"/>
                <a:gd name="T16" fmla="*/ 85 w 120"/>
                <a:gd name="T17" fmla="*/ 73 h 97"/>
                <a:gd name="T18" fmla="*/ 77 w 120"/>
                <a:gd name="T19" fmla="*/ 58 h 97"/>
                <a:gd name="T20" fmla="*/ 59 w 120"/>
                <a:gd name="T21" fmla="*/ 20 h 97"/>
                <a:gd name="T22" fmla="*/ 40 w 120"/>
                <a:gd name="T23" fmla="*/ 58 h 97"/>
                <a:gd name="T24" fmla="*/ 77 w 120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7">
                  <a:moveTo>
                    <a:pt x="85" y="73"/>
                  </a:moveTo>
                  <a:lnTo>
                    <a:pt x="32" y="73"/>
                  </a:lnTo>
                  <a:lnTo>
                    <a:pt x="21" y="97"/>
                  </a:lnTo>
                  <a:lnTo>
                    <a:pt x="0" y="97"/>
                  </a:lnTo>
                  <a:lnTo>
                    <a:pt x="50" y="0"/>
                  </a:lnTo>
                  <a:lnTo>
                    <a:pt x="70" y="0"/>
                  </a:lnTo>
                  <a:lnTo>
                    <a:pt x="120" y="97"/>
                  </a:lnTo>
                  <a:lnTo>
                    <a:pt x="97" y="97"/>
                  </a:lnTo>
                  <a:lnTo>
                    <a:pt x="85" y="73"/>
                  </a:lnTo>
                  <a:close/>
                  <a:moveTo>
                    <a:pt x="77" y="58"/>
                  </a:moveTo>
                  <a:lnTo>
                    <a:pt x="59" y="20"/>
                  </a:lnTo>
                  <a:lnTo>
                    <a:pt x="40" y="58"/>
                  </a:lnTo>
                  <a:lnTo>
                    <a:pt x="77" y="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4C2EA7BA-13E6-4A3A-9EAA-2494389DB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498" y="3723888"/>
              <a:ext cx="108680" cy="100555"/>
            </a:xfrm>
            <a:custGeom>
              <a:avLst/>
              <a:gdLst>
                <a:gd name="T0" fmla="*/ 52 w 93"/>
                <a:gd name="T1" fmla="*/ 0 h 85"/>
                <a:gd name="T2" fmla="*/ 89 w 93"/>
                <a:gd name="T3" fmla="*/ 11 h 85"/>
                <a:gd name="T4" fmla="*/ 80 w 93"/>
                <a:gd name="T5" fmla="*/ 22 h 85"/>
                <a:gd name="T6" fmla="*/ 53 w 93"/>
                <a:gd name="T7" fmla="*/ 12 h 85"/>
                <a:gd name="T8" fmla="*/ 18 w 93"/>
                <a:gd name="T9" fmla="*/ 42 h 85"/>
                <a:gd name="T10" fmla="*/ 52 w 93"/>
                <a:gd name="T11" fmla="*/ 72 h 85"/>
                <a:gd name="T12" fmla="*/ 76 w 93"/>
                <a:gd name="T13" fmla="*/ 66 h 85"/>
                <a:gd name="T14" fmla="*/ 76 w 93"/>
                <a:gd name="T15" fmla="*/ 50 h 85"/>
                <a:gd name="T16" fmla="*/ 51 w 93"/>
                <a:gd name="T17" fmla="*/ 50 h 85"/>
                <a:gd name="T18" fmla="*/ 51 w 93"/>
                <a:gd name="T19" fmla="*/ 37 h 85"/>
                <a:gd name="T20" fmla="*/ 93 w 93"/>
                <a:gd name="T21" fmla="*/ 37 h 85"/>
                <a:gd name="T22" fmla="*/ 93 w 93"/>
                <a:gd name="T23" fmla="*/ 72 h 85"/>
                <a:gd name="T24" fmla="*/ 52 w 93"/>
                <a:gd name="T25" fmla="*/ 85 h 85"/>
                <a:gd name="T26" fmla="*/ 0 w 93"/>
                <a:gd name="T27" fmla="*/ 42 h 85"/>
                <a:gd name="T28" fmla="*/ 52 w 93"/>
                <a:gd name="T2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4"/>
                    <a:pt x="18" y="42"/>
                  </a:cubicBezTo>
                  <a:cubicBezTo>
                    <a:pt x="18" y="59"/>
                    <a:pt x="32" y="72"/>
                    <a:pt x="52" y="72"/>
                  </a:cubicBezTo>
                  <a:cubicBezTo>
                    <a:pt x="61" y="72"/>
                    <a:pt x="70" y="70"/>
                    <a:pt x="76" y="66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3" y="72"/>
                    <a:pt x="93" y="72"/>
                    <a:pt x="93" y="72"/>
                  </a:cubicBezTo>
                  <a:cubicBezTo>
                    <a:pt x="83" y="79"/>
                    <a:pt x="69" y="85"/>
                    <a:pt x="52" y="85"/>
                  </a:cubicBezTo>
                  <a:cubicBezTo>
                    <a:pt x="21" y="85"/>
                    <a:pt x="0" y="67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ABB63BC2-228E-46E0-840A-E1B7C08EF8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9555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9" name="Rectangle 18">
              <a:extLst>
                <a:ext uri="{FF2B5EF4-FFF2-40B4-BE49-F238E27FC236}">
                  <a16:creationId xmlns:a16="http://schemas.microsoft.com/office/drawing/2014/main" id="{C19A8289-D7C4-4A65-9187-671BF6498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9408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59CD4D4E-1BA6-4BC5-B509-2305AB453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2067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8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8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4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1" name="Freeform 20">
              <a:extLst>
                <a:ext uri="{FF2B5EF4-FFF2-40B4-BE49-F238E27FC236}">
                  <a16:creationId xmlns:a16="http://schemas.microsoft.com/office/drawing/2014/main" id="{F755CC57-BD50-459B-83AE-7B1DB5B33E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1763" y="3723888"/>
              <a:ext cx="123915" cy="100555"/>
            </a:xfrm>
            <a:custGeom>
              <a:avLst/>
              <a:gdLst>
                <a:gd name="T0" fmla="*/ 0 w 105"/>
                <a:gd name="T1" fmla="*/ 42 h 85"/>
                <a:gd name="T2" fmla="*/ 52 w 105"/>
                <a:gd name="T3" fmla="*/ 0 h 85"/>
                <a:gd name="T4" fmla="*/ 105 w 105"/>
                <a:gd name="T5" fmla="*/ 42 h 85"/>
                <a:gd name="T6" fmla="*/ 52 w 105"/>
                <a:gd name="T7" fmla="*/ 85 h 85"/>
                <a:gd name="T8" fmla="*/ 0 w 105"/>
                <a:gd name="T9" fmla="*/ 42 h 85"/>
                <a:gd name="T10" fmla="*/ 19 w 105"/>
                <a:gd name="T11" fmla="*/ 42 h 85"/>
                <a:gd name="T12" fmla="*/ 52 w 105"/>
                <a:gd name="T13" fmla="*/ 72 h 85"/>
                <a:gd name="T14" fmla="*/ 86 w 105"/>
                <a:gd name="T15" fmla="*/ 42 h 85"/>
                <a:gd name="T16" fmla="*/ 52 w 105"/>
                <a:gd name="T17" fmla="*/ 12 h 85"/>
                <a:gd name="T18" fmla="*/ 19 w 105"/>
                <a:gd name="T19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" h="85">
                  <a:moveTo>
                    <a:pt x="0" y="42"/>
                  </a:moveTo>
                  <a:cubicBezTo>
                    <a:pt x="0" y="19"/>
                    <a:pt x="22" y="0"/>
                    <a:pt x="52" y="0"/>
                  </a:cubicBezTo>
                  <a:cubicBezTo>
                    <a:pt x="83" y="0"/>
                    <a:pt x="105" y="19"/>
                    <a:pt x="105" y="42"/>
                  </a:cubicBezTo>
                  <a:cubicBezTo>
                    <a:pt x="105" y="66"/>
                    <a:pt x="83" y="85"/>
                    <a:pt x="52" y="85"/>
                  </a:cubicBezTo>
                  <a:cubicBezTo>
                    <a:pt x="22" y="85"/>
                    <a:pt x="0" y="66"/>
                    <a:pt x="0" y="42"/>
                  </a:cubicBezTo>
                  <a:close/>
                  <a:moveTo>
                    <a:pt x="19" y="42"/>
                  </a:moveTo>
                  <a:cubicBezTo>
                    <a:pt x="19" y="59"/>
                    <a:pt x="32" y="72"/>
                    <a:pt x="52" y="72"/>
                  </a:cubicBezTo>
                  <a:cubicBezTo>
                    <a:pt x="72" y="72"/>
                    <a:pt x="86" y="59"/>
                    <a:pt x="86" y="42"/>
                  </a:cubicBezTo>
                  <a:cubicBezTo>
                    <a:pt x="86" y="26"/>
                    <a:pt x="72" y="12"/>
                    <a:pt x="52" y="12"/>
                  </a:cubicBezTo>
                  <a:cubicBezTo>
                    <a:pt x="32" y="12"/>
                    <a:pt x="19" y="26"/>
                    <a:pt x="19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2" name="Freeform 21">
              <a:extLst>
                <a:ext uri="{FF2B5EF4-FFF2-40B4-BE49-F238E27FC236}">
                  <a16:creationId xmlns:a16="http://schemas.microsoft.com/office/drawing/2014/main" id="{5ADA4695-2756-4F44-B015-5E795DA50BB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1929" y="3724904"/>
              <a:ext cx="82272" cy="98523"/>
            </a:xfrm>
            <a:custGeom>
              <a:avLst/>
              <a:gdLst>
                <a:gd name="T0" fmla="*/ 0 w 81"/>
                <a:gd name="T1" fmla="*/ 0 h 97"/>
                <a:gd name="T2" fmla="*/ 20 w 81"/>
                <a:gd name="T3" fmla="*/ 0 h 97"/>
                <a:gd name="T4" fmla="*/ 20 w 81"/>
                <a:gd name="T5" fmla="*/ 81 h 97"/>
                <a:gd name="T6" fmla="*/ 81 w 81"/>
                <a:gd name="T7" fmla="*/ 81 h 97"/>
                <a:gd name="T8" fmla="*/ 81 w 81"/>
                <a:gd name="T9" fmla="*/ 97 h 97"/>
                <a:gd name="T10" fmla="*/ 0 w 81"/>
                <a:gd name="T11" fmla="*/ 97 h 97"/>
                <a:gd name="T12" fmla="*/ 0 w 81"/>
                <a:gd name="T13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97">
                  <a:moveTo>
                    <a:pt x="0" y="0"/>
                  </a:moveTo>
                  <a:lnTo>
                    <a:pt x="20" y="0"/>
                  </a:lnTo>
                  <a:lnTo>
                    <a:pt x="20" y="81"/>
                  </a:lnTo>
                  <a:lnTo>
                    <a:pt x="81" y="81"/>
                  </a:lnTo>
                  <a:lnTo>
                    <a:pt x="81" y="97"/>
                  </a:lnTo>
                  <a:lnTo>
                    <a:pt x="0" y="9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3" name="Freeform 22">
              <a:extLst>
                <a:ext uri="{FF2B5EF4-FFF2-40B4-BE49-F238E27FC236}">
                  <a16:creationId xmlns:a16="http://schemas.microsoft.com/office/drawing/2014/main" id="{D7CE3CA2-0625-4FE2-8342-BF5FF9BD13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4359" y="3724904"/>
              <a:ext cx="89382" cy="98523"/>
            </a:xfrm>
            <a:custGeom>
              <a:avLst/>
              <a:gdLst>
                <a:gd name="T0" fmla="*/ 0 w 76"/>
                <a:gd name="T1" fmla="*/ 59 h 83"/>
                <a:gd name="T2" fmla="*/ 0 w 76"/>
                <a:gd name="T3" fmla="*/ 0 h 83"/>
                <a:gd name="T4" fmla="*/ 75 w 76"/>
                <a:gd name="T5" fmla="*/ 0 h 83"/>
                <a:gd name="T6" fmla="*/ 75 w 76"/>
                <a:gd name="T7" fmla="*/ 13 h 83"/>
                <a:gd name="T8" fmla="*/ 18 w 76"/>
                <a:gd name="T9" fmla="*/ 13 h 83"/>
                <a:gd name="T10" fmla="*/ 18 w 76"/>
                <a:gd name="T11" fmla="*/ 33 h 83"/>
                <a:gd name="T12" fmla="*/ 70 w 76"/>
                <a:gd name="T13" fmla="*/ 33 h 83"/>
                <a:gd name="T14" fmla="*/ 70 w 76"/>
                <a:gd name="T15" fmla="*/ 46 h 83"/>
                <a:gd name="T16" fmla="*/ 18 w 76"/>
                <a:gd name="T17" fmla="*/ 46 h 83"/>
                <a:gd name="T18" fmla="*/ 18 w 76"/>
                <a:gd name="T19" fmla="*/ 59 h 83"/>
                <a:gd name="T20" fmla="*/ 28 w 76"/>
                <a:gd name="T21" fmla="*/ 69 h 83"/>
                <a:gd name="T22" fmla="*/ 76 w 76"/>
                <a:gd name="T23" fmla="*/ 69 h 83"/>
                <a:gd name="T24" fmla="*/ 76 w 76"/>
                <a:gd name="T25" fmla="*/ 83 h 83"/>
                <a:gd name="T26" fmla="*/ 24 w 76"/>
                <a:gd name="T27" fmla="*/ 83 h 83"/>
                <a:gd name="T28" fmla="*/ 0 w 76"/>
                <a:gd name="T29" fmla="*/ 5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83">
                  <a:moveTo>
                    <a:pt x="0" y="5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66"/>
                    <a:pt x="21" y="69"/>
                    <a:pt x="28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9" y="83"/>
                    <a:pt x="0" y="74"/>
                    <a:pt x="0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4" name="Freeform 23">
              <a:extLst>
                <a:ext uri="{FF2B5EF4-FFF2-40B4-BE49-F238E27FC236}">
                  <a16:creationId xmlns:a16="http://schemas.microsoft.com/office/drawing/2014/main" id="{375A80A2-757D-4D4B-9691-B94C5DD96CF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2651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5"/>
                    <a:pt x="18" y="42"/>
                  </a:cubicBezTo>
                  <a:cubicBezTo>
                    <a:pt x="18" y="60"/>
                    <a:pt x="34" y="72"/>
                    <a:pt x="53" y="72"/>
                  </a:cubicBezTo>
                  <a:cubicBezTo>
                    <a:pt x="65" y="72"/>
                    <a:pt x="73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5" name="Rectangle 24">
              <a:extLst>
                <a:ext uri="{FF2B5EF4-FFF2-40B4-BE49-F238E27FC236}">
                  <a16:creationId xmlns:a16="http://schemas.microsoft.com/office/drawing/2014/main" id="{22D5EB9B-1950-46B2-AA60-704C4758B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6566" y="3724904"/>
              <a:ext cx="20314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6" name="Freeform 25">
              <a:extLst>
                <a:ext uri="{FF2B5EF4-FFF2-40B4-BE49-F238E27FC236}">
                  <a16:creationId xmlns:a16="http://schemas.microsoft.com/office/drawing/2014/main" id="{59CC830E-EB05-4519-9289-0C3FCBBEBA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6335" y="3724904"/>
              <a:ext cx="100555" cy="98523"/>
            </a:xfrm>
            <a:custGeom>
              <a:avLst/>
              <a:gdLst>
                <a:gd name="T0" fmla="*/ 86 w 86"/>
                <a:gd name="T1" fmla="*/ 59 h 83"/>
                <a:gd name="T2" fmla="*/ 51 w 86"/>
                <a:gd name="T3" fmla="*/ 83 h 83"/>
                <a:gd name="T4" fmla="*/ 0 w 86"/>
                <a:gd name="T5" fmla="*/ 83 h 83"/>
                <a:gd name="T6" fmla="*/ 0 w 86"/>
                <a:gd name="T7" fmla="*/ 0 h 83"/>
                <a:gd name="T8" fmla="*/ 48 w 86"/>
                <a:gd name="T9" fmla="*/ 0 h 83"/>
                <a:gd name="T10" fmla="*/ 82 w 86"/>
                <a:gd name="T11" fmla="*/ 23 h 83"/>
                <a:gd name="T12" fmla="*/ 69 w 86"/>
                <a:gd name="T13" fmla="*/ 40 h 83"/>
                <a:gd name="T14" fmla="*/ 86 w 86"/>
                <a:gd name="T15" fmla="*/ 59 h 83"/>
                <a:gd name="T16" fmla="*/ 17 w 86"/>
                <a:gd name="T17" fmla="*/ 13 h 83"/>
                <a:gd name="T18" fmla="*/ 17 w 86"/>
                <a:gd name="T19" fmla="*/ 34 h 83"/>
                <a:gd name="T20" fmla="*/ 47 w 86"/>
                <a:gd name="T21" fmla="*/ 34 h 83"/>
                <a:gd name="T22" fmla="*/ 63 w 86"/>
                <a:gd name="T23" fmla="*/ 24 h 83"/>
                <a:gd name="T24" fmla="*/ 46 w 86"/>
                <a:gd name="T25" fmla="*/ 13 h 83"/>
                <a:gd name="T26" fmla="*/ 17 w 86"/>
                <a:gd name="T27" fmla="*/ 13 h 83"/>
                <a:gd name="T28" fmla="*/ 67 w 86"/>
                <a:gd name="T29" fmla="*/ 58 h 83"/>
                <a:gd name="T30" fmla="*/ 50 w 86"/>
                <a:gd name="T31" fmla="*/ 47 h 83"/>
                <a:gd name="T32" fmla="*/ 17 w 86"/>
                <a:gd name="T33" fmla="*/ 47 h 83"/>
                <a:gd name="T34" fmla="*/ 17 w 86"/>
                <a:gd name="T35" fmla="*/ 69 h 83"/>
                <a:gd name="T36" fmla="*/ 50 w 86"/>
                <a:gd name="T37" fmla="*/ 69 h 83"/>
                <a:gd name="T38" fmla="*/ 67 w 86"/>
                <a:gd name="T39" fmla="*/ 5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" h="83">
                  <a:moveTo>
                    <a:pt x="86" y="59"/>
                  </a:moveTo>
                  <a:cubicBezTo>
                    <a:pt x="86" y="74"/>
                    <a:pt x="70" y="83"/>
                    <a:pt x="51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7" y="0"/>
                    <a:pt x="82" y="8"/>
                    <a:pt x="82" y="23"/>
                  </a:cubicBezTo>
                  <a:cubicBezTo>
                    <a:pt x="82" y="31"/>
                    <a:pt x="77" y="37"/>
                    <a:pt x="69" y="40"/>
                  </a:cubicBezTo>
                  <a:cubicBezTo>
                    <a:pt x="79" y="43"/>
                    <a:pt x="86" y="49"/>
                    <a:pt x="86" y="59"/>
                  </a:cubicBezTo>
                  <a:close/>
                  <a:moveTo>
                    <a:pt x="17" y="13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57" y="34"/>
                    <a:pt x="63" y="31"/>
                    <a:pt x="63" y="24"/>
                  </a:cubicBezTo>
                  <a:cubicBezTo>
                    <a:pt x="63" y="17"/>
                    <a:pt x="57" y="13"/>
                    <a:pt x="46" y="13"/>
                  </a:cubicBezTo>
                  <a:lnTo>
                    <a:pt x="17" y="13"/>
                  </a:lnTo>
                  <a:close/>
                  <a:moveTo>
                    <a:pt x="67" y="58"/>
                  </a:moveTo>
                  <a:cubicBezTo>
                    <a:pt x="67" y="51"/>
                    <a:pt x="60" y="47"/>
                    <a:pt x="50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60" y="69"/>
                    <a:pt x="67" y="65"/>
                    <a:pt x="67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67710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locks_V4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BCF5F30-D370-4466-83E8-53B40DAB5648}"/>
              </a:ext>
            </a:extLst>
          </p:cNvPr>
          <p:cNvSpPr/>
          <p:nvPr userDrawn="1"/>
        </p:nvSpPr>
        <p:spPr>
          <a:xfrm>
            <a:off x="96000" y="111627"/>
            <a:ext cx="12000000" cy="6492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noProof="0">
              <a:solidFill>
                <a:schemeClr val="accent1"/>
              </a:solidFill>
            </a:endParaRPr>
          </a:p>
        </p:txBody>
      </p:sp>
      <p:sp>
        <p:nvSpPr>
          <p:cNvPr id="45" name="Title 13">
            <a:extLst>
              <a:ext uri="{FF2B5EF4-FFF2-40B4-BE49-F238E27FC236}">
                <a16:creationId xmlns:a16="http://schemas.microsoft.com/office/drawing/2014/main" id="{D112AC07-9248-4648-9D69-E1265AB203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321" y="277913"/>
            <a:ext cx="10522800" cy="86177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28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This is the slide title </a:t>
            </a:r>
            <a:br>
              <a:rPr lang="en-US" noProof="0" dirty="0"/>
            </a:br>
            <a:r>
              <a:rPr lang="en-US" noProof="0" dirty="0"/>
              <a:t>in 2 lines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EB7CAC-DAA2-457B-A482-FE1445D93314}"/>
              </a:ext>
            </a:extLst>
          </p:cNvPr>
          <p:cNvCxnSpPr>
            <a:cxnSpLocks/>
          </p:cNvCxnSpPr>
          <p:nvPr userDrawn="1"/>
        </p:nvCxnSpPr>
        <p:spPr>
          <a:xfrm>
            <a:off x="4373595" y="2063439"/>
            <a:ext cx="0" cy="3718800"/>
          </a:xfrm>
          <a:prstGeom prst="line">
            <a:avLst/>
          </a:prstGeom>
          <a:ln w="9525">
            <a:solidFill>
              <a:schemeClr val="bg2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7FE814C-4A5E-48CD-AEE6-112F480880E9}"/>
              </a:ext>
            </a:extLst>
          </p:cNvPr>
          <p:cNvCxnSpPr>
            <a:cxnSpLocks/>
          </p:cNvCxnSpPr>
          <p:nvPr userDrawn="1"/>
        </p:nvCxnSpPr>
        <p:spPr>
          <a:xfrm>
            <a:off x="7818161" y="2063439"/>
            <a:ext cx="0" cy="3717088"/>
          </a:xfrm>
          <a:prstGeom prst="line">
            <a:avLst/>
          </a:prstGeom>
          <a:ln w="9525">
            <a:solidFill>
              <a:schemeClr val="bg2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FD54FA2-D3A1-446A-9263-346EB89CFF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AEEB37-C3B4-D24C-B106-A5EF35DCA9BE}"/>
              </a:ext>
            </a:extLst>
          </p:cNvPr>
          <p:cNvSpPr/>
          <p:nvPr userDrawn="1"/>
        </p:nvSpPr>
        <p:spPr>
          <a:xfrm>
            <a:off x="610311" y="1259335"/>
            <a:ext cx="823380" cy="99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E0C817D-6E5F-9247-A961-9BBDFF36F7D9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5F3D6892-36B9-884C-8198-B05E40A2F8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ABED82F1-6BD1-40EA-A453-B1EDC7C50E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76113" y="1645738"/>
            <a:ext cx="2750398" cy="972148"/>
          </a:xfrm>
          <a:custGeom>
            <a:avLst/>
            <a:gdLst>
              <a:gd name="connsiteX0" fmla="*/ 0 w 1552318"/>
              <a:gd name="connsiteY0" fmla="*/ 0 h 1293311"/>
              <a:gd name="connsiteX1" fmla="*/ 1552318 w 1552318"/>
              <a:gd name="connsiteY1" fmla="*/ 0 h 1293311"/>
              <a:gd name="connsiteX2" fmla="*/ 1552318 w 1552318"/>
              <a:gd name="connsiteY2" fmla="*/ 1293311 h 1293311"/>
              <a:gd name="connsiteX3" fmla="*/ 0 w 1552318"/>
              <a:gd name="connsiteY3" fmla="*/ 1293311 h 129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2318" h="1293311">
                <a:moveTo>
                  <a:pt x="0" y="0"/>
                </a:moveTo>
                <a:lnTo>
                  <a:pt x="1552318" y="0"/>
                </a:lnTo>
                <a:lnTo>
                  <a:pt x="1552318" y="1293311"/>
                </a:lnTo>
                <a:lnTo>
                  <a:pt x="0" y="1293311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B57E95CB-11B0-4065-9090-047B81E8068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20679" y="1645738"/>
            <a:ext cx="2750398" cy="972148"/>
          </a:xfrm>
          <a:custGeom>
            <a:avLst/>
            <a:gdLst>
              <a:gd name="connsiteX0" fmla="*/ 0 w 1552318"/>
              <a:gd name="connsiteY0" fmla="*/ 0 h 1293311"/>
              <a:gd name="connsiteX1" fmla="*/ 1552318 w 1552318"/>
              <a:gd name="connsiteY1" fmla="*/ 0 h 1293311"/>
              <a:gd name="connsiteX2" fmla="*/ 1552318 w 1552318"/>
              <a:gd name="connsiteY2" fmla="*/ 1293311 h 1293311"/>
              <a:gd name="connsiteX3" fmla="*/ 0 w 1552318"/>
              <a:gd name="connsiteY3" fmla="*/ 1293311 h 129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2318" h="1293311">
                <a:moveTo>
                  <a:pt x="0" y="0"/>
                </a:moveTo>
                <a:lnTo>
                  <a:pt x="1552318" y="0"/>
                </a:lnTo>
                <a:lnTo>
                  <a:pt x="1552318" y="1293311"/>
                </a:lnTo>
                <a:lnTo>
                  <a:pt x="0" y="129331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00EC5588-1F02-4F2D-8466-3CFBE2490B5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65247" y="1645738"/>
            <a:ext cx="2750385" cy="972148"/>
          </a:xfrm>
          <a:custGeom>
            <a:avLst/>
            <a:gdLst>
              <a:gd name="connsiteX0" fmla="*/ 0 w 1552318"/>
              <a:gd name="connsiteY0" fmla="*/ 0 h 1293311"/>
              <a:gd name="connsiteX1" fmla="*/ 1552318 w 1552318"/>
              <a:gd name="connsiteY1" fmla="*/ 0 h 1293311"/>
              <a:gd name="connsiteX2" fmla="*/ 1552318 w 1552318"/>
              <a:gd name="connsiteY2" fmla="*/ 1293311 h 1293311"/>
              <a:gd name="connsiteX3" fmla="*/ 0 w 1552318"/>
              <a:gd name="connsiteY3" fmla="*/ 1293311 h 129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2318" h="1293311">
                <a:moveTo>
                  <a:pt x="0" y="0"/>
                </a:moveTo>
                <a:lnTo>
                  <a:pt x="1552318" y="0"/>
                </a:lnTo>
                <a:lnTo>
                  <a:pt x="1552318" y="1293311"/>
                </a:lnTo>
                <a:lnTo>
                  <a:pt x="0" y="1293311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976C219-CF45-4931-A120-8E1475CD03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6113" y="2806700"/>
            <a:ext cx="2750397" cy="3175200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defRPr sz="14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10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83257010-87BD-4D65-881F-229F02B8B4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20680" y="2806700"/>
            <a:ext cx="2750397" cy="3175200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defRPr sz="14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10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DB138E52-ED23-44CF-9032-35C76BF4277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65235" y="2806700"/>
            <a:ext cx="2750397" cy="3175200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defRPr sz="14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10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D5AA164B-F252-449F-9A16-AAB9FE767E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212B6A55-6137-4151-93FF-D632475D1830}" type="datetime3">
              <a:rPr lang="en-US" smtClean="0"/>
              <a:t>3 November 2025</a:t>
            </a:fld>
            <a:endParaRPr lang="fr-FR" dirty="0"/>
          </a:p>
        </p:txBody>
      </p:sp>
      <p:grpSp>
        <p:nvGrpSpPr>
          <p:cNvPr id="19" name="Groupe 250">
            <a:extLst>
              <a:ext uri="{FF2B5EF4-FFF2-40B4-BE49-F238E27FC236}">
                <a16:creationId xmlns:a16="http://schemas.microsoft.com/office/drawing/2014/main" id="{BB424DAA-712F-4DEA-86DA-6984F90DFA78}"/>
              </a:ext>
            </a:extLst>
          </p:cNvPr>
          <p:cNvGrpSpPr/>
          <p:nvPr userDrawn="1"/>
        </p:nvGrpSpPr>
        <p:grpSpPr>
          <a:xfrm>
            <a:off x="5456917" y="6670035"/>
            <a:ext cx="1278167" cy="125311"/>
            <a:chOff x="5629458" y="3655836"/>
            <a:chExt cx="2227432" cy="218376"/>
          </a:xfrm>
          <a:solidFill>
            <a:srgbClr val="5E6A71"/>
          </a:solidFill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63C03926-0513-4CC2-9001-BD46FF0410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975" y="3775689"/>
              <a:ext cx="61958" cy="55864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" name="Rectangle 6">
              <a:extLst>
                <a:ext uri="{FF2B5EF4-FFF2-40B4-BE49-F238E27FC236}">
                  <a16:creationId xmlns:a16="http://schemas.microsoft.com/office/drawing/2014/main" id="{739B2E1E-EC9D-4F65-BC52-8C5D0D1C2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662" y="3849835"/>
              <a:ext cx="284396" cy="2437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3CDA91F7-36E4-4D8F-B70D-4389FC1FC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1195" y="3655836"/>
              <a:ext cx="77193" cy="62973"/>
            </a:xfrm>
            <a:custGeom>
              <a:avLst/>
              <a:gdLst>
                <a:gd name="T0" fmla="*/ 66 w 66"/>
                <a:gd name="T1" fmla="*/ 25 h 53"/>
                <a:gd name="T2" fmla="*/ 19 w 66"/>
                <a:gd name="T3" fmla="*/ 50 h 53"/>
                <a:gd name="T4" fmla="*/ 7 w 66"/>
                <a:gd name="T5" fmla="*/ 48 h 53"/>
                <a:gd name="T6" fmla="*/ 0 w 66"/>
                <a:gd name="T7" fmla="*/ 31 h 53"/>
                <a:gd name="T8" fmla="*/ 8 w 66"/>
                <a:gd name="T9" fmla="*/ 31 h 53"/>
                <a:gd name="T10" fmla="*/ 66 w 66"/>
                <a:gd name="T11" fmla="*/ 0 h 53"/>
                <a:gd name="T12" fmla="*/ 66 w 66"/>
                <a:gd name="T13" fmla="*/ 2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53">
                  <a:moveTo>
                    <a:pt x="66" y="25"/>
                  </a:moveTo>
                  <a:cubicBezTo>
                    <a:pt x="66" y="25"/>
                    <a:pt x="28" y="47"/>
                    <a:pt x="19" y="50"/>
                  </a:cubicBezTo>
                  <a:cubicBezTo>
                    <a:pt x="11" y="53"/>
                    <a:pt x="8" y="49"/>
                    <a:pt x="7" y="48"/>
                  </a:cubicBezTo>
                  <a:cubicBezTo>
                    <a:pt x="4" y="44"/>
                    <a:pt x="1" y="33"/>
                    <a:pt x="0" y="31"/>
                  </a:cubicBezTo>
                  <a:cubicBezTo>
                    <a:pt x="1" y="31"/>
                    <a:pt x="3" y="32"/>
                    <a:pt x="8" y="31"/>
                  </a:cubicBezTo>
                  <a:cubicBezTo>
                    <a:pt x="13" y="29"/>
                    <a:pt x="66" y="0"/>
                    <a:pt x="66" y="0"/>
                  </a:cubicBezTo>
                  <a:cubicBezTo>
                    <a:pt x="66" y="25"/>
                    <a:pt x="66" y="25"/>
                    <a:pt x="66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1" name="Freeform 8">
              <a:extLst>
                <a:ext uri="{FF2B5EF4-FFF2-40B4-BE49-F238E27FC236}">
                  <a16:creationId xmlns:a16="http://schemas.microsoft.com/office/drawing/2014/main" id="{81A1AEB0-8AEC-45BE-AFDE-4A32A07CF1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458" y="3669040"/>
              <a:ext cx="318930" cy="18384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" name="Freeform 9">
              <a:extLst>
                <a:ext uri="{FF2B5EF4-FFF2-40B4-BE49-F238E27FC236}">
                  <a16:creationId xmlns:a16="http://schemas.microsoft.com/office/drawing/2014/main" id="{66FE0677-C278-4F2F-8C3F-D6A5F558F6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3550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5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5" name="Freeform 10">
              <a:extLst>
                <a:ext uri="{FF2B5EF4-FFF2-40B4-BE49-F238E27FC236}">
                  <a16:creationId xmlns:a16="http://schemas.microsoft.com/office/drawing/2014/main" id="{E74E45A8-4ACD-4D81-997F-6297CA21B1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8481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F9D243E4-EAC2-4946-8D25-2D9580D3C1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4271" y="3696464"/>
              <a:ext cx="90398" cy="126963"/>
            </a:xfrm>
            <a:custGeom>
              <a:avLst/>
              <a:gdLst>
                <a:gd name="T0" fmla="*/ 0 w 77"/>
                <a:gd name="T1" fmla="*/ 83 h 107"/>
                <a:gd name="T2" fmla="*/ 0 w 77"/>
                <a:gd name="T3" fmla="*/ 24 h 107"/>
                <a:gd name="T4" fmla="*/ 75 w 77"/>
                <a:gd name="T5" fmla="*/ 24 h 107"/>
                <a:gd name="T6" fmla="*/ 75 w 77"/>
                <a:gd name="T7" fmla="*/ 37 h 107"/>
                <a:gd name="T8" fmla="*/ 18 w 77"/>
                <a:gd name="T9" fmla="*/ 37 h 107"/>
                <a:gd name="T10" fmla="*/ 18 w 77"/>
                <a:gd name="T11" fmla="*/ 57 h 107"/>
                <a:gd name="T12" fmla="*/ 70 w 77"/>
                <a:gd name="T13" fmla="*/ 57 h 107"/>
                <a:gd name="T14" fmla="*/ 70 w 77"/>
                <a:gd name="T15" fmla="*/ 70 h 107"/>
                <a:gd name="T16" fmla="*/ 18 w 77"/>
                <a:gd name="T17" fmla="*/ 70 h 107"/>
                <a:gd name="T18" fmla="*/ 18 w 77"/>
                <a:gd name="T19" fmla="*/ 83 h 107"/>
                <a:gd name="T20" fmla="*/ 28 w 77"/>
                <a:gd name="T21" fmla="*/ 93 h 107"/>
                <a:gd name="T22" fmla="*/ 77 w 77"/>
                <a:gd name="T23" fmla="*/ 93 h 107"/>
                <a:gd name="T24" fmla="*/ 77 w 77"/>
                <a:gd name="T25" fmla="*/ 107 h 107"/>
                <a:gd name="T26" fmla="*/ 24 w 77"/>
                <a:gd name="T27" fmla="*/ 107 h 107"/>
                <a:gd name="T28" fmla="*/ 0 w 77"/>
                <a:gd name="T29" fmla="*/ 83 h 107"/>
                <a:gd name="T30" fmla="*/ 57 w 77"/>
                <a:gd name="T31" fmla="*/ 0 h 107"/>
                <a:gd name="T32" fmla="*/ 43 w 77"/>
                <a:gd name="T33" fmla="*/ 15 h 107"/>
                <a:gd name="T34" fmla="*/ 28 w 77"/>
                <a:gd name="T35" fmla="*/ 15 h 107"/>
                <a:gd name="T36" fmla="*/ 39 w 77"/>
                <a:gd name="T37" fmla="*/ 0 h 107"/>
                <a:gd name="T38" fmla="*/ 57 w 77"/>
                <a:gd name="T39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" h="107">
                  <a:moveTo>
                    <a:pt x="0" y="83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90"/>
                    <a:pt x="21" y="93"/>
                    <a:pt x="28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107"/>
                    <a:pt x="77" y="107"/>
                    <a:pt x="77" y="107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9" y="107"/>
                    <a:pt x="0" y="98"/>
                    <a:pt x="0" y="83"/>
                  </a:cubicBezTo>
                  <a:close/>
                  <a:moveTo>
                    <a:pt x="57" y="0"/>
                  </a:moveTo>
                  <a:cubicBezTo>
                    <a:pt x="43" y="15"/>
                    <a:pt x="43" y="15"/>
                    <a:pt x="43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9" y="0"/>
                    <a:pt x="39" y="0"/>
                    <a:pt x="39" y="0"/>
                  </a:cubicBez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1FE300B-8329-45AF-93C7-599285446E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7014" y="3724904"/>
              <a:ext cx="105633" cy="98523"/>
            </a:xfrm>
            <a:custGeom>
              <a:avLst/>
              <a:gdLst>
                <a:gd name="T0" fmla="*/ 0 w 90"/>
                <a:gd name="T1" fmla="*/ 0 h 83"/>
                <a:gd name="T2" fmla="*/ 37 w 90"/>
                <a:gd name="T3" fmla="*/ 0 h 83"/>
                <a:gd name="T4" fmla="*/ 90 w 90"/>
                <a:gd name="T5" fmla="*/ 41 h 83"/>
                <a:gd name="T6" fmla="*/ 37 w 90"/>
                <a:gd name="T7" fmla="*/ 83 h 83"/>
                <a:gd name="T8" fmla="*/ 0 w 90"/>
                <a:gd name="T9" fmla="*/ 83 h 83"/>
                <a:gd name="T10" fmla="*/ 0 w 90"/>
                <a:gd name="T11" fmla="*/ 0 h 83"/>
                <a:gd name="T12" fmla="*/ 38 w 90"/>
                <a:gd name="T13" fmla="*/ 69 h 83"/>
                <a:gd name="T14" fmla="*/ 71 w 90"/>
                <a:gd name="T15" fmla="*/ 41 h 83"/>
                <a:gd name="T16" fmla="*/ 38 w 90"/>
                <a:gd name="T17" fmla="*/ 13 h 83"/>
                <a:gd name="T18" fmla="*/ 17 w 90"/>
                <a:gd name="T19" fmla="*/ 13 h 83"/>
                <a:gd name="T20" fmla="*/ 17 w 90"/>
                <a:gd name="T21" fmla="*/ 69 h 83"/>
                <a:gd name="T22" fmla="*/ 38 w 90"/>
                <a:gd name="T23" fmla="*/ 6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3">
                  <a:moveTo>
                    <a:pt x="0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69" y="0"/>
                    <a:pt x="90" y="17"/>
                    <a:pt x="90" y="41"/>
                  </a:cubicBezTo>
                  <a:cubicBezTo>
                    <a:pt x="90" y="66"/>
                    <a:pt x="69" y="83"/>
                    <a:pt x="3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38" y="69"/>
                  </a:moveTo>
                  <a:cubicBezTo>
                    <a:pt x="58" y="69"/>
                    <a:pt x="71" y="58"/>
                    <a:pt x="71" y="41"/>
                  </a:cubicBezTo>
                  <a:cubicBezTo>
                    <a:pt x="71" y="25"/>
                    <a:pt x="58" y="13"/>
                    <a:pt x="3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69"/>
                    <a:pt x="17" y="69"/>
                    <a:pt x="17" y="69"/>
                  </a:cubicBezTo>
                  <a:lnTo>
                    <a:pt x="38" y="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98192A9C-20FE-4D43-B204-6F2594903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929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D6815FDD-F3D1-4B74-A391-79A4D6EE0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557" y="3724904"/>
              <a:ext cx="94460" cy="98523"/>
            </a:xfrm>
            <a:custGeom>
              <a:avLst/>
              <a:gdLst>
                <a:gd name="T0" fmla="*/ 0 w 93"/>
                <a:gd name="T1" fmla="*/ 15 h 97"/>
                <a:gd name="T2" fmla="*/ 0 w 93"/>
                <a:gd name="T3" fmla="*/ 0 h 97"/>
                <a:gd name="T4" fmla="*/ 93 w 93"/>
                <a:gd name="T5" fmla="*/ 0 h 97"/>
                <a:gd name="T6" fmla="*/ 93 w 93"/>
                <a:gd name="T7" fmla="*/ 15 h 97"/>
                <a:gd name="T8" fmla="*/ 56 w 93"/>
                <a:gd name="T9" fmla="*/ 15 h 97"/>
                <a:gd name="T10" fmla="*/ 56 w 93"/>
                <a:gd name="T11" fmla="*/ 97 h 97"/>
                <a:gd name="T12" fmla="*/ 36 w 93"/>
                <a:gd name="T13" fmla="*/ 97 h 97"/>
                <a:gd name="T14" fmla="*/ 36 w 93"/>
                <a:gd name="T15" fmla="*/ 15 h 97"/>
                <a:gd name="T16" fmla="*/ 0 w 93"/>
                <a:gd name="T17" fmla="*/ 1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97">
                  <a:moveTo>
                    <a:pt x="0" y="15"/>
                  </a:moveTo>
                  <a:lnTo>
                    <a:pt x="0" y="0"/>
                  </a:lnTo>
                  <a:lnTo>
                    <a:pt x="93" y="0"/>
                  </a:lnTo>
                  <a:lnTo>
                    <a:pt x="93" y="15"/>
                  </a:lnTo>
                  <a:lnTo>
                    <a:pt x="56" y="15"/>
                  </a:lnTo>
                  <a:lnTo>
                    <a:pt x="56" y="97"/>
                  </a:lnTo>
                  <a:lnTo>
                    <a:pt x="36" y="97"/>
                  </a:lnTo>
                  <a:lnTo>
                    <a:pt x="36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57F8D73A-C8B6-4F9E-809A-AE5B98F772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70552" y="3724904"/>
              <a:ext cx="121884" cy="98523"/>
            </a:xfrm>
            <a:custGeom>
              <a:avLst/>
              <a:gdLst>
                <a:gd name="T0" fmla="*/ 85 w 120"/>
                <a:gd name="T1" fmla="*/ 73 h 97"/>
                <a:gd name="T2" fmla="*/ 32 w 120"/>
                <a:gd name="T3" fmla="*/ 73 h 97"/>
                <a:gd name="T4" fmla="*/ 21 w 120"/>
                <a:gd name="T5" fmla="*/ 97 h 97"/>
                <a:gd name="T6" fmla="*/ 0 w 120"/>
                <a:gd name="T7" fmla="*/ 97 h 97"/>
                <a:gd name="T8" fmla="*/ 50 w 120"/>
                <a:gd name="T9" fmla="*/ 0 h 97"/>
                <a:gd name="T10" fmla="*/ 70 w 120"/>
                <a:gd name="T11" fmla="*/ 0 h 97"/>
                <a:gd name="T12" fmla="*/ 120 w 120"/>
                <a:gd name="T13" fmla="*/ 97 h 97"/>
                <a:gd name="T14" fmla="*/ 97 w 120"/>
                <a:gd name="T15" fmla="*/ 97 h 97"/>
                <a:gd name="T16" fmla="*/ 85 w 120"/>
                <a:gd name="T17" fmla="*/ 73 h 97"/>
                <a:gd name="T18" fmla="*/ 77 w 120"/>
                <a:gd name="T19" fmla="*/ 58 h 97"/>
                <a:gd name="T20" fmla="*/ 59 w 120"/>
                <a:gd name="T21" fmla="*/ 20 h 97"/>
                <a:gd name="T22" fmla="*/ 40 w 120"/>
                <a:gd name="T23" fmla="*/ 58 h 97"/>
                <a:gd name="T24" fmla="*/ 77 w 120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7">
                  <a:moveTo>
                    <a:pt x="85" y="73"/>
                  </a:moveTo>
                  <a:lnTo>
                    <a:pt x="32" y="73"/>
                  </a:lnTo>
                  <a:lnTo>
                    <a:pt x="21" y="97"/>
                  </a:lnTo>
                  <a:lnTo>
                    <a:pt x="0" y="97"/>
                  </a:lnTo>
                  <a:lnTo>
                    <a:pt x="50" y="0"/>
                  </a:lnTo>
                  <a:lnTo>
                    <a:pt x="70" y="0"/>
                  </a:lnTo>
                  <a:lnTo>
                    <a:pt x="120" y="97"/>
                  </a:lnTo>
                  <a:lnTo>
                    <a:pt x="97" y="97"/>
                  </a:lnTo>
                  <a:lnTo>
                    <a:pt x="85" y="73"/>
                  </a:lnTo>
                  <a:close/>
                  <a:moveTo>
                    <a:pt x="77" y="58"/>
                  </a:moveTo>
                  <a:lnTo>
                    <a:pt x="59" y="20"/>
                  </a:lnTo>
                  <a:lnTo>
                    <a:pt x="40" y="58"/>
                  </a:lnTo>
                  <a:lnTo>
                    <a:pt x="77" y="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1050DD82-1466-4E18-B38C-158B92AE5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498" y="3723888"/>
              <a:ext cx="108680" cy="100555"/>
            </a:xfrm>
            <a:custGeom>
              <a:avLst/>
              <a:gdLst>
                <a:gd name="T0" fmla="*/ 52 w 93"/>
                <a:gd name="T1" fmla="*/ 0 h 85"/>
                <a:gd name="T2" fmla="*/ 89 w 93"/>
                <a:gd name="T3" fmla="*/ 11 h 85"/>
                <a:gd name="T4" fmla="*/ 80 w 93"/>
                <a:gd name="T5" fmla="*/ 22 h 85"/>
                <a:gd name="T6" fmla="*/ 53 w 93"/>
                <a:gd name="T7" fmla="*/ 12 h 85"/>
                <a:gd name="T8" fmla="*/ 18 w 93"/>
                <a:gd name="T9" fmla="*/ 42 h 85"/>
                <a:gd name="T10" fmla="*/ 52 w 93"/>
                <a:gd name="T11" fmla="*/ 72 h 85"/>
                <a:gd name="T12" fmla="*/ 76 w 93"/>
                <a:gd name="T13" fmla="*/ 66 h 85"/>
                <a:gd name="T14" fmla="*/ 76 w 93"/>
                <a:gd name="T15" fmla="*/ 50 h 85"/>
                <a:gd name="T16" fmla="*/ 51 w 93"/>
                <a:gd name="T17" fmla="*/ 50 h 85"/>
                <a:gd name="T18" fmla="*/ 51 w 93"/>
                <a:gd name="T19" fmla="*/ 37 h 85"/>
                <a:gd name="T20" fmla="*/ 93 w 93"/>
                <a:gd name="T21" fmla="*/ 37 h 85"/>
                <a:gd name="T22" fmla="*/ 93 w 93"/>
                <a:gd name="T23" fmla="*/ 72 h 85"/>
                <a:gd name="T24" fmla="*/ 52 w 93"/>
                <a:gd name="T25" fmla="*/ 85 h 85"/>
                <a:gd name="T26" fmla="*/ 0 w 93"/>
                <a:gd name="T27" fmla="*/ 42 h 85"/>
                <a:gd name="T28" fmla="*/ 52 w 93"/>
                <a:gd name="T2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4"/>
                    <a:pt x="18" y="42"/>
                  </a:cubicBezTo>
                  <a:cubicBezTo>
                    <a:pt x="18" y="59"/>
                    <a:pt x="32" y="72"/>
                    <a:pt x="52" y="72"/>
                  </a:cubicBezTo>
                  <a:cubicBezTo>
                    <a:pt x="61" y="72"/>
                    <a:pt x="70" y="70"/>
                    <a:pt x="76" y="66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3" y="72"/>
                    <a:pt x="93" y="72"/>
                    <a:pt x="93" y="72"/>
                  </a:cubicBezTo>
                  <a:cubicBezTo>
                    <a:pt x="83" y="79"/>
                    <a:pt x="69" y="85"/>
                    <a:pt x="52" y="85"/>
                  </a:cubicBezTo>
                  <a:cubicBezTo>
                    <a:pt x="21" y="85"/>
                    <a:pt x="0" y="67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6AE7FCAB-FAB2-41BB-8125-36508525AF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9555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4" name="Rectangle 18">
              <a:extLst>
                <a:ext uri="{FF2B5EF4-FFF2-40B4-BE49-F238E27FC236}">
                  <a16:creationId xmlns:a16="http://schemas.microsoft.com/office/drawing/2014/main" id="{7EEF7327-6F1A-42B0-934B-E91B32828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9408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6" name="Freeform 19">
              <a:extLst>
                <a:ext uri="{FF2B5EF4-FFF2-40B4-BE49-F238E27FC236}">
                  <a16:creationId xmlns:a16="http://schemas.microsoft.com/office/drawing/2014/main" id="{C09E4185-4C1E-42D2-A378-9983CC25F305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2067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8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8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4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7" name="Freeform 20">
              <a:extLst>
                <a:ext uri="{FF2B5EF4-FFF2-40B4-BE49-F238E27FC236}">
                  <a16:creationId xmlns:a16="http://schemas.microsoft.com/office/drawing/2014/main" id="{9780D34F-4580-4666-A50E-838D950489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1763" y="3723888"/>
              <a:ext cx="123915" cy="100555"/>
            </a:xfrm>
            <a:custGeom>
              <a:avLst/>
              <a:gdLst>
                <a:gd name="T0" fmla="*/ 0 w 105"/>
                <a:gd name="T1" fmla="*/ 42 h 85"/>
                <a:gd name="T2" fmla="*/ 52 w 105"/>
                <a:gd name="T3" fmla="*/ 0 h 85"/>
                <a:gd name="T4" fmla="*/ 105 w 105"/>
                <a:gd name="T5" fmla="*/ 42 h 85"/>
                <a:gd name="T6" fmla="*/ 52 w 105"/>
                <a:gd name="T7" fmla="*/ 85 h 85"/>
                <a:gd name="T8" fmla="*/ 0 w 105"/>
                <a:gd name="T9" fmla="*/ 42 h 85"/>
                <a:gd name="T10" fmla="*/ 19 w 105"/>
                <a:gd name="T11" fmla="*/ 42 h 85"/>
                <a:gd name="T12" fmla="*/ 52 w 105"/>
                <a:gd name="T13" fmla="*/ 72 h 85"/>
                <a:gd name="T14" fmla="*/ 86 w 105"/>
                <a:gd name="T15" fmla="*/ 42 h 85"/>
                <a:gd name="T16" fmla="*/ 52 w 105"/>
                <a:gd name="T17" fmla="*/ 12 h 85"/>
                <a:gd name="T18" fmla="*/ 19 w 105"/>
                <a:gd name="T19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" h="85">
                  <a:moveTo>
                    <a:pt x="0" y="42"/>
                  </a:moveTo>
                  <a:cubicBezTo>
                    <a:pt x="0" y="19"/>
                    <a:pt x="22" y="0"/>
                    <a:pt x="52" y="0"/>
                  </a:cubicBezTo>
                  <a:cubicBezTo>
                    <a:pt x="83" y="0"/>
                    <a:pt x="105" y="19"/>
                    <a:pt x="105" y="42"/>
                  </a:cubicBezTo>
                  <a:cubicBezTo>
                    <a:pt x="105" y="66"/>
                    <a:pt x="83" y="85"/>
                    <a:pt x="52" y="85"/>
                  </a:cubicBezTo>
                  <a:cubicBezTo>
                    <a:pt x="22" y="85"/>
                    <a:pt x="0" y="66"/>
                    <a:pt x="0" y="42"/>
                  </a:cubicBezTo>
                  <a:close/>
                  <a:moveTo>
                    <a:pt x="19" y="42"/>
                  </a:moveTo>
                  <a:cubicBezTo>
                    <a:pt x="19" y="59"/>
                    <a:pt x="32" y="72"/>
                    <a:pt x="52" y="72"/>
                  </a:cubicBezTo>
                  <a:cubicBezTo>
                    <a:pt x="72" y="72"/>
                    <a:pt x="86" y="59"/>
                    <a:pt x="86" y="42"/>
                  </a:cubicBezTo>
                  <a:cubicBezTo>
                    <a:pt x="86" y="26"/>
                    <a:pt x="72" y="12"/>
                    <a:pt x="52" y="12"/>
                  </a:cubicBezTo>
                  <a:cubicBezTo>
                    <a:pt x="32" y="12"/>
                    <a:pt x="19" y="26"/>
                    <a:pt x="19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8" name="Freeform 21">
              <a:extLst>
                <a:ext uri="{FF2B5EF4-FFF2-40B4-BE49-F238E27FC236}">
                  <a16:creationId xmlns:a16="http://schemas.microsoft.com/office/drawing/2014/main" id="{A672AE9F-88BD-47FB-9558-1048E35656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1929" y="3724904"/>
              <a:ext cx="82272" cy="98523"/>
            </a:xfrm>
            <a:custGeom>
              <a:avLst/>
              <a:gdLst>
                <a:gd name="T0" fmla="*/ 0 w 81"/>
                <a:gd name="T1" fmla="*/ 0 h 97"/>
                <a:gd name="T2" fmla="*/ 20 w 81"/>
                <a:gd name="T3" fmla="*/ 0 h 97"/>
                <a:gd name="T4" fmla="*/ 20 w 81"/>
                <a:gd name="T5" fmla="*/ 81 h 97"/>
                <a:gd name="T6" fmla="*/ 81 w 81"/>
                <a:gd name="T7" fmla="*/ 81 h 97"/>
                <a:gd name="T8" fmla="*/ 81 w 81"/>
                <a:gd name="T9" fmla="*/ 97 h 97"/>
                <a:gd name="T10" fmla="*/ 0 w 81"/>
                <a:gd name="T11" fmla="*/ 97 h 97"/>
                <a:gd name="T12" fmla="*/ 0 w 81"/>
                <a:gd name="T13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97">
                  <a:moveTo>
                    <a:pt x="0" y="0"/>
                  </a:moveTo>
                  <a:lnTo>
                    <a:pt x="20" y="0"/>
                  </a:lnTo>
                  <a:lnTo>
                    <a:pt x="20" y="81"/>
                  </a:lnTo>
                  <a:lnTo>
                    <a:pt x="81" y="81"/>
                  </a:lnTo>
                  <a:lnTo>
                    <a:pt x="81" y="97"/>
                  </a:lnTo>
                  <a:lnTo>
                    <a:pt x="0" y="9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9" name="Freeform 22">
              <a:extLst>
                <a:ext uri="{FF2B5EF4-FFF2-40B4-BE49-F238E27FC236}">
                  <a16:creationId xmlns:a16="http://schemas.microsoft.com/office/drawing/2014/main" id="{2C919E6E-5388-4E12-B186-AD5F88475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4359" y="3724904"/>
              <a:ext cx="89382" cy="98523"/>
            </a:xfrm>
            <a:custGeom>
              <a:avLst/>
              <a:gdLst>
                <a:gd name="T0" fmla="*/ 0 w 76"/>
                <a:gd name="T1" fmla="*/ 59 h 83"/>
                <a:gd name="T2" fmla="*/ 0 w 76"/>
                <a:gd name="T3" fmla="*/ 0 h 83"/>
                <a:gd name="T4" fmla="*/ 75 w 76"/>
                <a:gd name="T5" fmla="*/ 0 h 83"/>
                <a:gd name="T6" fmla="*/ 75 w 76"/>
                <a:gd name="T7" fmla="*/ 13 h 83"/>
                <a:gd name="T8" fmla="*/ 18 w 76"/>
                <a:gd name="T9" fmla="*/ 13 h 83"/>
                <a:gd name="T10" fmla="*/ 18 w 76"/>
                <a:gd name="T11" fmla="*/ 33 h 83"/>
                <a:gd name="T12" fmla="*/ 70 w 76"/>
                <a:gd name="T13" fmla="*/ 33 h 83"/>
                <a:gd name="T14" fmla="*/ 70 w 76"/>
                <a:gd name="T15" fmla="*/ 46 h 83"/>
                <a:gd name="T16" fmla="*/ 18 w 76"/>
                <a:gd name="T17" fmla="*/ 46 h 83"/>
                <a:gd name="T18" fmla="*/ 18 w 76"/>
                <a:gd name="T19" fmla="*/ 59 h 83"/>
                <a:gd name="T20" fmla="*/ 28 w 76"/>
                <a:gd name="T21" fmla="*/ 69 h 83"/>
                <a:gd name="T22" fmla="*/ 76 w 76"/>
                <a:gd name="T23" fmla="*/ 69 h 83"/>
                <a:gd name="T24" fmla="*/ 76 w 76"/>
                <a:gd name="T25" fmla="*/ 83 h 83"/>
                <a:gd name="T26" fmla="*/ 24 w 76"/>
                <a:gd name="T27" fmla="*/ 83 h 83"/>
                <a:gd name="T28" fmla="*/ 0 w 76"/>
                <a:gd name="T29" fmla="*/ 5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83">
                  <a:moveTo>
                    <a:pt x="0" y="5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66"/>
                    <a:pt x="21" y="69"/>
                    <a:pt x="28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9" y="83"/>
                    <a:pt x="0" y="74"/>
                    <a:pt x="0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0" name="Freeform 23">
              <a:extLst>
                <a:ext uri="{FF2B5EF4-FFF2-40B4-BE49-F238E27FC236}">
                  <a16:creationId xmlns:a16="http://schemas.microsoft.com/office/drawing/2014/main" id="{D185F348-222E-48D2-B427-932575C5EE8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2651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5"/>
                    <a:pt x="18" y="42"/>
                  </a:cubicBezTo>
                  <a:cubicBezTo>
                    <a:pt x="18" y="60"/>
                    <a:pt x="34" y="72"/>
                    <a:pt x="53" y="72"/>
                  </a:cubicBezTo>
                  <a:cubicBezTo>
                    <a:pt x="65" y="72"/>
                    <a:pt x="73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1" name="Rectangle 24">
              <a:extLst>
                <a:ext uri="{FF2B5EF4-FFF2-40B4-BE49-F238E27FC236}">
                  <a16:creationId xmlns:a16="http://schemas.microsoft.com/office/drawing/2014/main" id="{D4F4A3DF-71BD-4833-A641-A96922A50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6566" y="3724904"/>
              <a:ext cx="20314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2" name="Freeform 25">
              <a:extLst>
                <a:ext uri="{FF2B5EF4-FFF2-40B4-BE49-F238E27FC236}">
                  <a16:creationId xmlns:a16="http://schemas.microsoft.com/office/drawing/2014/main" id="{CD298489-F779-4FCD-A206-5DFD21751D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6335" y="3724904"/>
              <a:ext cx="100555" cy="98523"/>
            </a:xfrm>
            <a:custGeom>
              <a:avLst/>
              <a:gdLst>
                <a:gd name="T0" fmla="*/ 86 w 86"/>
                <a:gd name="T1" fmla="*/ 59 h 83"/>
                <a:gd name="T2" fmla="*/ 51 w 86"/>
                <a:gd name="T3" fmla="*/ 83 h 83"/>
                <a:gd name="T4" fmla="*/ 0 w 86"/>
                <a:gd name="T5" fmla="*/ 83 h 83"/>
                <a:gd name="T6" fmla="*/ 0 w 86"/>
                <a:gd name="T7" fmla="*/ 0 h 83"/>
                <a:gd name="T8" fmla="*/ 48 w 86"/>
                <a:gd name="T9" fmla="*/ 0 h 83"/>
                <a:gd name="T10" fmla="*/ 82 w 86"/>
                <a:gd name="T11" fmla="*/ 23 h 83"/>
                <a:gd name="T12" fmla="*/ 69 w 86"/>
                <a:gd name="T13" fmla="*/ 40 h 83"/>
                <a:gd name="T14" fmla="*/ 86 w 86"/>
                <a:gd name="T15" fmla="*/ 59 h 83"/>
                <a:gd name="T16" fmla="*/ 17 w 86"/>
                <a:gd name="T17" fmla="*/ 13 h 83"/>
                <a:gd name="T18" fmla="*/ 17 w 86"/>
                <a:gd name="T19" fmla="*/ 34 h 83"/>
                <a:gd name="T20" fmla="*/ 47 w 86"/>
                <a:gd name="T21" fmla="*/ 34 h 83"/>
                <a:gd name="T22" fmla="*/ 63 w 86"/>
                <a:gd name="T23" fmla="*/ 24 h 83"/>
                <a:gd name="T24" fmla="*/ 46 w 86"/>
                <a:gd name="T25" fmla="*/ 13 h 83"/>
                <a:gd name="T26" fmla="*/ 17 w 86"/>
                <a:gd name="T27" fmla="*/ 13 h 83"/>
                <a:gd name="T28" fmla="*/ 67 w 86"/>
                <a:gd name="T29" fmla="*/ 58 h 83"/>
                <a:gd name="T30" fmla="*/ 50 w 86"/>
                <a:gd name="T31" fmla="*/ 47 h 83"/>
                <a:gd name="T32" fmla="*/ 17 w 86"/>
                <a:gd name="T33" fmla="*/ 47 h 83"/>
                <a:gd name="T34" fmla="*/ 17 w 86"/>
                <a:gd name="T35" fmla="*/ 69 h 83"/>
                <a:gd name="T36" fmla="*/ 50 w 86"/>
                <a:gd name="T37" fmla="*/ 69 h 83"/>
                <a:gd name="T38" fmla="*/ 67 w 86"/>
                <a:gd name="T39" fmla="*/ 5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" h="83">
                  <a:moveTo>
                    <a:pt x="86" y="59"/>
                  </a:moveTo>
                  <a:cubicBezTo>
                    <a:pt x="86" y="74"/>
                    <a:pt x="70" y="83"/>
                    <a:pt x="51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7" y="0"/>
                    <a:pt x="82" y="8"/>
                    <a:pt x="82" y="23"/>
                  </a:cubicBezTo>
                  <a:cubicBezTo>
                    <a:pt x="82" y="31"/>
                    <a:pt x="77" y="37"/>
                    <a:pt x="69" y="40"/>
                  </a:cubicBezTo>
                  <a:cubicBezTo>
                    <a:pt x="79" y="43"/>
                    <a:pt x="86" y="49"/>
                    <a:pt x="86" y="59"/>
                  </a:cubicBezTo>
                  <a:close/>
                  <a:moveTo>
                    <a:pt x="17" y="13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57" y="34"/>
                    <a:pt x="63" y="31"/>
                    <a:pt x="63" y="24"/>
                  </a:cubicBezTo>
                  <a:cubicBezTo>
                    <a:pt x="63" y="17"/>
                    <a:pt x="57" y="13"/>
                    <a:pt x="46" y="13"/>
                  </a:cubicBezTo>
                  <a:lnTo>
                    <a:pt x="17" y="13"/>
                  </a:lnTo>
                  <a:close/>
                  <a:moveTo>
                    <a:pt x="67" y="58"/>
                  </a:moveTo>
                  <a:cubicBezTo>
                    <a:pt x="67" y="51"/>
                    <a:pt x="60" y="47"/>
                    <a:pt x="50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60" y="69"/>
                    <a:pt x="67" y="65"/>
                    <a:pt x="67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39998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locks_V1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BCF5F30-D370-4466-83E8-53B40DAB5648}"/>
              </a:ext>
            </a:extLst>
          </p:cNvPr>
          <p:cNvSpPr/>
          <p:nvPr userDrawn="1"/>
        </p:nvSpPr>
        <p:spPr>
          <a:xfrm>
            <a:off x="96000" y="111627"/>
            <a:ext cx="12000000" cy="6492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noProof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E375FC-06E1-47F2-811C-75E8D33DAE89}"/>
              </a:ext>
            </a:extLst>
          </p:cNvPr>
          <p:cNvSpPr/>
          <p:nvPr userDrawn="1"/>
        </p:nvSpPr>
        <p:spPr>
          <a:xfrm>
            <a:off x="610310" y="1645737"/>
            <a:ext cx="5093804" cy="2075253"/>
          </a:xfrm>
          <a:prstGeom prst="rect">
            <a:avLst/>
          </a:prstGeom>
          <a:noFill/>
          <a:ln w="38100" cap="sq" cmpd="sng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133" noProof="0">
              <a:latin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15295D-5CD9-47FD-B7A3-AC2EBAF3EDF7}"/>
              </a:ext>
            </a:extLst>
          </p:cNvPr>
          <p:cNvSpPr/>
          <p:nvPr userDrawn="1"/>
        </p:nvSpPr>
        <p:spPr>
          <a:xfrm>
            <a:off x="6487886" y="1645737"/>
            <a:ext cx="5093804" cy="2075253"/>
          </a:xfrm>
          <a:prstGeom prst="rect">
            <a:avLst/>
          </a:prstGeom>
          <a:noFill/>
          <a:ln w="38100" cap="sq" cmpd="sng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133" noProof="0">
              <a:latin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BED567-B366-4EC9-B293-7052525BB914}"/>
              </a:ext>
            </a:extLst>
          </p:cNvPr>
          <p:cNvSpPr/>
          <p:nvPr userDrawn="1"/>
        </p:nvSpPr>
        <p:spPr>
          <a:xfrm>
            <a:off x="610310" y="4046379"/>
            <a:ext cx="5093804" cy="2075253"/>
          </a:xfrm>
          <a:prstGeom prst="rect">
            <a:avLst/>
          </a:prstGeom>
          <a:noFill/>
          <a:ln w="38100" cap="sq" cmpd="sng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133" noProof="0">
              <a:latin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4A9062D-2E86-4175-894B-43E25E8B0886}"/>
              </a:ext>
            </a:extLst>
          </p:cNvPr>
          <p:cNvSpPr/>
          <p:nvPr userDrawn="1"/>
        </p:nvSpPr>
        <p:spPr>
          <a:xfrm>
            <a:off x="6487886" y="4046379"/>
            <a:ext cx="5093804" cy="2075253"/>
          </a:xfrm>
          <a:prstGeom prst="rect">
            <a:avLst/>
          </a:prstGeom>
          <a:noFill/>
          <a:ln w="38100" cap="sq" cmpd="sng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133" noProof="0">
              <a:latin typeface="Arial" panose="020B0604020202020204" pitchFamily="34" charset="0"/>
            </a:endParaRPr>
          </a:p>
        </p:txBody>
      </p:sp>
      <p:sp>
        <p:nvSpPr>
          <p:cNvPr id="45" name="Title 13">
            <a:extLst>
              <a:ext uri="{FF2B5EF4-FFF2-40B4-BE49-F238E27FC236}">
                <a16:creationId xmlns:a16="http://schemas.microsoft.com/office/drawing/2014/main" id="{D112AC07-9248-4648-9D69-E1265AB203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322" y="277913"/>
            <a:ext cx="10967368" cy="86177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28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This is the slide title </a:t>
            </a:r>
            <a:br>
              <a:rPr lang="en-US" noProof="0" dirty="0"/>
            </a:br>
            <a:r>
              <a:rPr lang="en-US" noProof="0" dirty="0"/>
              <a:t>in 2 lines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834DC8F-613D-4859-A3A8-E4922C00C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F48B74-4844-FE45-8BA6-B99E24FC9BC1}"/>
              </a:ext>
            </a:extLst>
          </p:cNvPr>
          <p:cNvSpPr/>
          <p:nvPr userDrawn="1"/>
        </p:nvSpPr>
        <p:spPr>
          <a:xfrm>
            <a:off x="610311" y="1259335"/>
            <a:ext cx="823380" cy="99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2BD2B7-E7E9-B445-B014-AD9C0F2DC5B2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6CBB92F-EC65-8E45-8334-B8F2CFA64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373E858-FDA1-4C94-912B-6B4BA0C694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0310" y="1645737"/>
            <a:ext cx="5093804" cy="468813"/>
          </a:xfrm>
          <a:custGeom>
            <a:avLst/>
            <a:gdLst>
              <a:gd name="connsiteX0" fmla="*/ 0 w 1552318"/>
              <a:gd name="connsiteY0" fmla="*/ 0 h 1293311"/>
              <a:gd name="connsiteX1" fmla="*/ 1552318 w 1552318"/>
              <a:gd name="connsiteY1" fmla="*/ 0 h 1293311"/>
              <a:gd name="connsiteX2" fmla="*/ 1552318 w 1552318"/>
              <a:gd name="connsiteY2" fmla="*/ 1293311 h 1293311"/>
              <a:gd name="connsiteX3" fmla="*/ 0 w 1552318"/>
              <a:gd name="connsiteY3" fmla="*/ 1293311 h 129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2318" h="1293311">
                <a:moveTo>
                  <a:pt x="0" y="0"/>
                </a:moveTo>
                <a:lnTo>
                  <a:pt x="1552318" y="0"/>
                </a:lnTo>
                <a:lnTo>
                  <a:pt x="1552318" y="1293311"/>
                </a:lnTo>
                <a:lnTo>
                  <a:pt x="0" y="1293311"/>
                </a:lnTo>
                <a:close/>
              </a:path>
            </a:pathLst>
          </a:custGeom>
          <a:solidFill>
            <a:schemeClr val="accent1"/>
          </a:solidFill>
          <a:ln w="38100">
            <a:solidFill>
              <a:schemeClr val="accent1"/>
            </a:solidFill>
            <a:miter lim="800000"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5BC51592-2E64-4A73-9880-0D0C0A0E6B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7886" y="1645737"/>
            <a:ext cx="5093804" cy="468813"/>
          </a:xfrm>
          <a:custGeom>
            <a:avLst/>
            <a:gdLst>
              <a:gd name="connsiteX0" fmla="*/ 0 w 1552318"/>
              <a:gd name="connsiteY0" fmla="*/ 0 h 1293311"/>
              <a:gd name="connsiteX1" fmla="*/ 1552318 w 1552318"/>
              <a:gd name="connsiteY1" fmla="*/ 0 h 1293311"/>
              <a:gd name="connsiteX2" fmla="*/ 1552318 w 1552318"/>
              <a:gd name="connsiteY2" fmla="*/ 1293311 h 1293311"/>
              <a:gd name="connsiteX3" fmla="*/ 0 w 1552318"/>
              <a:gd name="connsiteY3" fmla="*/ 1293311 h 129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2318" h="1293311">
                <a:moveTo>
                  <a:pt x="0" y="0"/>
                </a:moveTo>
                <a:lnTo>
                  <a:pt x="1552318" y="0"/>
                </a:lnTo>
                <a:lnTo>
                  <a:pt x="1552318" y="1293311"/>
                </a:lnTo>
                <a:lnTo>
                  <a:pt x="0" y="1293311"/>
                </a:lnTo>
                <a:close/>
              </a:path>
            </a:pathLst>
          </a:custGeom>
          <a:solidFill>
            <a:schemeClr val="accent1"/>
          </a:solidFill>
          <a:ln w="38100">
            <a:solidFill>
              <a:schemeClr val="accent1"/>
            </a:solidFill>
            <a:miter lim="800000"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345C2F42-DBA8-4F2C-BBCA-B9F7B12796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0310" y="4046379"/>
            <a:ext cx="5093804" cy="468813"/>
          </a:xfrm>
          <a:custGeom>
            <a:avLst/>
            <a:gdLst>
              <a:gd name="connsiteX0" fmla="*/ 0 w 1552318"/>
              <a:gd name="connsiteY0" fmla="*/ 0 h 1293311"/>
              <a:gd name="connsiteX1" fmla="*/ 1552318 w 1552318"/>
              <a:gd name="connsiteY1" fmla="*/ 0 h 1293311"/>
              <a:gd name="connsiteX2" fmla="*/ 1552318 w 1552318"/>
              <a:gd name="connsiteY2" fmla="*/ 1293311 h 1293311"/>
              <a:gd name="connsiteX3" fmla="*/ 0 w 1552318"/>
              <a:gd name="connsiteY3" fmla="*/ 1293311 h 129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2318" h="1293311">
                <a:moveTo>
                  <a:pt x="0" y="0"/>
                </a:moveTo>
                <a:lnTo>
                  <a:pt x="1552318" y="0"/>
                </a:lnTo>
                <a:lnTo>
                  <a:pt x="1552318" y="1293311"/>
                </a:lnTo>
                <a:lnTo>
                  <a:pt x="0" y="1293311"/>
                </a:lnTo>
                <a:close/>
              </a:path>
            </a:pathLst>
          </a:custGeom>
          <a:solidFill>
            <a:schemeClr val="accent1"/>
          </a:solidFill>
          <a:ln w="38100">
            <a:solidFill>
              <a:schemeClr val="accent1"/>
            </a:solidFill>
            <a:miter lim="800000"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F206041B-3769-48C6-91F1-338B0C8AE07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87886" y="4046379"/>
            <a:ext cx="5093804" cy="468813"/>
          </a:xfrm>
          <a:custGeom>
            <a:avLst/>
            <a:gdLst>
              <a:gd name="connsiteX0" fmla="*/ 0 w 1552318"/>
              <a:gd name="connsiteY0" fmla="*/ 0 h 1293311"/>
              <a:gd name="connsiteX1" fmla="*/ 1552318 w 1552318"/>
              <a:gd name="connsiteY1" fmla="*/ 0 h 1293311"/>
              <a:gd name="connsiteX2" fmla="*/ 1552318 w 1552318"/>
              <a:gd name="connsiteY2" fmla="*/ 1293311 h 1293311"/>
              <a:gd name="connsiteX3" fmla="*/ 0 w 1552318"/>
              <a:gd name="connsiteY3" fmla="*/ 1293311 h 129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2318" h="1293311">
                <a:moveTo>
                  <a:pt x="0" y="0"/>
                </a:moveTo>
                <a:lnTo>
                  <a:pt x="1552318" y="0"/>
                </a:lnTo>
                <a:lnTo>
                  <a:pt x="1552318" y="1293311"/>
                </a:lnTo>
                <a:lnTo>
                  <a:pt x="0" y="1293311"/>
                </a:lnTo>
                <a:close/>
              </a:path>
            </a:pathLst>
          </a:custGeom>
          <a:solidFill>
            <a:schemeClr val="accent1"/>
          </a:solidFill>
          <a:ln w="38100">
            <a:solidFill>
              <a:schemeClr val="accent1"/>
            </a:solidFill>
            <a:miter lim="800000"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26" name="Content Placeholder 4">
            <a:extLst>
              <a:ext uri="{FF2B5EF4-FFF2-40B4-BE49-F238E27FC236}">
                <a16:creationId xmlns:a16="http://schemas.microsoft.com/office/drawing/2014/main" id="{960B7344-9762-4694-910F-BF970FE4ECB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78582" y="2228578"/>
            <a:ext cx="4757260" cy="1378384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defRPr sz="1200">
                <a:solidFill>
                  <a:schemeClr val="tx2"/>
                </a:solidFill>
              </a:defRPr>
            </a:lvl1pPr>
            <a:lvl2pPr marL="345600" indent="-17145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05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</a:defRPr>
            </a:lvl4pPr>
            <a:lvl5pPr marL="864000" indent="-228584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064CA894-B84E-46C4-9025-7B7B1459DB7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642" y="4940316"/>
            <a:ext cx="756000" cy="756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1" name="Content Placeholder 4">
            <a:extLst>
              <a:ext uri="{FF2B5EF4-FFF2-40B4-BE49-F238E27FC236}">
                <a16:creationId xmlns:a16="http://schemas.microsoft.com/office/drawing/2014/main" id="{14295E8D-CDDE-487A-B255-3567C24D0C5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653307" y="2228578"/>
            <a:ext cx="4757260" cy="1378384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defRPr sz="1200">
                <a:solidFill>
                  <a:schemeClr val="tx2"/>
                </a:solidFill>
              </a:defRPr>
            </a:lvl1pPr>
            <a:lvl2pPr marL="345600" indent="-17145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05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</a:defRPr>
            </a:lvl4pPr>
            <a:lvl5pPr marL="864000" indent="-228584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33" name="Content Placeholder 4">
            <a:extLst>
              <a:ext uri="{FF2B5EF4-FFF2-40B4-BE49-F238E27FC236}">
                <a16:creationId xmlns:a16="http://schemas.microsoft.com/office/drawing/2014/main" id="{C3463F63-91B3-4A90-AD3A-30A7A3CC6D51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6653307" y="4629124"/>
            <a:ext cx="4757260" cy="1378384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defRPr sz="1200">
                <a:solidFill>
                  <a:schemeClr val="tx2"/>
                </a:solidFill>
              </a:defRPr>
            </a:lvl1pPr>
            <a:lvl2pPr marL="345600" indent="-17145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05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</a:defRPr>
            </a:lvl4pPr>
            <a:lvl5pPr marL="864000" indent="-228584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34" name="Content Placeholder 4">
            <a:extLst>
              <a:ext uri="{FF2B5EF4-FFF2-40B4-BE49-F238E27FC236}">
                <a16:creationId xmlns:a16="http://schemas.microsoft.com/office/drawing/2014/main" id="{018472D1-B727-4169-AECB-50963986821F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1704974" y="4629124"/>
            <a:ext cx="3830868" cy="1378384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defRPr sz="1200">
                <a:solidFill>
                  <a:schemeClr val="tx2"/>
                </a:solidFill>
              </a:defRPr>
            </a:lvl1pPr>
            <a:lvl2pPr marL="345600" indent="-17145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05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</a:defRPr>
            </a:lvl4pPr>
            <a:lvl5pPr marL="864000" indent="-228584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7" name="Date Placeholder 3">
            <a:extLst>
              <a:ext uri="{FF2B5EF4-FFF2-40B4-BE49-F238E27FC236}">
                <a16:creationId xmlns:a16="http://schemas.microsoft.com/office/drawing/2014/main" id="{B1188EC7-264C-4B6E-AB34-9982D1F146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F980F4EE-B07D-421C-9B9D-093678E5A527}" type="datetime3">
              <a:rPr lang="en-US" smtClean="0"/>
              <a:t>3 November 2025</a:t>
            </a:fld>
            <a:endParaRPr lang="fr-FR" dirty="0"/>
          </a:p>
        </p:txBody>
      </p:sp>
      <p:grpSp>
        <p:nvGrpSpPr>
          <p:cNvPr id="28" name="Groupe 250">
            <a:extLst>
              <a:ext uri="{FF2B5EF4-FFF2-40B4-BE49-F238E27FC236}">
                <a16:creationId xmlns:a16="http://schemas.microsoft.com/office/drawing/2014/main" id="{4F1FC4A2-270B-4CE6-BB25-AC5F38D4D04C}"/>
              </a:ext>
            </a:extLst>
          </p:cNvPr>
          <p:cNvGrpSpPr/>
          <p:nvPr userDrawn="1"/>
        </p:nvGrpSpPr>
        <p:grpSpPr>
          <a:xfrm>
            <a:off x="5456917" y="6670035"/>
            <a:ext cx="1278167" cy="125311"/>
            <a:chOff x="5629458" y="3655836"/>
            <a:chExt cx="2227432" cy="218376"/>
          </a:xfrm>
          <a:solidFill>
            <a:srgbClr val="5E6A71"/>
          </a:solidFill>
        </p:grpSpPr>
        <p:sp>
          <p:nvSpPr>
            <p:cNvPr id="29" name="Freeform 5">
              <a:extLst>
                <a:ext uri="{FF2B5EF4-FFF2-40B4-BE49-F238E27FC236}">
                  <a16:creationId xmlns:a16="http://schemas.microsoft.com/office/drawing/2014/main" id="{55167F43-B683-4E65-868D-DC675E2620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975" y="3775689"/>
              <a:ext cx="61958" cy="55864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" name="Rectangle 6">
              <a:extLst>
                <a:ext uri="{FF2B5EF4-FFF2-40B4-BE49-F238E27FC236}">
                  <a16:creationId xmlns:a16="http://schemas.microsoft.com/office/drawing/2014/main" id="{5B2A8934-F161-4298-854B-2086104389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662" y="3849835"/>
              <a:ext cx="284396" cy="2437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" name="Freeform 7">
              <a:extLst>
                <a:ext uri="{FF2B5EF4-FFF2-40B4-BE49-F238E27FC236}">
                  <a16:creationId xmlns:a16="http://schemas.microsoft.com/office/drawing/2014/main" id="{EFF37B57-E1B8-4E62-9CED-94C649118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1195" y="3655836"/>
              <a:ext cx="77193" cy="62973"/>
            </a:xfrm>
            <a:custGeom>
              <a:avLst/>
              <a:gdLst>
                <a:gd name="T0" fmla="*/ 66 w 66"/>
                <a:gd name="T1" fmla="*/ 25 h 53"/>
                <a:gd name="T2" fmla="*/ 19 w 66"/>
                <a:gd name="T3" fmla="*/ 50 h 53"/>
                <a:gd name="T4" fmla="*/ 7 w 66"/>
                <a:gd name="T5" fmla="*/ 48 h 53"/>
                <a:gd name="T6" fmla="*/ 0 w 66"/>
                <a:gd name="T7" fmla="*/ 31 h 53"/>
                <a:gd name="T8" fmla="*/ 8 w 66"/>
                <a:gd name="T9" fmla="*/ 31 h 53"/>
                <a:gd name="T10" fmla="*/ 66 w 66"/>
                <a:gd name="T11" fmla="*/ 0 h 53"/>
                <a:gd name="T12" fmla="*/ 66 w 66"/>
                <a:gd name="T13" fmla="*/ 2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53">
                  <a:moveTo>
                    <a:pt x="66" y="25"/>
                  </a:moveTo>
                  <a:cubicBezTo>
                    <a:pt x="66" y="25"/>
                    <a:pt x="28" y="47"/>
                    <a:pt x="19" y="50"/>
                  </a:cubicBezTo>
                  <a:cubicBezTo>
                    <a:pt x="11" y="53"/>
                    <a:pt x="8" y="49"/>
                    <a:pt x="7" y="48"/>
                  </a:cubicBezTo>
                  <a:cubicBezTo>
                    <a:pt x="4" y="44"/>
                    <a:pt x="1" y="33"/>
                    <a:pt x="0" y="31"/>
                  </a:cubicBezTo>
                  <a:cubicBezTo>
                    <a:pt x="1" y="31"/>
                    <a:pt x="3" y="32"/>
                    <a:pt x="8" y="31"/>
                  </a:cubicBezTo>
                  <a:cubicBezTo>
                    <a:pt x="13" y="29"/>
                    <a:pt x="66" y="0"/>
                    <a:pt x="66" y="0"/>
                  </a:cubicBezTo>
                  <a:cubicBezTo>
                    <a:pt x="66" y="25"/>
                    <a:pt x="66" y="25"/>
                    <a:pt x="66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7" name="Freeform 8">
              <a:extLst>
                <a:ext uri="{FF2B5EF4-FFF2-40B4-BE49-F238E27FC236}">
                  <a16:creationId xmlns:a16="http://schemas.microsoft.com/office/drawing/2014/main" id="{55D57E1D-49B7-4C4D-AB5D-CD6930A7A0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458" y="3669040"/>
              <a:ext cx="318930" cy="18384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" name="Freeform 9">
              <a:extLst>
                <a:ext uri="{FF2B5EF4-FFF2-40B4-BE49-F238E27FC236}">
                  <a16:creationId xmlns:a16="http://schemas.microsoft.com/office/drawing/2014/main" id="{40965D54-EE8D-42AC-A256-D42B9AD97A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3550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5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9" name="Freeform 10">
              <a:extLst>
                <a:ext uri="{FF2B5EF4-FFF2-40B4-BE49-F238E27FC236}">
                  <a16:creationId xmlns:a16="http://schemas.microsoft.com/office/drawing/2014/main" id="{037DF399-1642-49F6-8AA4-F346E94607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8481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0" name="Freeform 11">
              <a:extLst>
                <a:ext uri="{FF2B5EF4-FFF2-40B4-BE49-F238E27FC236}">
                  <a16:creationId xmlns:a16="http://schemas.microsoft.com/office/drawing/2014/main" id="{279C9C4B-32E0-432E-9F30-794F585584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4271" y="3696464"/>
              <a:ext cx="90398" cy="126963"/>
            </a:xfrm>
            <a:custGeom>
              <a:avLst/>
              <a:gdLst>
                <a:gd name="T0" fmla="*/ 0 w 77"/>
                <a:gd name="T1" fmla="*/ 83 h 107"/>
                <a:gd name="T2" fmla="*/ 0 w 77"/>
                <a:gd name="T3" fmla="*/ 24 h 107"/>
                <a:gd name="T4" fmla="*/ 75 w 77"/>
                <a:gd name="T5" fmla="*/ 24 h 107"/>
                <a:gd name="T6" fmla="*/ 75 w 77"/>
                <a:gd name="T7" fmla="*/ 37 h 107"/>
                <a:gd name="T8" fmla="*/ 18 w 77"/>
                <a:gd name="T9" fmla="*/ 37 h 107"/>
                <a:gd name="T10" fmla="*/ 18 w 77"/>
                <a:gd name="T11" fmla="*/ 57 h 107"/>
                <a:gd name="T12" fmla="*/ 70 w 77"/>
                <a:gd name="T13" fmla="*/ 57 h 107"/>
                <a:gd name="T14" fmla="*/ 70 w 77"/>
                <a:gd name="T15" fmla="*/ 70 h 107"/>
                <a:gd name="T16" fmla="*/ 18 w 77"/>
                <a:gd name="T17" fmla="*/ 70 h 107"/>
                <a:gd name="T18" fmla="*/ 18 w 77"/>
                <a:gd name="T19" fmla="*/ 83 h 107"/>
                <a:gd name="T20" fmla="*/ 28 w 77"/>
                <a:gd name="T21" fmla="*/ 93 h 107"/>
                <a:gd name="T22" fmla="*/ 77 w 77"/>
                <a:gd name="T23" fmla="*/ 93 h 107"/>
                <a:gd name="T24" fmla="*/ 77 w 77"/>
                <a:gd name="T25" fmla="*/ 107 h 107"/>
                <a:gd name="T26" fmla="*/ 24 w 77"/>
                <a:gd name="T27" fmla="*/ 107 h 107"/>
                <a:gd name="T28" fmla="*/ 0 w 77"/>
                <a:gd name="T29" fmla="*/ 83 h 107"/>
                <a:gd name="T30" fmla="*/ 57 w 77"/>
                <a:gd name="T31" fmla="*/ 0 h 107"/>
                <a:gd name="T32" fmla="*/ 43 w 77"/>
                <a:gd name="T33" fmla="*/ 15 h 107"/>
                <a:gd name="T34" fmla="*/ 28 w 77"/>
                <a:gd name="T35" fmla="*/ 15 h 107"/>
                <a:gd name="T36" fmla="*/ 39 w 77"/>
                <a:gd name="T37" fmla="*/ 0 h 107"/>
                <a:gd name="T38" fmla="*/ 57 w 77"/>
                <a:gd name="T39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" h="107">
                  <a:moveTo>
                    <a:pt x="0" y="83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90"/>
                    <a:pt x="21" y="93"/>
                    <a:pt x="28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107"/>
                    <a:pt x="77" y="107"/>
                    <a:pt x="77" y="107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9" y="107"/>
                    <a:pt x="0" y="98"/>
                    <a:pt x="0" y="83"/>
                  </a:cubicBezTo>
                  <a:close/>
                  <a:moveTo>
                    <a:pt x="57" y="0"/>
                  </a:moveTo>
                  <a:cubicBezTo>
                    <a:pt x="43" y="15"/>
                    <a:pt x="43" y="15"/>
                    <a:pt x="43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9" y="0"/>
                    <a:pt x="39" y="0"/>
                    <a:pt x="39" y="0"/>
                  </a:cubicBez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1" name="Freeform 12">
              <a:extLst>
                <a:ext uri="{FF2B5EF4-FFF2-40B4-BE49-F238E27FC236}">
                  <a16:creationId xmlns:a16="http://schemas.microsoft.com/office/drawing/2014/main" id="{CA0D517A-C24E-4DC4-A558-E36CDAE9D6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7014" y="3724904"/>
              <a:ext cx="105633" cy="98523"/>
            </a:xfrm>
            <a:custGeom>
              <a:avLst/>
              <a:gdLst>
                <a:gd name="T0" fmla="*/ 0 w 90"/>
                <a:gd name="T1" fmla="*/ 0 h 83"/>
                <a:gd name="T2" fmla="*/ 37 w 90"/>
                <a:gd name="T3" fmla="*/ 0 h 83"/>
                <a:gd name="T4" fmla="*/ 90 w 90"/>
                <a:gd name="T5" fmla="*/ 41 h 83"/>
                <a:gd name="T6" fmla="*/ 37 w 90"/>
                <a:gd name="T7" fmla="*/ 83 h 83"/>
                <a:gd name="T8" fmla="*/ 0 w 90"/>
                <a:gd name="T9" fmla="*/ 83 h 83"/>
                <a:gd name="T10" fmla="*/ 0 w 90"/>
                <a:gd name="T11" fmla="*/ 0 h 83"/>
                <a:gd name="T12" fmla="*/ 38 w 90"/>
                <a:gd name="T13" fmla="*/ 69 h 83"/>
                <a:gd name="T14" fmla="*/ 71 w 90"/>
                <a:gd name="T15" fmla="*/ 41 h 83"/>
                <a:gd name="T16" fmla="*/ 38 w 90"/>
                <a:gd name="T17" fmla="*/ 13 h 83"/>
                <a:gd name="T18" fmla="*/ 17 w 90"/>
                <a:gd name="T19" fmla="*/ 13 h 83"/>
                <a:gd name="T20" fmla="*/ 17 w 90"/>
                <a:gd name="T21" fmla="*/ 69 h 83"/>
                <a:gd name="T22" fmla="*/ 38 w 90"/>
                <a:gd name="T23" fmla="*/ 6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3">
                  <a:moveTo>
                    <a:pt x="0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69" y="0"/>
                    <a:pt x="90" y="17"/>
                    <a:pt x="90" y="41"/>
                  </a:cubicBezTo>
                  <a:cubicBezTo>
                    <a:pt x="90" y="66"/>
                    <a:pt x="69" y="83"/>
                    <a:pt x="3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38" y="69"/>
                  </a:moveTo>
                  <a:cubicBezTo>
                    <a:pt x="58" y="69"/>
                    <a:pt x="71" y="58"/>
                    <a:pt x="71" y="41"/>
                  </a:cubicBezTo>
                  <a:cubicBezTo>
                    <a:pt x="71" y="25"/>
                    <a:pt x="58" y="13"/>
                    <a:pt x="3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69"/>
                    <a:pt x="17" y="69"/>
                    <a:pt x="17" y="69"/>
                  </a:cubicBezTo>
                  <a:lnTo>
                    <a:pt x="38" y="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2" name="Rectangle 13">
              <a:extLst>
                <a:ext uri="{FF2B5EF4-FFF2-40B4-BE49-F238E27FC236}">
                  <a16:creationId xmlns:a16="http://schemas.microsoft.com/office/drawing/2014/main" id="{74A67E28-BF84-4C56-A4AE-D30044CF6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929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A317D20E-C01B-4650-B193-4B7BE04C3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557" y="3724904"/>
              <a:ext cx="94460" cy="98523"/>
            </a:xfrm>
            <a:custGeom>
              <a:avLst/>
              <a:gdLst>
                <a:gd name="T0" fmla="*/ 0 w 93"/>
                <a:gd name="T1" fmla="*/ 15 h 97"/>
                <a:gd name="T2" fmla="*/ 0 w 93"/>
                <a:gd name="T3" fmla="*/ 0 h 97"/>
                <a:gd name="T4" fmla="*/ 93 w 93"/>
                <a:gd name="T5" fmla="*/ 0 h 97"/>
                <a:gd name="T6" fmla="*/ 93 w 93"/>
                <a:gd name="T7" fmla="*/ 15 h 97"/>
                <a:gd name="T8" fmla="*/ 56 w 93"/>
                <a:gd name="T9" fmla="*/ 15 h 97"/>
                <a:gd name="T10" fmla="*/ 56 w 93"/>
                <a:gd name="T11" fmla="*/ 97 h 97"/>
                <a:gd name="T12" fmla="*/ 36 w 93"/>
                <a:gd name="T13" fmla="*/ 97 h 97"/>
                <a:gd name="T14" fmla="*/ 36 w 93"/>
                <a:gd name="T15" fmla="*/ 15 h 97"/>
                <a:gd name="T16" fmla="*/ 0 w 93"/>
                <a:gd name="T17" fmla="*/ 1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97">
                  <a:moveTo>
                    <a:pt x="0" y="15"/>
                  </a:moveTo>
                  <a:lnTo>
                    <a:pt x="0" y="0"/>
                  </a:lnTo>
                  <a:lnTo>
                    <a:pt x="93" y="0"/>
                  </a:lnTo>
                  <a:lnTo>
                    <a:pt x="93" y="15"/>
                  </a:lnTo>
                  <a:lnTo>
                    <a:pt x="56" y="15"/>
                  </a:lnTo>
                  <a:lnTo>
                    <a:pt x="56" y="97"/>
                  </a:lnTo>
                  <a:lnTo>
                    <a:pt x="36" y="97"/>
                  </a:lnTo>
                  <a:lnTo>
                    <a:pt x="36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6" name="Freeform 15">
              <a:extLst>
                <a:ext uri="{FF2B5EF4-FFF2-40B4-BE49-F238E27FC236}">
                  <a16:creationId xmlns:a16="http://schemas.microsoft.com/office/drawing/2014/main" id="{AD4D9F30-540E-4C06-B5A5-B3522190ED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70552" y="3724904"/>
              <a:ext cx="121884" cy="98523"/>
            </a:xfrm>
            <a:custGeom>
              <a:avLst/>
              <a:gdLst>
                <a:gd name="T0" fmla="*/ 85 w 120"/>
                <a:gd name="T1" fmla="*/ 73 h 97"/>
                <a:gd name="T2" fmla="*/ 32 w 120"/>
                <a:gd name="T3" fmla="*/ 73 h 97"/>
                <a:gd name="T4" fmla="*/ 21 w 120"/>
                <a:gd name="T5" fmla="*/ 97 h 97"/>
                <a:gd name="T6" fmla="*/ 0 w 120"/>
                <a:gd name="T7" fmla="*/ 97 h 97"/>
                <a:gd name="T8" fmla="*/ 50 w 120"/>
                <a:gd name="T9" fmla="*/ 0 h 97"/>
                <a:gd name="T10" fmla="*/ 70 w 120"/>
                <a:gd name="T11" fmla="*/ 0 h 97"/>
                <a:gd name="T12" fmla="*/ 120 w 120"/>
                <a:gd name="T13" fmla="*/ 97 h 97"/>
                <a:gd name="T14" fmla="*/ 97 w 120"/>
                <a:gd name="T15" fmla="*/ 97 h 97"/>
                <a:gd name="T16" fmla="*/ 85 w 120"/>
                <a:gd name="T17" fmla="*/ 73 h 97"/>
                <a:gd name="T18" fmla="*/ 77 w 120"/>
                <a:gd name="T19" fmla="*/ 58 h 97"/>
                <a:gd name="T20" fmla="*/ 59 w 120"/>
                <a:gd name="T21" fmla="*/ 20 h 97"/>
                <a:gd name="T22" fmla="*/ 40 w 120"/>
                <a:gd name="T23" fmla="*/ 58 h 97"/>
                <a:gd name="T24" fmla="*/ 77 w 120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7">
                  <a:moveTo>
                    <a:pt x="85" y="73"/>
                  </a:moveTo>
                  <a:lnTo>
                    <a:pt x="32" y="73"/>
                  </a:lnTo>
                  <a:lnTo>
                    <a:pt x="21" y="97"/>
                  </a:lnTo>
                  <a:lnTo>
                    <a:pt x="0" y="97"/>
                  </a:lnTo>
                  <a:lnTo>
                    <a:pt x="50" y="0"/>
                  </a:lnTo>
                  <a:lnTo>
                    <a:pt x="70" y="0"/>
                  </a:lnTo>
                  <a:lnTo>
                    <a:pt x="120" y="97"/>
                  </a:lnTo>
                  <a:lnTo>
                    <a:pt x="97" y="97"/>
                  </a:lnTo>
                  <a:lnTo>
                    <a:pt x="85" y="73"/>
                  </a:lnTo>
                  <a:close/>
                  <a:moveTo>
                    <a:pt x="77" y="58"/>
                  </a:moveTo>
                  <a:lnTo>
                    <a:pt x="59" y="20"/>
                  </a:lnTo>
                  <a:lnTo>
                    <a:pt x="40" y="58"/>
                  </a:lnTo>
                  <a:lnTo>
                    <a:pt x="77" y="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7" name="Freeform 16">
              <a:extLst>
                <a:ext uri="{FF2B5EF4-FFF2-40B4-BE49-F238E27FC236}">
                  <a16:creationId xmlns:a16="http://schemas.microsoft.com/office/drawing/2014/main" id="{F5E6E0D3-FCAE-4C46-8F4D-1969E02E32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498" y="3723888"/>
              <a:ext cx="108680" cy="100555"/>
            </a:xfrm>
            <a:custGeom>
              <a:avLst/>
              <a:gdLst>
                <a:gd name="T0" fmla="*/ 52 w 93"/>
                <a:gd name="T1" fmla="*/ 0 h 85"/>
                <a:gd name="T2" fmla="*/ 89 w 93"/>
                <a:gd name="T3" fmla="*/ 11 h 85"/>
                <a:gd name="T4" fmla="*/ 80 w 93"/>
                <a:gd name="T5" fmla="*/ 22 h 85"/>
                <a:gd name="T6" fmla="*/ 53 w 93"/>
                <a:gd name="T7" fmla="*/ 12 h 85"/>
                <a:gd name="T8" fmla="*/ 18 w 93"/>
                <a:gd name="T9" fmla="*/ 42 h 85"/>
                <a:gd name="T10" fmla="*/ 52 w 93"/>
                <a:gd name="T11" fmla="*/ 72 h 85"/>
                <a:gd name="T12" fmla="*/ 76 w 93"/>
                <a:gd name="T13" fmla="*/ 66 h 85"/>
                <a:gd name="T14" fmla="*/ 76 w 93"/>
                <a:gd name="T15" fmla="*/ 50 h 85"/>
                <a:gd name="T16" fmla="*/ 51 w 93"/>
                <a:gd name="T17" fmla="*/ 50 h 85"/>
                <a:gd name="T18" fmla="*/ 51 w 93"/>
                <a:gd name="T19" fmla="*/ 37 h 85"/>
                <a:gd name="T20" fmla="*/ 93 w 93"/>
                <a:gd name="T21" fmla="*/ 37 h 85"/>
                <a:gd name="T22" fmla="*/ 93 w 93"/>
                <a:gd name="T23" fmla="*/ 72 h 85"/>
                <a:gd name="T24" fmla="*/ 52 w 93"/>
                <a:gd name="T25" fmla="*/ 85 h 85"/>
                <a:gd name="T26" fmla="*/ 0 w 93"/>
                <a:gd name="T27" fmla="*/ 42 h 85"/>
                <a:gd name="T28" fmla="*/ 52 w 93"/>
                <a:gd name="T2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4"/>
                    <a:pt x="18" y="42"/>
                  </a:cubicBezTo>
                  <a:cubicBezTo>
                    <a:pt x="18" y="59"/>
                    <a:pt x="32" y="72"/>
                    <a:pt x="52" y="72"/>
                  </a:cubicBezTo>
                  <a:cubicBezTo>
                    <a:pt x="61" y="72"/>
                    <a:pt x="70" y="70"/>
                    <a:pt x="76" y="66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3" y="72"/>
                    <a:pt x="93" y="72"/>
                    <a:pt x="93" y="72"/>
                  </a:cubicBezTo>
                  <a:cubicBezTo>
                    <a:pt x="83" y="79"/>
                    <a:pt x="69" y="85"/>
                    <a:pt x="52" y="85"/>
                  </a:cubicBezTo>
                  <a:cubicBezTo>
                    <a:pt x="21" y="85"/>
                    <a:pt x="0" y="67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8" name="Freeform 17">
              <a:extLst>
                <a:ext uri="{FF2B5EF4-FFF2-40B4-BE49-F238E27FC236}">
                  <a16:creationId xmlns:a16="http://schemas.microsoft.com/office/drawing/2014/main" id="{3B2582CD-EB91-4B36-8A3B-5376BA7753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9555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9" name="Rectangle 18">
              <a:extLst>
                <a:ext uri="{FF2B5EF4-FFF2-40B4-BE49-F238E27FC236}">
                  <a16:creationId xmlns:a16="http://schemas.microsoft.com/office/drawing/2014/main" id="{69D036A0-9440-488E-8258-DC40296B87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9408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0" name="Freeform 19">
              <a:extLst>
                <a:ext uri="{FF2B5EF4-FFF2-40B4-BE49-F238E27FC236}">
                  <a16:creationId xmlns:a16="http://schemas.microsoft.com/office/drawing/2014/main" id="{6A49DCD8-8E81-429E-9E12-6D4618FB58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2067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8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8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4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1" name="Freeform 20">
              <a:extLst>
                <a:ext uri="{FF2B5EF4-FFF2-40B4-BE49-F238E27FC236}">
                  <a16:creationId xmlns:a16="http://schemas.microsoft.com/office/drawing/2014/main" id="{A80D84AC-42B2-4759-8737-3FC032B265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1763" y="3723888"/>
              <a:ext cx="123915" cy="100555"/>
            </a:xfrm>
            <a:custGeom>
              <a:avLst/>
              <a:gdLst>
                <a:gd name="T0" fmla="*/ 0 w 105"/>
                <a:gd name="T1" fmla="*/ 42 h 85"/>
                <a:gd name="T2" fmla="*/ 52 w 105"/>
                <a:gd name="T3" fmla="*/ 0 h 85"/>
                <a:gd name="T4" fmla="*/ 105 w 105"/>
                <a:gd name="T5" fmla="*/ 42 h 85"/>
                <a:gd name="T6" fmla="*/ 52 w 105"/>
                <a:gd name="T7" fmla="*/ 85 h 85"/>
                <a:gd name="T8" fmla="*/ 0 w 105"/>
                <a:gd name="T9" fmla="*/ 42 h 85"/>
                <a:gd name="T10" fmla="*/ 19 w 105"/>
                <a:gd name="T11" fmla="*/ 42 h 85"/>
                <a:gd name="T12" fmla="*/ 52 w 105"/>
                <a:gd name="T13" fmla="*/ 72 h 85"/>
                <a:gd name="T14" fmla="*/ 86 w 105"/>
                <a:gd name="T15" fmla="*/ 42 h 85"/>
                <a:gd name="T16" fmla="*/ 52 w 105"/>
                <a:gd name="T17" fmla="*/ 12 h 85"/>
                <a:gd name="T18" fmla="*/ 19 w 105"/>
                <a:gd name="T19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" h="85">
                  <a:moveTo>
                    <a:pt x="0" y="42"/>
                  </a:moveTo>
                  <a:cubicBezTo>
                    <a:pt x="0" y="19"/>
                    <a:pt x="22" y="0"/>
                    <a:pt x="52" y="0"/>
                  </a:cubicBezTo>
                  <a:cubicBezTo>
                    <a:pt x="83" y="0"/>
                    <a:pt x="105" y="19"/>
                    <a:pt x="105" y="42"/>
                  </a:cubicBezTo>
                  <a:cubicBezTo>
                    <a:pt x="105" y="66"/>
                    <a:pt x="83" y="85"/>
                    <a:pt x="52" y="85"/>
                  </a:cubicBezTo>
                  <a:cubicBezTo>
                    <a:pt x="22" y="85"/>
                    <a:pt x="0" y="66"/>
                    <a:pt x="0" y="42"/>
                  </a:cubicBezTo>
                  <a:close/>
                  <a:moveTo>
                    <a:pt x="19" y="42"/>
                  </a:moveTo>
                  <a:cubicBezTo>
                    <a:pt x="19" y="59"/>
                    <a:pt x="32" y="72"/>
                    <a:pt x="52" y="72"/>
                  </a:cubicBezTo>
                  <a:cubicBezTo>
                    <a:pt x="72" y="72"/>
                    <a:pt x="86" y="59"/>
                    <a:pt x="86" y="42"/>
                  </a:cubicBezTo>
                  <a:cubicBezTo>
                    <a:pt x="86" y="26"/>
                    <a:pt x="72" y="12"/>
                    <a:pt x="52" y="12"/>
                  </a:cubicBezTo>
                  <a:cubicBezTo>
                    <a:pt x="32" y="12"/>
                    <a:pt x="19" y="26"/>
                    <a:pt x="19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3" name="Freeform 21">
              <a:extLst>
                <a:ext uri="{FF2B5EF4-FFF2-40B4-BE49-F238E27FC236}">
                  <a16:creationId xmlns:a16="http://schemas.microsoft.com/office/drawing/2014/main" id="{9A976893-3965-4FE5-ABB7-851918EAD2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1929" y="3724904"/>
              <a:ext cx="82272" cy="98523"/>
            </a:xfrm>
            <a:custGeom>
              <a:avLst/>
              <a:gdLst>
                <a:gd name="T0" fmla="*/ 0 w 81"/>
                <a:gd name="T1" fmla="*/ 0 h 97"/>
                <a:gd name="T2" fmla="*/ 20 w 81"/>
                <a:gd name="T3" fmla="*/ 0 h 97"/>
                <a:gd name="T4" fmla="*/ 20 w 81"/>
                <a:gd name="T5" fmla="*/ 81 h 97"/>
                <a:gd name="T6" fmla="*/ 81 w 81"/>
                <a:gd name="T7" fmla="*/ 81 h 97"/>
                <a:gd name="T8" fmla="*/ 81 w 81"/>
                <a:gd name="T9" fmla="*/ 97 h 97"/>
                <a:gd name="T10" fmla="*/ 0 w 81"/>
                <a:gd name="T11" fmla="*/ 97 h 97"/>
                <a:gd name="T12" fmla="*/ 0 w 81"/>
                <a:gd name="T13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97">
                  <a:moveTo>
                    <a:pt x="0" y="0"/>
                  </a:moveTo>
                  <a:lnTo>
                    <a:pt x="20" y="0"/>
                  </a:lnTo>
                  <a:lnTo>
                    <a:pt x="20" y="81"/>
                  </a:lnTo>
                  <a:lnTo>
                    <a:pt x="81" y="81"/>
                  </a:lnTo>
                  <a:lnTo>
                    <a:pt x="81" y="97"/>
                  </a:lnTo>
                  <a:lnTo>
                    <a:pt x="0" y="9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5" name="Freeform 22">
              <a:extLst>
                <a:ext uri="{FF2B5EF4-FFF2-40B4-BE49-F238E27FC236}">
                  <a16:creationId xmlns:a16="http://schemas.microsoft.com/office/drawing/2014/main" id="{03334941-AE22-4410-89BC-918386450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4359" y="3724904"/>
              <a:ext cx="89382" cy="98523"/>
            </a:xfrm>
            <a:custGeom>
              <a:avLst/>
              <a:gdLst>
                <a:gd name="T0" fmla="*/ 0 w 76"/>
                <a:gd name="T1" fmla="*/ 59 h 83"/>
                <a:gd name="T2" fmla="*/ 0 w 76"/>
                <a:gd name="T3" fmla="*/ 0 h 83"/>
                <a:gd name="T4" fmla="*/ 75 w 76"/>
                <a:gd name="T5" fmla="*/ 0 h 83"/>
                <a:gd name="T6" fmla="*/ 75 w 76"/>
                <a:gd name="T7" fmla="*/ 13 h 83"/>
                <a:gd name="T8" fmla="*/ 18 w 76"/>
                <a:gd name="T9" fmla="*/ 13 h 83"/>
                <a:gd name="T10" fmla="*/ 18 w 76"/>
                <a:gd name="T11" fmla="*/ 33 h 83"/>
                <a:gd name="T12" fmla="*/ 70 w 76"/>
                <a:gd name="T13" fmla="*/ 33 h 83"/>
                <a:gd name="T14" fmla="*/ 70 w 76"/>
                <a:gd name="T15" fmla="*/ 46 h 83"/>
                <a:gd name="T16" fmla="*/ 18 w 76"/>
                <a:gd name="T17" fmla="*/ 46 h 83"/>
                <a:gd name="T18" fmla="*/ 18 w 76"/>
                <a:gd name="T19" fmla="*/ 59 h 83"/>
                <a:gd name="T20" fmla="*/ 28 w 76"/>
                <a:gd name="T21" fmla="*/ 69 h 83"/>
                <a:gd name="T22" fmla="*/ 76 w 76"/>
                <a:gd name="T23" fmla="*/ 69 h 83"/>
                <a:gd name="T24" fmla="*/ 76 w 76"/>
                <a:gd name="T25" fmla="*/ 83 h 83"/>
                <a:gd name="T26" fmla="*/ 24 w 76"/>
                <a:gd name="T27" fmla="*/ 83 h 83"/>
                <a:gd name="T28" fmla="*/ 0 w 76"/>
                <a:gd name="T29" fmla="*/ 5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83">
                  <a:moveTo>
                    <a:pt x="0" y="5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66"/>
                    <a:pt x="21" y="69"/>
                    <a:pt x="28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9" y="83"/>
                    <a:pt x="0" y="74"/>
                    <a:pt x="0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6" name="Freeform 23">
              <a:extLst>
                <a:ext uri="{FF2B5EF4-FFF2-40B4-BE49-F238E27FC236}">
                  <a16:creationId xmlns:a16="http://schemas.microsoft.com/office/drawing/2014/main" id="{C5B8773F-A345-46BD-BC99-8358804624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2651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5"/>
                    <a:pt x="18" y="42"/>
                  </a:cubicBezTo>
                  <a:cubicBezTo>
                    <a:pt x="18" y="60"/>
                    <a:pt x="34" y="72"/>
                    <a:pt x="53" y="72"/>
                  </a:cubicBezTo>
                  <a:cubicBezTo>
                    <a:pt x="65" y="72"/>
                    <a:pt x="73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7" name="Rectangle 24">
              <a:extLst>
                <a:ext uri="{FF2B5EF4-FFF2-40B4-BE49-F238E27FC236}">
                  <a16:creationId xmlns:a16="http://schemas.microsoft.com/office/drawing/2014/main" id="{FE2921CA-64F2-4E08-85AB-7723B740F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6566" y="3724904"/>
              <a:ext cx="20314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8" name="Freeform 25">
              <a:extLst>
                <a:ext uri="{FF2B5EF4-FFF2-40B4-BE49-F238E27FC236}">
                  <a16:creationId xmlns:a16="http://schemas.microsoft.com/office/drawing/2014/main" id="{2024DBEF-EDC0-4888-AD8A-49E0198FA0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6335" y="3724904"/>
              <a:ext cx="100555" cy="98523"/>
            </a:xfrm>
            <a:custGeom>
              <a:avLst/>
              <a:gdLst>
                <a:gd name="T0" fmla="*/ 86 w 86"/>
                <a:gd name="T1" fmla="*/ 59 h 83"/>
                <a:gd name="T2" fmla="*/ 51 w 86"/>
                <a:gd name="T3" fmla="*/ 83 h 83"/>
                <a:gd name="T4" fmla="*/ 0 w 86"/>
                <a:gd name="T5" fmla="*/ 83 h 83"/>
                <a:gd name="T6" fmla="*/ 0 w 86"/>
                <a:gd name="T7" fmla="*/ 0 h 83"/>
                <a:gd name="T8" fmla="*/ 48 w 86"/>
                <a:gd name="T9" fmla="*/ 0 h 83"/>
                <a:gd name="T10" fmla="*/ 82 w 86"/>
                <a:gd name="T11" fmla="*/ 23 h 83"/>
                <a:gd name="T12" fmla="*/ 69 w 86"/>
                <a:gd name="T13" fmla="*/ 40 h 83"/>
                <a:gd name="T14" fmla="*/ 86 w 86"/>
                <a:gd name="T15" fmla="*/ 59 h 83"/>
                <a:gd name="T16" fmla="*/ 17 w 86"/>
                <a:gd name="T17" fmla="*/ 13 h 83"/>
                <a:gd name="T18" fmla="*/ 17 w 86"/>
                <a:gd name="T19" fmla="*/ 34 h 83"/>
                <a:gd name="T20" fmla="*/ 47 w 86"/>
                <a:gd name="T21" fmla="*/ 34 h 83"/>
                <a:gd name="T22" fmla="*/ 63 w 86"/>
                <a:gd name="T23" fmla="*/ 24 h 83"/>
                <a:gd name="T24" fmla="*/ 46 w 86"/>
                <a:gd name="T25" fmla="*/ 13 h 83"/>
                <a:gd name="T26" fmla="*/ 17 w 86"/>
                <a:gd name="T27" fmla="*/ 13 h 83"/>
                <a:gd name="T28" fmla="*/ 67 w 86"/>
                <a:gd name="T29" fmla="*/ 58 h 83"/>
                <a:gd name="T30" fmla="*/ 50 w 86"/>
                <a:gd name="T31" fmla="*/ 47 h 83"/>
                <a:gd name="T32" fmla="*/ 17 w 86"/>
                <a:gd name="T33" fmla="*/ 47 h 83"/>
                <a:gd name="T34" fmla="*/ 17 w 86"/>
                <a:gd name="T35" fmla="*/ 69 h 83"/>
                <a:gd name="T36" fmla="*/ 50 w 86"/>
                <a:gd name="T37" fmla="*/ 69 h 83"/>
                <a:gd name="T38" fmla="*/ 67 w 86"/>
                <a:gd name="T39" fmla="*/ 5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" h="83">
                  <a:moveTo>
                    <a:pt x="86" y="59"/>
                  </a:moveTo>
                  <a:cubicBezTo>
                    <a:pt x="86" y="74"/>
                    <a:pt x="70" y="83"/>
                    <a:pt x="51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7" y="0"/>
                    <a:pt x="82" y="8"/>
                    <a:pt x="82" y="23"/>
                  </a:cubicBezTo>
                  <a:cubicBezTo>
                    <a:pt x="82" y="31"/>
                    <a:pt x="77" y="37"/>
                    <a:pt x="69" y="40"/>
                  </a:cubicBezTo>
                  <a:cubicBezTo>
                    <a:pt x="79" y="43"/>
                    <a:pt x="86" y="49"/>
                    <a:pt x="86" y="59"/>
                  </a:cubicBezTo>
                  <a:close/>
                  <a:moveTo>
                    <a:pt x="17" y="13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57" y="34"/>
                    <a:pt x="63" y="31"/>
                    <a:pt x="63" y="24"/>
                  </a:cubicBezTo>
                  <a:cubicBezTo>
                    <a:pt x="63" y="17"/>
                    <a:pt x="57" y="13"/>
                    <a:pt x="46" y="13"/>
                  </a:cubicBezTo>
                  <a:lnTo>
                    <a:pt x="17" y="13"/>
                  </a:lnTo>
                  <a:close/>
                  <a:moveTo>
                    <a:pt x="67" y="58"/>
                  </a:moveTo>
                  <a:cubicBezTo>
                    <a:pt x="67" y="51"/>
                    <a:pt x="60" y="47"/>
                    <a:pt x="50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60" y="69"/>
                    <a:pt x="67" y="65"/>
                    <a:pt x="67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12522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locks_V2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BCF5F30-D370-4466-83E8-53B40DAB5648}"/>
              </a:ext>
            </a:extLst>
          </p:cNvPr>
          <p:cNvSpPr/>
          <p:nvPr userDrawn="1"/>
        </p:nvSpPr>
        <p:spPr>
          <a:xfrm>
            <a:off x="96000" y="111627"/>
            <a:ext cx="12000000" cy="6492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noProof="0"/>
          </a:p>
        </p:txBody>
      </p:sp>
      <p:sp>
        <p:nvSpPr>
          <p:cNvPr id="45" name="Title 13">
            <a:extLst>
              <a:ext uri="{FF2B5EF4-FFF2-40B4-BE49-F238E27FC236}">
                <a16:creationId xmlns:a16="http://schemas.microsoft.com/office/drawing/2014/main" id="{D112AC07-9248-4648-9D69-E1265AB203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322" y="277913"/>
            <a:ext cx="10963355" cy="86177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28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This is the slide title </a:t>
            </a:r>
            <a:br>
              <a:rPr lang="en-US" noProof="0" dirty="0"/>
            </a:br>
            <a:r>
              <a:rPr lang="en-US" noProof="0" dirty="0"/>
              <a:t>in 2 lines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834DC8F-613D-4859-A3A8-E4922C00C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F48B74-4844-FE45-8BA6-B99E24FC9BC1}"/>
              </a:ext>
            </a:extLst>
          </p:cNvPr>
          <p:cNvSpPr/>
          <p:nvPr userDrawn="1"/>
        </p:nvSpPr>
        <p:spPr>
          <a:xfrm>
            <a:off x="610311" y="1259335"/>
            <a:ext cx="823380" cy="99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2BD2B7-E7E9-B445-B014-AD9C0F2DC5B2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6CBB92F-EC65-8E45-8334-B8F2CFA64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CA3849C1-2CFD-450B-8985-68E37CDB03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0310" y="1645736"/>
            <a:ext cx="3456000" cy="369332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None/>
              <a:defRPr sz="1200" b="1">
                <a:solidFill>
                  <a:schemeClr val="accent4"/>
                </a:solidFill>
              </a:defRPr>
            </a:lvl1pPr>
            <a:lvl2pPr marL="345574" indent="-17278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200">
                <a:solidFill>
                  <a:schemeClr val="tx2"/>
                </a:solidFill>
              </a:defRPr>
            </a:lvl2pPr>
            <a:lvl3pPr marL="518362" indent="-17278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3pPr>
            <a:lvl4pPr>
              <a:spcBef>
                <a:spcPts val="0"/>
              </a:spcBef>
              <a:spcAft>
                <a:spcPts val="1200"/>
              </a:spcAft>
              <a:defRPr/>
            </a:lvl4pPr>
            <a:lvl5pPr>
              <a:spcBef>
                <a:spcPts val="0"/>
              </a:spcBef>
              <a:spcAft>
                <a:spcPts val="1200"/>
              </a:spcAft>
              <a:defRPr/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E23C7250-D807-4D07-9D51-3027615DDAE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0310" y="4283055"/>
            <a:ext cx="3456000" cy="369332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None/>
              <a:defRPr sz="1200" b="1">
                <a:solidFill>
                  <a:schemeClr val="accent2"/>
                </a:solidFill>
              </a:defRPr>
            </a:lvl1pPr>
            <a:lvl2pPr marL="345574" indent="-17278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200">
                <a:solidFill>
                  <a:schemeClr val="tx2"/>
                </a:solidFill>
              </a:defRPr>
            </a:lvl2pPr>
            <a:lvl3pPr marL="518362" indent="-17278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3pPr>
            <a:lvl4pPr>
              <a:spcBef>
                <a:spcPts val="0"/>
              </a:spcBef>
              <a:spcAft>
                <a:spcPts val="1200"/>
              </a:spcAft>
              <a:defRPr/>
            </a:lvl4pPr>
            <a:lvl5pPr>
              <a:spcBef>
                <a:spcPts val="0"/>
              </a:spcBef>
              <a:spcAft>
                <a:spcPts val="1200"/>
              </a:spcAft>
              <a:defRPr/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81B667BD-B854-4391-B20C-7A92B9CEA47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21679" y="1645736"/>
            <a:ext cx="3456000" cy="369332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None/>
              <a:defRPr sz="1200" b="1">
                <a:solidFill>
                  <a:schemeClr val="accent3"/>
                </a:solidFill>
              </a:defRPr>
            </a:lvl1pPr>
            <a:lvl2pPr marL="345574" indent="-17278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200">
                <a:solidFill>
                  <a:schemeClr val="tx2"/>
                </a:solidFill>
              </a:defRPr>
            </a:lvl2pPr>
            <a:lvl3pPr marL="518362" indent="-17278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3pPr>
            <a:lvl4pPr>
              <a:spcBef>
                <a:spcPts val="0"/>
              </a:spcBef>
              <a:spcAft>
                <a:spcPts val="1200"/>
              </a:spcAft>
              <a:defRPr/>
            </a:lvl4pPr>
            <a:lvl5pPr>
              <a:spcBef>
                <a:spcPts val="0"/>
              </a:spcBef>
              <a:spcAft>
                <a:spcPts val="1200"/>
              </a:spcAft>
              <a:defRPr/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321D6336-36A3-4487-8F64-223951DBBAE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21679" y="4283055"/>
            <a:ext cx="3456000" cy="369332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None/>
              <a:defRPr sz="1200" b="1">
                <a:solidFill>
                  <a:schemeClr val="accent6"/>
                </a:solidFill>
              </a:defRPr>
            </a:lvl1pPr>
            <a:lvl2pPr marL="345574" indent="-17278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200">
                <a:solidFill>
                  <a:schemeClr val="tx2"/>
                </a:solidFill>
              </a:defRPr>
            </a:lvl2pPr>
            <a:lvl3pPr marL="518362" indent="-17278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3pPr>
            <a:lvl4pPr>
              <a:spcBef>
                <a:spcPts val="0"/>
              </a:spcBef>
              <a:spcAft>
                <a:spcPts val="1200"/>
              </a:spcAft>
              <a:defRPr/>
            </a:lvl4pPr>
            <a:lvl5pPr>
              <a:spcBef>
                <a:spcPts val="0"/>
              </a:spcBef>
              <a:spcAft>
                <a:spcPts val="1200"/>
              </a:spcAft>
              <a:defRPr/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F088D20-9EF9-47F6-932B-FA1D3C732804}"/>
              </a:ext>
            </a:extLst>
          </p:cNvPr>
          <p:cNvCxnSpPr/>
          <p:nvPr userDrawn="1"/>
        </p:nvCxnSpPr>
        <p:spPr>
          <a:xfrm>
            <a:off x="614323" y="3893004"/>
            <a:ext cx="3456000" cy="0"/>
          </a:xfrm>
          <a:prstGeom prst="line">
            <a:avLst/>
          </a:prstGeom>
          <a:ln w="9525">
            <a:solidFill>
              <a:schemeClr val="bg2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C0149B1-3E2D-46F6-B691-44E9860A4604}"/>
              </a:ext>
            </a:extLst>
          </p:cNvPr>
          <p:cNvCxnSpPr/>
          <p:nvPr userDrawn="1"/>
        </p:nvCxnSpPr>
        <p:spPr>
          <a:xfrm>
            <a:off x="8121678" y="3893004"/>
            <a:ext cx="3456625" cy="0"/>
          </a:xfrm>
          <a:prstGeom prst="line">
            <a:avLst/>
          </a:prstGeom>
          <a:ln w="9525">
            <a:solidFill>
              <a:schemeClr val="bg2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43">
            <a:extLst>
              <a:ext uri="{FF2B5EF4-FFF2-40B4-BE49-F238E27FC236}">
                <a16:creationId xmlns:a16="http://schemas.microsoft.com/office/drawing/2014/main" id="{C6992F96-2CC3-46D4-A978-318CE0AABADB}"/>
              </a:ext>
            </a:extLst>
          </p:cNvPr>
          <p:cNvSpPr txBox="1">
            <a:spLocks/>
          </p:cNvSpPr>
          <p:nvPr userDrawn="1"/>
        </p:nvSpPr>
        <p:spPr>
          <a:xfrm>
            <a:off x="4649714" y="2420534"/>
            <a:ext cx="1409972" cy="1409973"/>
          </a:xfrm>
          <a:custGeom>
            <a:avLst/>
            <a:gdLst>
              <a:gd name="connsiteX0" fmla="*/ 1409972 w 1409972"/>
              <a:gd name="connsiteY0" fmla="*/ 0 h 1409973"/>
              <a:gd name="connsiteX1" fmla="*/ 1409972 w 1409972"/>
              <a:gd name="connsiteY1" fmla="*/ 1409973 h 1409973"/>
              <a:gd name="connsiteX2" fmla="*/ 0 w 1409972"/>
              <a:gd name="connsiteY2" fmla="*/ 1409973 h 1409973"/>
              <a:gd name="connsiteX3" fmla="*/ 5657 w 1409972"/>
              <a:gd name="connsiteY3" fmla="*/ 1297944 h 1409973"/>
              <a:gd name="connsiteX4" fmla="*/ 1297944 w 1409972"/>
              <a:gd name="connsiteY4" fmla="*/ 5657 h 1409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09972" h="1409973">
                <a:moveTo>
                  <a:pt x="1409972" y="0"/>
                </a:moveTo>
                <a:lnTo>
                  <a:pt x="1409972" y="1409973"/>
                </a:lnTo>
                <a:lnTo>
                  <a:pt x="0" y="1409973"/>
                </a:lnTo>
                <a:lnTo>
                  <a:pt x="5657" y="1297944"/>
                </a:lnTo>
                <a:cubicBezTo>
                  <a:pt x="74856" y="616558"/>
                  <a:pt x="616558" y="74856"/>
                  <a:pt x="1297944" y="5657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288000" tIns="0" rIns="0" bIns="0" anchor="ctr">
            <a:noAutofit/>
          </a:bodyPr>
          <a:lstStyle>
            <a:lvl1pPr marL="0" indent="0" algn="ctr" defTabSz="914332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75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1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8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47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12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8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1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/>
          </a:p>
        </p:txBody>
      </p:sp>
      <p:sp>
        <p:nvSpPr>
          <p:cNvPr id="24" name="Text Placeholder 47">
            <a:extLst>
              <a:ext uri="{FF2B5EF4-FFF2-40B4-BE49-F238E27FC236}">
                <a16:creationId xmlns:a16="http://schemas.microsoft.com/office/drawing/2014/main" id="{AC08D7D8-6CEF-40F0-A742-5BD837ED5F97}"/>
              </a:ext>
            </a:extLst>
          </p:cNvPr>
          <p:cNvSpPr txBox="1">
            <a:spLocks/>
          </p:cNvSpPr>
          <p:nvPr userDrawn="1"/>
        </p:nvSpPr>
        <p:spPr>
          <a:xfrm>
            <a:off x="6131684" y="2420534"/>
            <a:ext cx="1409972" cy="1409973"/>
          </a:xfrm>
          <a:custGeom>
            <a:avLst/>
            <a:gdLst>
              <a:gd name="connsiteX0" fmla="*/ 0 w 1409972"/>
              <a:gd name="connsiteY0" fmla="*/ 0 h 1409973"/>
              <a:gd name="connsiteX1" fmla="*/ 112028 w 1409972"/>
              <a:gd name="connsiteY1" fmla="*/ 5657 h 1409973"/>
              <a:gd name="connsiteX2" fmla="*/ 1404315 w 1409972"/>
              <a:gd name="connsiteY2" fmla="*/ 1297944 h 1409973"/>
              <a:gd name="connsiteX3" fmla="*/ 1409972 w 1409972"/>
              <a:gd name="connsiteY3" fmla="*/ 1409973 h 1409973"/>
              <a:gd name="connsiteX4" fmla="*/ 0 w 1409972"/>
              <a:gd name="connsiteY4" fmla="*/ 1409973 h 1409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09972" h="1409973">
                <a:moveTo>
                  <a:pt x="0" y="0"/>
                </a:moveTo>
                <a:lnTo>
                  <a:pt x="112028" y="5657"/>
                </a:lnTo>
                <a:cubicBezTo>
                  <a:pt x="793415" y="74856"/>
                  <a:pt x="1335117" y="616558"/>
                  <a:pt x="1404315" y="1297944"/>
                </a:cubicBezTo>
                <a:lnTo>
                  <a:pt x="1409972" y="1409973"/>
                </a:lnTo>
                <a:lnTo>
                  <a:pt x="0" y="1409973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288000" bIns="0" anchor="ctr">
            <a:noAutofit/>
          </a:bodyPr>
          <a:lstStyle>
            <a:lvl1pPr marL="0" indent="0" algn="ctr" defTabSz="914332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75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1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8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47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12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8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1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/>
          </a:p>
        </p:txBody>
      </p:sp>
      <p:sp>
        <p:nvSpPr>
          <p:cNvPr id="25" name="Text Placeholder 49">
            <a:extLst>
              <a:ext uri="{FF2B5EF4-FFF2-40B4-BE49-F238E27FC236}">
                <a16:creationId xmlns:a16="http://schemas.microsoft.com/office/drawing/2014/main" id="{965995E0-FD18-4225-BEEE-E4D3E83031A3}"/>
              </a:ext>
            </a:extLst>
          </p:cNvPr>
          <p:cNvSpPr txBox="1">
            <a:spLocks/>
          </p:cNvSpPr>
          <p:nvPr userDrawn="1"/>
        </p:nvSpPr>
        <p:spPr>
          <a:xfrm>
            <a:off x="6131684" y="3902508"/>
            <a:ext cx="1409972" cy="1409971"/>
          </a:xfrm>
          <a:custGeom>
            <a:avLst/>
            <a:gdLst>
              <a:gd name="connsiteX0" fmla="*/ 0 w 1409972"/>
              <a:gd name="connsiteY0" fmla="*/ 0 h 1409971"/>
              <a:gd name="connsiteX1" fmla="*/ 1409972 w 1409972"/>
              <a:gd name="connsiteY1" fmla="*/ 0 h 1409971"/>
              <a:gd name="connsiteX2" fmla="*/ 1404315 w 1409972"/>
              <a:gd name="connsiteY2" fmla="*/ 112027 h 1409971"/>
              <a:gd name="connsiteX3" fmla="*/ 112028 w 1409972"/>
              <a:gd name="connsiteY3" fmla="*/ 1404314 h 1409971"/>
              <a:gd name="connsiteX4" fmla="*/ 0 w 1409972"/>
              <a:gd name="connsiteY4" fmla="*/ 1409971 h 1409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09972" h="1409971">
                <a:moveTo>
                  <a:pt x="0" y="0"/>
                </a:moveTo>
                <a:lnTo>
                  <a:pt x="1409972" y="0"/>
                </a:lnTo>
                <a:lnTo>
                  <a:pt x="1404315" y="112027"/>
                </a:lnTo>
                <a:cubicBezTo>
                  <a:pt x="1335117" y="793414"/>
                  <a:pt x="793415" y="1335116"/>
                  <a:pt x="112028" y="1404314"/>
                </a:cubicBezTo>
                <a:lnTo>
                  <a:pt x="0" y="1409971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288000" bIns="0" anchor="ctr">
            <a:noAutofit/>
          </a:bodyPr>
          <a:lstStyle>
            <a:lvl1pPr marL="0" indent="0" algn="ctr" defTabSz="914332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75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1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8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47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12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8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1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/>
          </a:p>
        </p:txBody>
      </p:sp>
      <p:sp>
        <p:nvSpPr>
          <p:cNvPr id="26" name="Text Placeholder 52">
            <a:extLst>
              <a:ext uri="{FF2B5EF4-FFF2-40B4-BE49-F238E27FC236}">
                <a16:creationId xmlns:a16="http://schemas.microsoft.com/office/drawing/2014/main" id="{BCC60B45-C823-443F-A31B-7E834A3DC8AA}"/>
              </a:ext>
            </a:extLst>
          </p:cNvPr>
          <p:cNvSpPr txBox="1">
            <a:spLocks/>
          </p:cNvSpPr>
          <p:nvPr userDrawn="1"/>
        </p:nvSpPr>
        <p:spPr>
          <a:xfrm>
            <a:off x="4649714" y="3902508"/>
            <a:ext cx="1409972" cy="1409971"/>
          </a:xfrm>
          <a:custGeom>
            <a:avLst/>
            <a:gdLst>
              <a:gd name="connsiteX0" fmla="*/ 0 w 1409972"/>
              <a:gd name="connsiteY0" fmla="*/ 0 h 1409971"/>
              <a:gd name="connsiteX1" fmla="*/ 1409972 w 1409972"/>
              <a:gd name="connsiteY1" fmla="*/ 0 h 1409971"/>
              <a:gd name="connsiteX2" fmla="*/ 1409972 w 1409972"/>
              <a:gd name="connsiteY2" fmla="*/ 1409971 h 1409971"/>
              <a:gd name="connsiteX3" fmla="*/ 1297944 w 1409972"/>
              <a:gd name="connsiteY3" fmla="*/ 1404314 h 1409971"/>
              <a:gd name="connsiteX4" fmla="*/ 5657 w 1409972"/>
              <a:gd name="connsiteY4" fmla="*/ 112027 h 1409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09972" h="1409971">
                <a:moveTo>
                  <a:pt x="0" y="0"/>
                </a:moveTo>
                <a:lnTo>
                  <a:pt x="1409972" y="0"/>
                </a:lnTo>
                <a:lnTo>
                  <a:pt x="1409972" y="1409971"/>
                </a:lnTo>
                <a:lnTo>
                  <a:pt x="1297944" y="1404314"/>
                </a:lnTo>
                <a:cubicBezTo>
                  <a:pt x="616558" y="1335116"/>
                  <a:pt x="74856" y="793414"/>
                  <a:pt x="5657" y="112027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lIns="288000" tIns="0" rIns="0" bIns="0" anchor="ctr">
            <a:noAutofit/>
          </a:bodyPr>
          <a:lstStyle>
            <a:lvl1pPr marL="0" indent="0" algn="ctr" defTabSz="914332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75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1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8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47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12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8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1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/>
          </a:p>
        </p:txBody>
      </p:sp>
      <p:sp>
        <p:nvSpPr>
          <p:cNvPr id="27" name="Text Placeholder 43">
            <a:extLst>
              <a:ext uri="{FF2B5EF4-FFF2-40B4-BE49-F238E27FC236}">
                <a16:creationId xmlns:a16="http://schemas.microsoft.com/office/drawing/2014/main" id="{8478530D-EE10-4BCC-8000-7DE3946079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88002" y="2773640"/>
            <a:ext cx="848083" cy="8953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28" name="Text Placeholder 47">
            <a:extLst>
              <a:ext uri="{FF2B5EF4-FFF2-40B4-BE49-F238E27FC236}">
                <a16:creationId xmlns:a16="http://schemas.microsoft.com/office/drawing/2014/main" id="{61C61C83-718D-4561-92E8-2387DDAC2B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5037" y="2773640"/>
            <a:ext cx="848083" cy="8953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INSERT </a:t>
            </a:r>
            <a:br>
              <a:rPr lang="en-US" noProof="0"/>
            </a:br>
            <a:r>
              <a:rPr lang="en-US" noProof="0"/>
              <a:t>TEXT</a:t>
            </a:r>
          </a:p>
        </p:txBody>
      </p:sp>
      <p:sp>
        <p:nvSpPr>
          <p:cNvPr id="29" name="Text Placeholder 49">
            <a:extLst>
              <a:ext uri="{FF2B5EF4-FFF2-40B4-BE49-F238E27FC236}">
                <a16:creationId xmlns:a16="http://schemas.microsoft.com/office/drawing/2014/main" id="{8B32CD2D-79A7-4355-B423-C1490CFE22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15037" y="4080988"/>
            <a:ext cx="848083" cy="8953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INSERT </a:t>
            </a:r>
            <a:br>
              <a:rPr lang="en-US" noProof="0"/>
            </a:br>
            <a:r>
              <a:rPr lang="en-US" noProof="0"/>
              <a:t>TEXT</a:t>
            </a:r>
          </a:p>
        </p:txBody>
      </p:sp>
      <p:sp>
        <p:nvSpPr>
          <p:cNvPr id="30" name="Text Placeholder 52">
            <a:extLst>
              <a:ext uri="{FF2B5EF4-FFF2-40B4-BE49-F238E27FC236}">
                <a16:creationId xmlns:a16="http://schemas.microsoft.com/office/drawing/2014/main" id="{7028F42C-81A3-40B2-8B1F-DE05930BEF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88002" y="4080988"/>
            <a:ext cx="848083" cy="8953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INSERT </a:t>
            </a:r>
            <a:br>
              <a:rPr lang="en-US" noProof="0"/>
            </a:br>
            <a:r>
              <a:rPr lang="en-US" noProof="0"/>
              <a:t>TEXT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8D1D1681-3E67-4271-B023-CDC81988E69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0310" y="2133396"/>
            <a:ext cx="3455999" cy="1369556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defRPr sz="12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05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481CCBDC-3D53-4719-B32B-714FBD2D184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121679" y="4772219"/>
            <a:ext cx="3455999" cy="1369556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defRPr sz="12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05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25BD2F4C-4512-46D1-A7B4-A579D5A96C1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10310" y="4772219"/>
            <a:ext cx="3455999" cy="1369556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defRPr sz="12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05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0854B2D0-DD0C-45C6-8409-55813100B3F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21679" y="2133396"/>
            <a:ext cx="3455999" cy="1369556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defRPr sz="12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05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33" name="Date Placeholder 3">
            <a:extLst>
              <a:ext uri="{FF2B5EF4-FFF2-40B4-BE49-F238E27FC236}">
                <a16:creationId xmlns:a16="http://schemas.microsoft.com/office/drawing/2014/main" id="{AA10A17F-CD86-44BF-B2EA-696422857D1F}"/>
              </a:ext>
            </a:extLst>
          </p:cNvPr>
          <p:cNvSpPr>
            <a:spLocks noGrp="1"/>
          </p:cNvSpPr>
          <p:nvPr>
            <p:ph type="dt" sz="half" idx="4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F067F72B-B661-472F-9A1A-4BD33764F59A}" type="datetime3">
              <a:rPr lang="en-US" smtClean="0"/>
              <a:t>3 November 2025</a:t>
            </a:fld>
            <a:endParaRPr lang="fr-FR" dirty="0"/>
          </a:p>
        </p:txBody>
      </p:sp>
      <p:grpSp>
        <p:nvGrpSpPr>
          <p:cNvPr id="34" name="Groupe 250">
            <a:extLst>
              <a:ext uri="{FF2B5EF4-FFF2-40B4-BE49-F238E27FC236}">
                <a16:creationId xmlns:a16="http://schemas.microsoft.com/office/drawing/2014/main" id="{BFAC12E8-BF89-4C9E-991F-48DEBFE5D908}"/>
              </a:ext>
            </a:extLst>
          </p:cNvPr>
          <p:cNvGrpSpPr/>
          <p:nvPr userDrawn="1"/>
        </p:nvGrpSpPr>
        <p:grpSpPr>
          <a:xfrm>
            <a:off x="5456917" y="6670035"/>
            <a:ext cx="1278167" cy="125311"/>
            <a:chOff x="5629458" y="3655836"/>
            <a:chExt cx="2227432" cy="218376"/>
          </a:xfrm>
          <a:solidFill>
            <a:srgbClr val="5E6A71"/>
          </a:solidFill>
        </p:grpSpPr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022D903C-7073-4E51-89C0-2F00727310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975" y="3775689"/>
              <a:ext cx="61958" cy="55864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" name="Rectangle 6">
              <a:extLst>
                <a:ext uri="{FF2B5EF4-FFF2-40B4-BE49-F238E27FC236}">
                  <a16:creationId xmlns:a16="http://schemas.microsoft.com/office/drawing/2014/main" id="{72E6BEEB-CBC9-4003-93BE-D030A5FB58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662" y="3849835"/>
              <a:ext cx="284396" cy="2437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C77DE7DC-7D97-4E25-8576-EABA67F7F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1195" y="3655836"/>
              <a:ext cx="77193" cy="62973"/>
            </a:xfrm>
            <a:custGeom>
              <a:avLst/>
              <a:gdLst>
                <a:gd name="T0" fmla="*/ 66 w 66"/>
                <a:gd name="T1" fmla="*/ 25 h 53"/>
                <a:gd name="T2" fmla="*/ 19 w 66"/>
                <a:gd name="T3" fmla="*/ 50 h 53"/>
                <a:gd name="T4" fmla="*/ 7 w 66"/>
                <a:gd name="T5" fmla="*/ 48 h 53"/>
                <a:gd name="T6" fmla="*/ 0 w 66"/>
                <a:gd name="T7" fmla="*/ 31 h 53"/>
                <a:gd name="T8" fmla="*/ 8 w 66"/>
                <a:gd name="T9" fmla="*/ 31 h 53"/>
                <a:gd name="T10" fmla="*/ 66 w 66"/>
                <a:gd name="T11" fmla="*/ 0 h 53"/>
                <a:gd name="T12" fmla="*/ 66 w 66"/>
                <a:gd name="T13" fmla="*/ 2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53">
                  <a:moveTo>
                    <a:pt x="66" y="25"/>
                  </a:moveTo>
                  <a:cubicBezTo>
                    <a:pt x="66" y="25"/>
                    <a:pt x="28" y="47"/>
                    <a:pt x="19" y="50"/>
                  </a:cubicBezTo>
                  <a:cubicBezTo>
                    <a:pt x="11" y="53"/>
                    <a:pt x="8" y="49"/>
                    <a:pt x="7" y="48"/>
                  </a:cubicBezTo>
                  <a:cubicBezTo>
                    <a:pt x="4" y="44"/>
                    <a:pt x="1" y="33"/>
                    <a:pt x="0" y="31"/>
                  </a:cubicBezTo>
                  <a:cubicBezTo>
                    <a:pt x="1" y="31"/>
                    <a:pt x="3" y="32"/>
                    <a:pt x="8" y="31"/>
                  </a:cubicBezTo>
                  <a:cubicBezTo>
                    <a:pt x="13" y="29"/>
                    <a:pt x="66" y="0"/>
                    <a:pt x="66" y="0"/>
                  </a:cubicBezTo>
                  <a:cubicBezTo>
                    <a:pt x="66" y="25"/>
                    <a:pt x="66" y="25"/>
                    <a:pt x="66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1" name="Freeform 8">
              <a:extLst>
                <a:ext uri="{FF2B5EF4-FFF2-40B4-BE49-F238E27FC236}">
                  <a16:creationId xmlns:a16="http://schemas.microsoft.com/office/drawing/2014/main" id="{0D0C78CF-7F5D-48EE-ACEE-8405E2BF8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458" y="3669040"/>
              <a:ext cx="318930" cy="18384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2" name="Freeform 9">
              <a:extLst>
                <a:ext uri="{FF2B5EF4-FFF2-40B4-BE49-F238E27FC236}">
                  <a16:creationId xmlns:a16="http://schemas.microsoft.com/office/drawing/2014/main" id="{145AC89A-53E9-4577-BC4D-522A321C43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3550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5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3" name="Freeform 10">
              <a:extLst>
                <a:ext uri="{FF2B5EF4-FFF2-40B4-BE49-F238E27FC236}">
                  <a16:creationId xmlns:a16="http://schemas.microsoft.com/office/drawing/2014/main" id="{F21DA17F-0300-4051-B582-55E5F1CF52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8481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4" name="Freeform 11">
              <a:extLst>
                <a:ext uri="{FF2B5EF4-FFF2-40B4-BE49-F238E27FC236}">
                  <a16:creationId xmlns:a16="http://schemas.microsoft.com/office/drawing/2014/main" id="{A8B4F9F0-4316-4AAF-A036-34D1197953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4271" y="3696464"/>
              <a:ext cx="90398" cy="126963"/>
            </a:xfrm>
            <a:custGeom>
              <a:avLst/>
              <a:gdLst>
                <a:gd name="T0" fmla="*/ 0 w 77"/>
                <a:gd name="T1" fmla="*/ 83 h 107"/>
                <a:gd name="T2" fmla="*/ 0 w 77"/>
                <a:gd name="T3" fmla="*/ 24 h 107"/>
                <a:gd name="T4" fmla="*/ 75 w 77"/>
                <a:gd name="T5" fmla="*/ 24 h 107"/>
                <a:gd name="T6" fmla="*/ 75 w 77"/>
                <a:gd name="T7" fmla="*/ 37 h 107"/>
                <a:gd name="T8" fmla="*/ 18 w 77"/>
                <a:gd name="T9" fmla="*/ 37 h 107"/>
                <a:gd name="T10" fmla="*/ 18 w 77"/>
                <a:gd name="T11" fmla="*/ 57 h 107"/>
                <a:gd name="T12" fmla="*/ 70 w 77"/>
                <a:gd name="T13" fmla="*/ 57 h 107"/>
                <a:gd name="T14" fmla="*/ 70 w 77"/>
                <a:gd name="T15" fmla="*/ 70 h 107"/>
                <a:gd name="T16" fmla="*/ 18 w 77"/>
                <a:gd name="T17" fmla="*/ 70 h 107"/>
                <a:gd name="T18" fmla="*/ 18 w 77"/>
                <a:gd name="T19" fmla="*/ 83 h 107"/>
                <a:gd name="T20" fmla="*/ 28 w 77"/>
                <a:gd name="T21" fmla="*/ 93 h 107"/>
                <a:gd name="T22" fmla="*/ 77 w 77"/>
                <a:gd name="T23" fmla="*/ 93 h 107"/>
                <a:gd name="T24" fmla="*/ 77 w 77"/>
                <a:gd name="T25" fmla="*/ 107 h 107"/>
                <a:gd name="T26" fmla="*/ 24 w 77"/>
                <a:gd name="T27" fmla="*/ 107 h 107"/>
                <a:gd name="T28" fmla="*/ 0 w 77"/>
                <a:gd name="T29" fmla="*/ 83 h 107"/>
                <a:gd name="T30" fmla="*/ 57 w 77"/>
                <a:gd name="T31" fmla="*/ 0 h 107"/>
                <a:gd name="T32" fmla="*/ 43 w 77"/>
                <a:gd name="T33" fmla="*/ 15 h 107"/>
                <a:gd name="T34" fmla="*/ 28 w 77"/>
                <a:gd name="T35" fmla="*/ 15 h 107"/>
                <a:gd name="T36" fmla="*/ 39 w 77"/>
                <a:gd name="T37" fmla="*/ 0 h 107"/>
                <a:gd name="T38" fmla="*/ 57 w 77"/>
                <a:gd name="T39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" h="107">
                  <a:moveTo>
                    <a:pt x="0" y="83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90"/>
                    <a:pt x="21" y="93"/>
                    <a:pt x="28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107"/>
                    <a:pt x="77" y="107"/>
                    <a:pt x="77" y="107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9" y="107"/>
                    <a:pt x="0" y="98"/>
                    <a:pt x="0" y="83"/>
                  </a:cubicBezTo>
                  <a:close/>
                  <a:moveTo>
                    <a:pt x="57" y="0"/>
                  </a:moveTo>
                  <a:cubicBezTo>
                    <a:pt x="43" y="15"/>
                    <a:pt x="43" y="15"/>
                    <a:pt x="43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9" y="0"/>
                    <a:pt x="39" y="0"/>
                    <a:pt x="39" y="0"/>
                  </a:cubicBez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2BAA1222-29E0-43C7-BC2A-CB2AA516E4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7014" y="3724904"/>
              <a:ext cx="105633" cy="98523"/>
            </a:xfrm>
            <a:custGeom>
              <a:avLst/>
              <a:gdLst>
                <a:gd name="T0" fmla="*/ 0 w 90"/>
                <a:gd name="T1" fmla="*/ 0 h 83"/>
                <a:gd name="T2" fmla="*/ 37 w 90"/>
                <a:gd name="T3" fmla="*/ 0 h 83"/>
                <a:gd name="T4" fmla="*/ 90 w 90"/>
                <a:gd name="T5" fmla="*/ 41 h 83"/>
                <a:gd name="T6" fmla="*/ 37 w 90"/>
                <a:gd name="T7" fmla="*/ 83 h 83"/>
                <a:gd name="T8" fmla="*/ 0 w 90"/>
                <a:gd name="T9" fmla="*/ 83 h 83"/>
                <a:gd name="T10" fmla="*/ 0 w 90"/>
                <a:gd name="T11" fmla="*/ 0 h 83"/>
                <a:gd name="T12" fmla="*/ 38 w 90"/>
                <a:gd name="T13" fmla="*/ 69 h 83"/>
                <a:gd name="T14" fmla="*/ 71 w 90"/>
                <a:gd name="T15" fmla="*/ 41 h 83"/>
                <a:gd name="T16" fmla="*/ 38 w 90"/>
                <a:gd name="T17" fmla="*/ 13 h 83"/>
                <a:gd name="T18" fmla="*/ 17 w 90"/>
                <a:gd name="T19" fmla="*/ 13 h 83"/>
                <a:gd name="T20" fmla="*/ 17 w 90"/>
                <a:gd name="T21" fmla="*/ 69 h 83"/>
                <a:gd name="T22" fmla="*/ 38 w 90"/>
                <a:gd name="T23" fmla="*/ 6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3">
                  <a:moveTo>
                    <a:pt x="0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69" y="0"/>
                    <a:pt x="90" y="17"/>
                    <a:pt x="90" y="41"/>
                  </a:cubicBezTo>
                  <a:cubicBezTo>
                    <a:pt x="90" y="66"/>
                    <a:pt x="69" y="83"/>
                    <a:pt x="3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38" y="69"/>
                  </a:moveTo>
                  <a:cubicBezTo>
                    <a:pt x="58" y="69"/>
                    <a:pt x="71" y="58"/>
                    <a:pt x="71" y="41"/>
                  </a:cubicBezTo>
                  <a:cubicBezTo>
                    <a:pt x="71" y="25"/>
                    <a:pt x="58" y="13"/>
                    <a:pt x="3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69"/>
                    <a:pt x="17" y="69"/>
                    <a:pt x="17" y="69"/>
                  </a:cubicBezTo>
                  <a:lnTo>
                    <a:pt x="38" y="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7" name="Rectangle 13">
              <a:extLst>
                <a:ext uri="{FF2B5EF4-FFF2-40B4-BE49-F238E27FC236}">
                  <a16:creationId xmlns:a16="http://schemas.microsoft.com/office/drawing/2014/main" id="{ACD1A67F-414B-4B2E-ABDC-FAE7E5E3B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929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0E6607D2-E7C4-4B3B-B10D-1114B6FC47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557" y="3724904"/>
              <a:ext cx="94460" cy="98523"/>
            </a:xfrm>
            <a:custGeom>
              <a:avLst/>
              <a:gdLst>
                <a:gd name="T0" fmla="*/ 0 w 93"/>
                <a:gd name="T1" fmla="*/ 15 h 97"/>
                <a:gd name="T2" fmla="*/ 0 w 93"/>
                <a:gd name="T3" fmla="*/ 0 h 97"/>
                <a:gd name="T4" fmla="*/ 93 w 93"/>
                <a:gd name="T5" fmla="*/ 0 h 97"/>
                <a:gd name="T6" fmla="*/ 93 w 93"/>
                <a:gd name="T7" fmla="*/ 15 h 97"/>
                <a:gd name="T8" fmla="*/ 56 w 93"/>
                <a:gd name="T9" fmla="*/ 15 h 97"/>
                <a:gd name="T10" fmla="*/ 56 w 93"/>
                <a:gd name="T11" fmla="*/ 97 h 97"/>
                <a:gd name="T12" fmla="*/ 36 w 93"/>
                <a:gd name="T13" fmla="*/ 97 h 97"/>
                <a:gd name="T14" fmla="*/ 36 w 93"/>
                <a:gd name="T15" fmla="*/ 15 h 97"/>
                <a:gd name="T16" fmla="*/ 0 w 93"/>
                <a:gd name="T17" fmla="*/ 1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97">
                  <a:moveTo>
                    <a:pt x="0" y="15"/>
                  </a:moveTo>
                  <a:lnTo>
                    <a:pt x="0" y="0"/>
                  </a:lnTo>
                  <a:lnTo>
                    <a:pt x="93" y="0"/>
                  </a:lnTo>
                  <a:lnTo>
                    <a:pt x="93" y="15"/>
                  </a:lnTo>
                  <a:lnTo>
                    <a:pt x="56" y="15"/>
                  </a:lnTo>
                  <a:lnTo>
                    <a:pt x="56" y="97"/>
                  </a:lnTo>
                  <a:lnTo>
                    <a:pt x="36" y="97"/>
                  </a:lnTo>
                  <a:lnTo>
                    <a:pt x="36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9" name="Freeform 15">
              <a:extLst>
                <a:ext uri="{FF2B5EF4-FFF2-40B4-BE49-F238E27FC236}">
                  <a16:creationId xmlns:a16="http://schemas.microsoft.com/office/drawing/2014/main" id="{38E394F5-F9FC-4BED-8A8D-3C10F588AA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70552" y="3724904"/>
              <a:ext cx="121884" cy="98523"/>
            </a:xfrm>
            <a:custGeom>
              <a:avLst/>
              <a:gdLst>
                <a:gd name="T0" fmla="*/ 85 w 120"/>
                <a:gd name="T1" fmla="*/ 73 h 97"/>
                <a:gd name="T2" fmla="*/ 32 w 120"/>
                <a:gd name="T3" fmla="*/ 73 h 97"/>
                <a:gd name="T4" fmla="*/ 21 w 120"/>
                <a:gd name="T5" fmla="*/ 97 h 97"/>
                <a:gd name="T6" fmla="*/ 0 w 120"/>
                <a:gd name="T7" fmla="*/ 97 h 97"/>
                <a:gd name="T8" fmla="*/ 50 w 120"/>
                <a:gd name="T9" fmla="*/ 0 h 97"/>
                <a:gd name="T10" fmla="*/ 70 w 120"/>
                <a:gd name="T11" fmla="*/ 0 h 97"/>
                <a:gd name="T12" fmla="*/ 120 w 120"/>
                <a:gd name="T13" fmla="*/ 97 h 97"/>
                <a:gd name="T14" fmla="*/ 97 w 120"/>
                <a:gd name="T15" fmla="*/ 97 h 97"/>
                <a:gd name="T16" fmla="*/ 85 w 120"/>
                <a:gd name="T17" fmla="*/ 73 h 97"/>
                <a:gd name="T18" fmla="*/ 77 w 120"/>
                <a:gd name="T19" fmla="*/ 58 h 97"/>
                <a:gd name="T20" fmla="*/ 59 w 120"/>
                <a:gd name="T21" fmla="*/ 20 h 97"/>
                <a:gd name="T22" fmla="*/ 40 w 120"/>
                <a:gd name="T23" fmla="*/ 58 h 97"/>
                <a:gd name="T24" fmla="*/ 77 w 120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7">
                  <a:moveTo>
                    <a:pt x="85" y="73"/>
                  </a:moveTo>
                  <a:lnTo>
                    <a:pt x="32" y="73"/>
                  </a:lnTo>
                  <a:lnTo>
                    <a:pt x="21" y="97"/>
                  </a:lnTo>
                  <a:lnTo>
                    <a:pt x="0" y="97"/>
                  </a:lnTo>
                  <a:lnTo>
                    <a:pt x="50" y="0"/>
                  </a:lnTo>
                  <a:lnTo>
                    <a:pt x="70" y="0"/>
                  </a:lnTo>
                  <a:lnTo>
                    <a:pt x="120" y="97"/>
                  </a:lnTo>
                  <a:lnTo>
                    <a:pt x="97" y="97"/>
                  </a:lnTo>
                  <a:lnTo>
                    <a:pt x="85" y="73"/>
                  </a:lnTo>
                  <a:close/>
                  <a:moveTo>
                    <a:pt x="77" y="58"/>
                  </a:moveTo>
                  <a:lnTo>
                    <a:pt x="59" y="20"/>
                  </a:lnTo>
                  <a:lnTo>
                    <a:pt x="40" y="58"/>
                  </a:lnTo>
                  <a:lnTo>
                    <a:pt x="77" y="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B9EFBF4A-8979-42BA-93FB-537D52BF5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498" y="3723888"/>
              <a:ext cx="108680" cy="100555"/>
            </a:xfrm>
            <a:custGeom>
              <a:avLst/>
              <a:gdLst>
                <a:gd name="T0" fmla="*/ 52 w 93"/>
                <a:gd name="T1" fmla="*/ 0 h 85"/>
                <a:gd name="T2" fmla="*/ 89 w 93"/>
                <a:gd name="T3" fmla="*/ 11 h 85"/>
                <a:gd name="T4" fmla="*/ 80 w 93"/>
                <a:gd name="T5" fmla="*/ 22 h 85"/>
                <a:gd name="T6" fmla="*/ 53 w 93"/>
                <a:gd name="T7" fmla="*/ 12 h 85"/>
                <a:gd name="T8" fmla="*/ 18 w 93"/>
                <a:gd name="T9" fmla="*/ 42 h 85"/>
                <a:gd name="T10" fmla="*/ 52 w 93"/>
                <a:gd name="T11" fmla="*/ 72 h 85"/>
                <a:gd name="T12" fmla="*/ 76 w 93"/>
                <a:gd name="T13" fmla="*/ 66 h 85"/>
                <a:gd name="T14" fmla="*/ 76 w 93"/>
                <a:gd name="T15" fmla="*/ 50 h 85"/>
                <a:gd name="T16" fmla="*/ 51 w 93"/>
                <a:gd name="T17" fmla="*/ 50 h 85"/>
                <a:gd name="T18" fmla="*/ 51 w 93"/>
                <a:gd name="T19" fmla="*/ 37 h 85"/>
                <a:gd name="T20" fmla="*/ 93 w 93"/>
                <a:gd name="T21" fmla="*/ 37 h 85"/>
                <a:gd name="T22" fmla="*/ 93 w 93"/>
                <a:gd name="T23" fmla="*/ 72 h 85"/>
                <a:gd name="T24" fmla="*/ 52 w 93"/>
                <a:gd name="T25" fmla="*/ 85 h 85"/>
                <a:gd name="T26" fmla="*/ 0 w 93"/>
                <a:gd name="T27" fmla="*/ 42 h 85"/>
                <a:gd name="T28" fmla="*/ 52 w 93"/>
                <a:gd name="T2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4"/>
                    <a:pt x="18" y="42"/>
                  </a:cubicBezTo>
                  <a:cubicBezTo>
                    <a:pt x="18" y="59"/>
                    <a:pt x="32" y="72"/>
                    <a:pt x="52" y="72"/>
                  </a:cubicBezTo>
                  <a:cubicBezTo>
                    <a:pt x="61" y="72"/>
                    <a:pt x="70" y="70"/>
                    <a:pt x="76" y="66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3" y="72"/>
                    <a:pt x="93" y="72"/>
                    <a:pt x="93" y="72"/>
                  </a:cubicBezTo>
                  <a:cubicBezTo>
                    <a:pt x="83" y="79"/>
                    <a:pt x="69" y="85"/>
                    <a:pt x="52" y="85"/>
                  </a:cubicBezTo>
                  <a:cubicBezTo>
                    <a:pt x="21" y="85"/>
                    <a:pt x="0" y="67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E02F6CF2-D5AA-4B59-99AB-BCECF605A1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9555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2" name="Rectangle 18">
              <a:extLst>
                <a:ext uri="{FF2B5EF4-FFF2-40B4-BE49-F238E27FC236}">
                  <a16:creationId xmlns:a16="http://schemas.microsoft.com/office/drawing/2014/main" id="{0B22BDA2-6FE5-412D-AB16-D1EBDAF877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9408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ED6EA6DA-A470-48A9-8E67-A2CB6CBC778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2067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8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8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4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5A7C3D57-C143-4EE8-91FB-FFBE95CB34E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1763" y="3723888"/>
              <a:ext cx="123915" cy="100555"/>
            </a:xfrm>
            <a:custGeom>
              <a:avLst/>
              <a:gdLst>
                <a:gd name="T0" fmla="*/ 0 w 105"/>
                <a:gd name="T1" fmla="*/ 42 h 85"/>
                <a:gd name="T2" fmla="*/ 52 w 105"/>
                <a:gd name="T3" fmla="*/ 0 h 85"/>
                <a:gd name="T4" fmla="*/ 105 w 105"/>
                <a:gd name="T5" fmla="*/ 42 h 85"/>
                <a:gd name="T6" fmla="*/ 52 w 105"/>
                <a:gd name="T7" fmla="*/ 85 h 85"/>
                <a:gd name="T8" fmla="*/ 0 w 105"/>
                <a:gd name="T9" fmla="*/ 42 h 85"/>
                <a:gd name="T10" fmla="*/ 19 w 105"/>
                <a:gd name="T11" fmla="*/ 42 h 85"/>
                <a:gd name="T12" fmla="*/ 52 w 105"/>
                <a:gd name="T13" fmla="*/ 72 h 85"/>
                <a:gd name="T14" fmla="*/ 86 w 105"/>
                <a:gd name="T15" fmla="*/ 42 h 85"/>
                <a:gd name="T16" fmla="*/ 52 w 105"/>
                <a:gd name="T17" fmla="*/ 12 h 85"/>
                <a:gd name="T18" fmla="*/ 19 w 105"/>
                <a:gd name="T19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" h="85">
                  <a:moveTo>
                    <a:pt x="0" y="42"/>
                  </a:moveTo>
                  <a:cubicBezTo>
                    <a:pt x="0" y="19"/>
                    <a:pt x="22" y="0"/>
                    <a:pt x="52" y="0"/>
                  </a:cubicBezTo>
                  <a:cubicBezTo>
                    <a:pt x="83" y="0"/>
                    <a:pt x="105" y="19"/>
                    <a:pt x="105" y="42"/>
                  </a:cubicBezTo>
                  <a:cubicBezTo>
                    <a:pt x="105" y="66"/>
                    <a:pt x="83" y="85"/>
                    <a:pt x="52" y="85"/>
                  </a:cubicBezTo>
                  <a:cubicBezTo>
                    <a:pt x="22" y="85"/>
                    <a:pt x="0" y="66"/>
                    <a:pt x="0" y="42"/>
                  </a:cubicBezTo>
                  <a:close/>
                  <a:moveTo>
                    <a:pt x="19" y="42"/>
                  </a:moveTo>
                  <a:cubicBezTo>
                    <a:pt x="19" y="59"/>
                    <a:pt x="32" y="72"/>
                    <a:pt x="52" y="72"/>
                  </a:cubicBezTo>
                  <a:cubicBezTo>
                    <a:pt x="72" y="72"/>
                    <a:pt x="86" y="59"/>
                    <a:pt x="86" y="42"/>
                  </a:cubicBezTo>
                  <a:cubicBezTo>
                    <a:pt x="86" y="26"/>
                    <a:pt x="72" y="12"/>
                    <a:pt x="52" y="12"/>
                  </a:cubicBezTo>
                  <a:cubicBezTo>
                    <a:pt x="32" y="12"/>
                    <a:pt x="19" y="26"/>
                    <a:pt x="19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C3D971B5-55F8-4049-9455-283F74A18AE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1929" y="3724904"/>
              <a:ext cx="82272" cy="98523"/>
            </a:xfrm>
            <a:custGeom>
              <a:avLst/>
              <a:gdLst>
                <a:gd name="T0" fmla="*/ 0 w 81"/>
                <a:gd name="T1" fmla="*/ 0 h 97"/>
                <a:gd name="T2" fmla="*/ 20 w 81"/>
                <a:gd name="T3" fmla="*/ 0 h 97"/>
                <a:gd name="T4" fmla="*/ 20 w 81"/>
                <a:gd name="T5" fmla="*/ 81 h 97"/>
                <a:gd name="T6" fmla="*/ 81 w 81"/>
                <a:gd name="T7" fmla="*/ 81 h 97"/>
                <a:gd name="T8" fmla="*/ 81 w 81"/>
                <a:gd name="T9" fmla="*/ 97 h 97"/>
                <a:gd name="T10" fmla="*/ 0 w 81"/>
                <a:gd name="T11" fmla="*/ 97 h 97"/>
                <a:gd name="T12" fmla="*/ 0 w 81"/>
                <a:gd name="T13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97">
                  <a:moveTo>
                    <a:pt x="0" y="0"/>
                  </a:moveTo>
                  <a:lnTo>
                    <a:pt x="20" y="0"/>
                  </a:lnTo>
                  <a:lnTo>
                    <a:pt x="20" y="81"/>
                  </a:lnTo>
                  <a:lnTo>
                    <a:pt x="81" y="81"/>
                  </a:lnTo>
                  <a:lnTo>
                    <a:pt x="81" y="97"/>
                  </a:lnTo>
                  <a:lnTo>
                    <a:pt x="0" y="9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DB2FDE83-8D25-4754-A9A3-608F6CA3BB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4359" y="3724904"/>
              <a:ext cx="89382" cy="98523"/>
            </a:xfrm>
            <a:custGeom>
              <a:avLst/>
              <a:gdLst>
                <a:gd name="T0" fmla="*/ 0 w 76"/>
                <a:gd name="T1" fmla="*/ 59 h 83"/>
                <a:gd name="T2" fmla="*/ 0 w 76"/>
                <a:gd name="T3" fmla="*/ 0 h 83"/>
                <a:gd name="T4" fmla="*/ 75 w 76"/>
                <a:gd name="T5" fmla="*/ 0 h 83"/>
                <a:gd name="T6" fmla="*/ 75 w 76"/>
                <a:gd name="T7" fmla="*/ 13 h 83"/>
                <a:gd name="T8" fmla="*/ 18 w 76"/>
                <a:gd name="T9" fmla="*/ 13 h 83"/>
                <a:gd name="T10" fmla="*/ 18 w 76"/>
                <a:gd name="T11" fmla="*/ 33 h 83"/>
                <a:gd name="T12" fmla="*/ 70 w 76"/>
                <a:gd name="T13" fmla="*/ 33 h 83"/>
                <a:gd name="T14" fmla="*/ 70 w 76"/>
                <a:gd name="T15" fmla="*/ 46 h 83"/>
                <a:gd name="T16" fmla="*/ 18 w 76"/>
                <a:gd name="T17" fmla="*/ 46 h 83"/>
                <a:gd name="T18" fmla="*/ 18 w 76"/>
                <a:gd name="T19" fmla="*/ 59 h 83"/>
                <a:gd name="T20" fmla="*/ 28 w 76"/>
                <a:gd name="T21" fmla="*/ 69 h 83"/>
                <a:gd name="T22" fmla="*/ 76 w 76"/>
                <a:gd name="T23" fmla="*/ 69 h 83"/>
                <a:gd name="T24" fmla="*/ 76 w 76"/>
                <a:gd name="T25" fmla="*/ 83 h 83"/>
                <a:gd name="T26" fmla="*/ 24 w 76"/>
                <a:gd name="T27" fmla="*/ 83 h 83"/>
                <a:gd name="T28" fmla="*/ 0 w 76"/>
                <a:gd name="T29" fmla="*/ 5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83">
                  <a:moveTo>
                    <a:pt x="0" y="5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66"/>
                    <a:pt x="21" y="69"/>
                    <a:pt x="28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9" y="83"/>
                    <a:pt x="0" y="74"/>
                    <a:pt x="0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D426E3F4-7360-4E1B-B91B-70003C2B365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2651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5"/>
                    <a:pt x="18" y="42"/>
                  </a:cubicBezTo>
                  <a:cubicBezTo>
                    <a:pt x="18" y="60"/>
                    <a:pt x="34" y="72"/>
                    <a:pt x="53" y="72"/>
                  </a:cubicBezTo>
                  <a:cubicBezTo>
                    <a:pt x="65" y="72"/>
                    <a:pt x="73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3" name="Rectangle 24">
              <a:extLst>
                <a:ext uri="{FF2B5EF4-FFF2-40B4-BE49-F238E27FC236}">
                  <a16:creationId xmlns:a16="http://schemas.microsoft.com/office/drawing/2014/main" id="{3237E49A-C56C-4714-8E6E-89825C6BEB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6566" y="3724904"/>
              <a:ext cx="20314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4" name="Freeform 25">
              <a:extLst>
                <a:ext uri="{FF2B5EF4-FFF2-40B4-BE49-F238E27FC236}">
                  <a16:creationId xmlns:a16="http://schemas.microsoft.com/office/drawing/2014/main" id="{8A55E115-B3A0-4112-ABB4-69FA86415B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6335" y="3724904"/>
              <a:ext cx="100555" cy="98523"/>
            </a:xfrm>
            <a:custGeom>
              <a:avLst/>
              <a:gdLst>
                <a:gd name="T0" fmla="*/ 86 w 86"/>
                <a:gd name="T1" fmla="*/ 59 h 83"/>
                <a:gd name="T2" fmla="*/ 51 w 86"/>
                <a:gd name="T3" fmla="*/ 83 h 83"/>
                <a:gd name="T4" fmla="*/ 0 w 86"/>
                <a:gd name="T5" fmla="*/ 83 h 83"/>
                <a:gd name="T6" fmla="*/ 0 w 86"/>
                <a:gd name="T7" fmla="*/ 0 h 83"/>
                <a:gd name="T8" fmla="*/ 48 w 86"/>
                <a:gd name="T9" fmla="*/ 0 h 83"/>
                <a:gd name="T10" fmla="*/ 82 w 86"/>
                <a:gd name="T11" fmla="*/ 23 h 83"/>
                <a:gd name="T12" fmla="*/ 69 w 86"/>
                <a:gd name="T13" fmla="*/ 40 h 83"/>
                <a:gd name="T14" fmla="*/ 86 w 86"/>
                <a:gd name="T15" fmla="*/ 59 h 83"/>
                <a:gd name="T16" fmla="*/ 17 w 86"/>
                <a:gd name="T17" fmla="*/ 13 h 83"/>
                <a:gd name="T18" fmla="*/ 17 w 86"/>
                <a:gd name="T19" fmla="*/ 34 h 83"/>
                <a:gd name="T20" fmla="*/ 47 w 86"/>
                <a:gd name="T21" fmla="*/ 34 h 83"/>
                <a:gd name="T22" fmla="*/ 63 w 86"/>
                <a:gd name="T23" fmla="*/ 24 h 83"/>
                <a:gd name="T24" fmla="*/ 46 w 86"/>
                <a:gd name="T25" fmla="*/ 13 h 83"/>
                <a:gd name="T26" fmla="*/ 17 w 86"/>
                <a:gd name="T27" fmla="*/ 13 h 83"/>
                <a:gd name="T28" fmla="*/ 67 w 86"/>
                <a:gd name="T29" fmla="*/ 58 h 83"/>
                <a:gd name="T30" fmla="*/ 50 w 86"/>
                <a:gd name="T31" fmla="*/ 47 h 83"/>
                <a:gd name="T32" fmla="*/ 17 w 86"/>
                <a:gd name="T33" fmla="*/ 47 h 83"/>
                <a:gd name="T34" fmla="*/ 17 w 86"/>
                <a:gd name="T35" fmla="*/ 69 h 83"/>
                <a:gd name="T36" fmla="*/ 50 w 86"/>
                <a:gd name="T37" fmla="*/ 69 h 83"/>
                <a:gd name="T38" fmla="*/ 67 w 86"/>
                <a:gd name="T39" fmla="*/ 5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" h="83">
                  <a:moveTo>
                    <a:pt x="86" y="59"/>
                  </a:moveTo>
                  <a:cubicBezTo>
                    <a:pt x="86" y="74"/>
                    <a:pt x="70" y="83"/>
                    <a:pt x="51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7" y="0"/>
                    <a:pt x="82" y="8"/>
                    <a:pt x="82" y="23"/>
                  </a:cubicBezTo>
                  <a:cubicBezTo>
                    <a:pt x="82" y="31"/>
                    <a:pt x="77" y="37"/>
                    <a:pt x="69" y="40"/>
                  </a:cubicBezTo>
                  <a:cubicBezTo>
                    <a:pt x="79" y="43"/>
                    <a:pt x="86" y="49"/>
                    <a:pt x="86" y="59"/>
                  </a:cubicBezTo>
                  <a:close/>
                  <a:moveTo>
                    <a:pt x="17" y="13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57" y="34"/>
                    <a:pt x="63" y="31"/>
                    <a:pt x="63" y="24"/>
                  </a:cubicBezTo>
                  <a:cubicBezTo>
                    <a:pt x="63" y="17"/>
                    <a:pt x="57" y="13"/>
                    <a:pt x="46" y="13"/>
                  </a:cubicBezTo>
                  <a:lnTo>
                    <a:pt x="17" y="13"/>
                  </a:lnTo>
                  <a:close/>
                  <a:moveTo>
                    <a:pt x="67" y="58"/>
                  </a:moveTo>
                  <a:cubicBezTo>
                    <a:pt x="67" y="51"/>
                    <a:pt x="60" y="47"/>
                    <a:pt x="50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60" y="69"/>
                    <a:pt x="67" y="65"/>
                    <a:pt x="67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48557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locks_V1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BCF5F30-D370-4466-83E8-53B40DAB5648}"/>
              </a:ext>
            </a:extLst>
          </p:cNvPr>
          <p:cNvSpPr/>
          <p:nvPr userDrawn="1"/>
        </p:nvSpPr>
        <p:spPr>
          <a:xfrm>
            <a:off x="96000" y="111627"/>
            <a:ext cx="12000000" cy="6492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noProof="0"/>
          </a:p>
        </p:txBody>
      </p:sp>
      <p:sp>
        <p:nvSpPr>
          <p:cNvPr id="45" name="Title 13">
            <a:extLst>
              <a:ext uri="{FF2B5EF4-FFF2-40B4-BE49-F238E27FC236}">
                <a16:creationId xmlns:a16="http://schemas.microsoft.com/office/drawing/2014/main" id="{D112AC07-9248-4648-9D69-E1265AB203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322" y="277913"/>
            <a:ext cx="10523797" cy="86177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28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This is the slide title </a:t>
            </a:r>
            <a:br>
              <a:rPr lang="en-US" noProof="0" dirty="0"/>
            </a:br>
            <a:r>
              <a:rPr lang="en-US" noProof="0" dirty="0"/>
              <a:t>in 2 lines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834DC8F-613D-4859-A3A8-E4922C00C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F48B74-4844-FE45-8BA6-B99E24FC9BC1}"/>
              </a:ext>
            </a:extLst>
          </p:cNvPr>
          <p:cNvSpPr/>
          <p:nvPr userDrawn="1"/>
        </p:nvSpPr>
        <p:spPr>
          <a:xfrm>
            <a:off x="610311" y="1259335"/>
            <a:ext cx="823380" cy="99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2BD2B7-E7E9-B445-B014-AD9C0F2DC5B2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6CBB92F-EC65-8E45-8334-B8F2CFA64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F16683-EF7F-4918-98EC-C299302FE750}"/>
              </a:ext>
            </a:extLst>
          </p:cNvPr>
          <p:cNvSpPr/>
          <p:nvPr userDrawn="1"/>
        </p:nvSpPr>
        <p:spPr>
          <a:xfrm>
            <a:off x="610310" y="1645737"/>
            <a:ext cx="3237789" cy="2075253"/>
          </a:xfrm>
          <a:prstGeom prst="rect">
            <a:avLst/>
          </a:prstGeom>
          <a:noFill/>
          <a:ln w="38100" cap="sq" cmpd="sng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133" noProof="0">
              <a:latin typeface="Arial" panose="020B0604020202020204" pitchFamily="34" charset="0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373E858-FDA1-4C94-912B-6B4BA0C694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0310" y="1645737"/>
            <a:ext cx="3237789" cy="468813"/>
          </a:xfrm>
          <a:custGeom>
            <a:avLst/>
            <a:gdLst>
              <a:gd name="connsiteX0" fmla="*/ 0 w 1552318"/>
              <a:gd name="connsiteY0" fmla="*/ 0 h 1293311"/>
              <a:gd name="connsiteX1" fmla="*/ 1552318 w 1552318"/>
              <a:gd name="connsiteY1" fmla="*/ 0 h 1293311"/>
              <a:gd name="connsiteX2" fmla="*/ 1552318 w 1552318"/>
              <a:gd name="connsiteY2" fmla="*/ 1293311 h 1293311"/>
              <a:gd name="connsiteX3" fmla="*/ 0 w 1552318"/>
              <a:gd name="connsiteY3" fmla="*/ 1293311 h 129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2318" h="1293311">
                <a:moveTo>
                  <a:pt x="0" y="0"/>
                </a:moveTo>
                <a:lnTo>
                  <a:pt x="1552318" y="0"/>
                </a:lnTo>
                <a:lnTo>
                  <a:pt x="1552318" y="1293311"/>
                </a:lnTo>
                <a:lnTo>
                  <a:pt x="0" y="1293311"/>
                </a:lnTo>
                <a:close/>
              </a:path>
            </a:pathLst>
          </a:custGeom>
          <a:solidFill>
            <a:schemeClr val="accent1"/>
          </a:solidFill>
          <a:ln w="38100">
            <a:solidFill>
              <a:schemeClr val="accent1"/>
            </a:solidFill>
            <a:miter lim="800000"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DD5FB6-FC2E-4C75-8119-94B1F002CB86}"/>
              </a:ext>
            </a:extLst>
          </p:cNvPr>
          <p:cNvSpPr/>
          <p:nvPr userDrawn="1"/>
        </p:nvSpPr>
        <p:spPr>
          <a:xfrm>
            <a:off x="4257325" y="1645737"/>
            <a:ext cx="3237789" cy="2075253"/>
          </a:xfrm>
          <a:prstGeom prst="rect">
            <a:avLst/>
          </a:prstGeom>
          <a:noFill/>
          <a:ln w="38100" cap="sq" cmpd="sng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133" noProof="0">
              <a:latin typeface="Arial" panose="020B06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8B7AC92-1864-4611-B4C1-01FD4D113DE5}"/>
              </a:ext>
            </a:extLst>
          </p:cNvPr>
          <p:cNvSpPr/>
          <p:nvPr userDrawn="1"/>
        </p:nvSpPr>
        <p:spPr>
          <a:xfrm>
            <a:off x="7904340" y="1645737"/>
            <a:ext cx="3237789" cy="2075253"/>
          </a:xfrm>
          <a:prstGeom prst="rect">
            <a:avLst/>
          </a:prstGeom>
          <a:noFill/>
          <a:ln w="38100" cap="sq" cmpd="sng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133" noProof="0">
              <a:latin typeface="Arial" panose="020B0604020202020204" pitchFamily="34" charset="0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CE0E762-D00D-4BC4-8A6F-B1E5E4BFB1D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57325" y="1645737"/>
            <a:ext cx="3237789" cy="468813"/>
          </a:xfrm>
          <a:custGeom>
            <a:avLst/>
            <a:gdLst>
              <a:gd name="connsiteX0" fmla="*/ 0 w 1552318"/>
              <a:gd name="connsiteY0" fmla="*/ 0 h 1293311"/>
              <a:gd name="connsiteX1" fmla="*/ 1552318 w 1552318"/>
              <a:gd name="connsiteY1" fmla="*/ 0 h 1293311"/>
              <a:gd name="connsiteX2" fmla="*/ 1552318 w 1552318"/>
              <a:gd name="connsiteY2" fmla="*/ 1293311 h 1293311"/>
              <a:gd name="connsiteX3" fmla="*/ 0 w 1552318"/>
              <a:gd name="connsiteY3" fmla="*/ 1293311 h 129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2318" h="1293311">
                <a:moveTo>
                  <a:pt x="0" y="0"/>
                </a:moveTo>
                <a:lnTo>
                  <a:pt x="1552318" y="0"/>
                </a:lnTo>
                <a:lnTo>
                  <a:pt x="1552318" y="1293311"/>
                </a:lnTo>
                <a:lnTo>
                  <a:pt x="0" y="1293311"/>
                </a:lnTo>
                <a:close/>
              </a:path>
            </a:pathLst>
          </a:custGeom>
          <a:solidFill>
            <a:schemeClr val="accent1"/>
          </a:solidFill>
          <a:ln w="38100">
            <a:solidFill>
              <a:schemeClr val="accent1"/>
            </a:solidFill>
            <a:miter lim="800000"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0C3CFA8-87A9-44AC-9B7F-97D9D593AF0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04340" y="1645737"/>
            <a:ext cx="3237789" cy="468813"/>
          </a:xfrm>
          <a:custGeom>
            <a:avLst/>
            <a:gdLst>
              <a:gd name="connsiteX0" fmla="*/ 0 w 1552318"/>
              <a:gd name="connsiteY0" fmla="*/ 0 h 1293311"/>
              <a:gd name="connsiteX1" fmla="*/ 1552318 w 1552318"/>
              <a:gd name="connsiteY1" fmla="*/ 0 h 1293311"/>
              <a:gd name="connsiteX2" fmla="*/ 1552318 w 1552318"/>
              <a:gd name="connsiteY2" fmla="*/ 1293311 h 1293311"/>
              <a:gd name="connsiteX3" fmla="*/ 0 w 1552318"/>
              <a:gd name="connsiteY3" fmla="*/ 1293311 h 129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2318" h="1293311">
                <a:moveTo>
                  <a:pt x="0" y="0"/>
                </a:moveTo>
                <a:lnTo>
                  <a:pt x="1552318" y="0"/>
                </a:lnTo>
                <a:lnTo>
                  <a:pt x="1552318" y="1293311"/>
                </a:lnTo>
                <a:lnTo>
                  <a:pt x="0" y="1293311"/>
                </a:lnTo>
                <a:close/>
              </a:path>
            </a:pathLst>
          </a:custGeom>
          <a:solidFill>
            <a:schemeClr val="accent1"/>
          </a:solidFill>
          <a:ln w="38100">
            <a:solidFill>
              <a:schemeClr val="accent1"/>
            </a:solidFill>
            <a:miter lim="800000"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579978A-978B-4B77-8FBC-13555377AA52}"/>
              </a:ext>
            </a:extLst>
          </p:cNvPr>
          <p:cNvSpPr/>
          <p:nvPr userDrawn="1"/>
        </p:nvSpPr>
        <p:spPr>
          <a:xfrm>
            <a:off x="606300" y="4211247"/>
            <a:ext cx="3237789" cy="2075253"/>
          </a:xfrm>
          <a:prstGeom prst="rect">
            <a:avLst/>
          </a:prstGeom>
          <a:noFill/>
          <a:ln w="38100" cap="sq" cmpd="sng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133" noProof="0">
              <a:latin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6F09CA-1947-496B-9811-AA58F4661BF7}"/>
              </a:ext>
            </a:extLst>
          </p:cNvPr>
          <p:cNvSpPr/>
          <p:nvPr userDrawn="1"/>
        </p:nvSpPr>
        <p:spPr>
          <a:xfrm>
            <a:off x="4253315" y="4211247"/>
            <a:ext cx="3237789" cy="2075253"/>
          </a:xfrm>
          <a:prstGeom prst="rect">
            <a:avLst/>
          </a:prstGeom>
          <a:noFill/>
          <a:ln w="38100" cap="sq" cmpd="sng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133" noProof="0">
              <a:latin typeface="Arial" panose="020B06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B371EB6-3E1C-494B-B993-2A467FF122B0}"/>
              </a:ext>
            </a:extLst>
          </p:cNvPr>
          <p:cNvSpPr/>
          <p:nvPr userDrawn="1"/>
        </p:nvSpPr>
        <p:spPr>
          <a:xfrm>
            <a:off x="7900330" y="4211247"/>
            <a:ext cx="3237789" cy="2075253"/>
          </a:xfrm>
          <a:prstGeom prst="rect">
            <a:avLst/>
          </a:prstGeom>
          <a:noFill/>
          <a:ln w="38100" cap="sq" cmpd="sng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133" noProof="0">
              <a:latin typeface="Arial" panose="020B0604020202020204" pitchFamily="34" charset="0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328E5B9-B7D1-4C7D-BF0F-0655DA4605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0310" y="4217805"/>
            <a:ext cx="3237789" cy="468813"/>
          </a:xfrm>
          <a:custGeom>
            <a:avLst/>
            <a:gdLst>
              <a:gd name="connsiteX0" fmla="*/ 0 w 1552318"/>
              <a:gd name="connsiteY0" fmla="*/ 0 h 1293311"/>
              <a:gd name="connsiteX1" fmla="*/ 1552318 w 1552318"/>
              <a:gd name="connsiteY1" fmla="*/ 0 h 1293311"/>
              <a:gd name="connsiteX2" fmla="*/ 1552318 w 1552318"/>
              <a:gd name="connsiteY2" fmla="*/ 1293311 h 1293311"/>
              <a:gd name="connsiteX3" fmla="*/ 0 w 1552318"/>
              <a:gd name="connsiteY3" fmla="*/ 1293311 h 129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2318" h="1293311">
                <a:moveTo>
                  <a:pt x="0" y="0"/>
                </a:moveTo>
                <a:lnTo>
                  <a:pt x="1552318" y="0"/>
                </a:lnTo>
                <a:lnTo>
                  <a:pt x="1552318" y="1293311"/>
                </a:lnTo>
                <a:lnTo>
                  <a:pt x="0" y="1293311"/>
                </a:lnTo>
                <a:close/>
              </a:path>
            </a:pathLst>
          </a:custGeom>
          <a:solidFill>
            <a:schemeClr val="accent1"/>
          </a:solidFill>
          <a:ln w="38100">
            <a:solidFill>
              <a:schemeClr val="accent1"/>
            </a:solidFill>
            <a:miter lim="800000"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EB67962-F404-4E7C-AC87-F2A109E5A1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57325" y="4217805"/>
            <a:ext cx="3237789" cy="468813"/>
          </a:xfrm>
          <a:custGeom>
            <a:avLst/>
            <a:gdLst>
              <a:gd name="connsiteX0" fmla="*/ 0 w 1552318"/>
              <a:gd name="connsiteY0" fmla="*/ 0 h 1293311"/>
              <a:gd name="connsiteX1" fmla="*/ 1552318 w 1552318"/>
              <a:gd name="connsiteY1" fmla="*/ 0 h 1293311"/>
              <a:gd name="connsiteX2" fmla="*/ 1552318 w 1552318"/>
              <a:gd name="connsiteY2" fmla="*/ 1293311 h 1293311"/>
              <a:gd name="connsiteX3" fmla="*/ 0 w 1552318"/>
              <a:gd name="connsiteY3" fmla="*/ 1293311 h 129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2318" h="1293311">
                <a:moveTo>
                  <a:pt x="0" y="0"/>
                </a:moveTo>
                <a:lnTo>
                  <a:pt x="1552318" y="0"/>
                </a:lnTo>
                <a:lnTo>
                  <a:pt x="1552318" y="1293311"/>
                </a:lnTo>
                <a:lnTo>
                  <a:pt x="0" y="1293311"/>
                </a:lnTo>
                <a:close/>
              </a:path>
            </a:pathLst>
          </a:custGeom>
          <a:solidFill>
            <a:schemeClr val="accent1"/>
          </a:solidFill>
          <a:ln w="38100">
            <a:solidFill>
              <a:schemeClr val="accent1"/>
            </a:solidFill>
            <a:miter lim="800000"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86E5F45D-CBA6-4379-A487-80F9EEF0BAF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904340" y="4217805"/>
            <a:ext cx="3237789" cy="468813"/>
          </a:xfrm>
          <a:custGeom>
            <a:avLst/>
            <a:gdLst>
              <a:gd name="connsiteX0" fmla="*/ 0 w 1552318"/>
              <a:gd name="connsiteY0" fmla="*/ 0 h 1293311"/>
              <a:gd name="connsiteX1" fmla="*/ 1552318 w 1552318"/>
              <a:gd name="connsiteY1" fmla="*/ 0 h 1293311"/>
              <a:gd name="connsiteX2" fmla="*/ 1552318 w 1552318"/>
              <a:gd name="connsiteY2" fmla="*/ 1293311 h 1293311"/>
              <a:gd name="connsiteX3" fmla="*/ 0 w 1552318"/>
              <a:gd name="connsiteY3" fmla="*/ 1293311 h 129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2318" h="1293311">
                <a:moveTo>
                  <a:pt x="0" y="0"/>
                </a:moveTo>
                <a:lnTo>
                  <a:pt x="1552318" y="0"/>
                </a:lnTo>
                <a:lnTo>
                  <a:pt x="1552318" y="1293311"/>
                </a:lnTo>
                <a:lnTo>
                  <a:pt x="0" y="1293311"/>
                </a:lnTo>
                <a:close/>
              </a:path>
            </a:pathLst>
          </a:custGeom>
          <a:solidFill>
            <a:schemeClr val="accent1"/>
          </a:solidFill>
          <a:ln w="38100">
            <a:solidFill>
              <a:schemeClr val="accent1"/>
            </a:solidFill>
            <a:miter lim="800000"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30" name="Arrow: Chevron 29">
            <a:extLst>
              <a:ext uri="{FF2B5EF4-FFF2-40B4-BE49-F238E27FC236}">
                <a16:creationId xmlns:a16="http://schemas.microsoft.com/office/drawing/2014/main" id="{4F095714-4DF3-47F8-B799-2B651B978902}"/>
              </a:ext>
            </a:extLst>
          </p:cNvPr>
          <p:cNvSpPr/>
          <p:nvPr userDrawn="1"/>
        </p:nvSpPr>
        <p:spPr>
          <a:xfrm rot="5400000">
            <a:off x="2125823" y="3850657"/>
            <a:ext cx="206762" cy="237481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0" name="Arrow: Chevron 39">
            <a:extLst>
              <a:ext uri="{FF2B5EF4-FFF2-40B4-BE49-F238E27FC236}">
                <a16:creationId xmlns:a16="http://schemas.microsoft.com/office/drawing/2014/main" id="{F193C6BF-E292-4AE9-9611-D849F3DB7878}"/>
              </a:ext>
            </a:extLst>
          </p:cNvPr>
          <p:cNvSpPr/>
          <p:nvPr userDrawn="1"/>
        </p:nvSpPr>
        <p:spPr>
          <a:xfrm rot="5400000">
            <a:off x="5772838" y="3850657"/>
            <a:ext cx="206762" cy="237481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1" name="Arrow: Chevron 40">
            <a:extLst>
              <a:ext uri="{FF2B5EF4-FFF2-40B4-BE49-F238E27FC236}">
                <a16:creationId xmlns:a16="http://schemas.microsoft.com/office/drawing/2014/main" id="{2ADBB0ED-C375-4398-8C85-44B3D3C40C28}"/>
              </a:ext>
            </a:extLst>
          </p:cNvPr>
          <p:cNvSpPr/>
          <p:nvPr userDrawn="1"/>
        </p:nvSpPr>
        <p:spPr>
          <a:xfrm rot="5400000">
            <a:off x="9419853" y="3850657"/>
            <a:ext cx="206762" cy="237481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399C822C-DE6C-401B-B7BA-051E23C6D6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8705" y="2232165"/>
            <a:ext cx="2916989" cy="1376115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defRPr sz="12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05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B814E647-DFB4-4940-86A5-8BCA22F28F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17725" y="2232165"/>
            <a:ext cx="2916989" cy="1376115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defRPr sz="12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05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DF5F884E-3A6D-4E0C-B882-21AB76A475F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4740" y="2232165"/>
            <a:ext cx="2916989" cy="1376115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defRPr sz="12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05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3DCEB8EF-3A0A-4495-BFCA-B999B5E710B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4740" y="4798501"/>
            <a:ext cx="2916989" cy="1376115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defRPr sz="12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05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D5444F4F-F45A-4D90-8FE1-F68B910A4AE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17725" y="4798501"/>
            <a:ext cx="2916989" cy="1376115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defRPr sz="12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05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4598F72A-10CB-4346-9384-60AC3B08FF8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70710" y="4798501"/>
            <a:ext cx="2916989" cy="1376115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defRPr sz="12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05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37" name="Date Placeholder 3">
            <a:extLst>
              <a:ext uri="{FF2B5EF4-FFF2-40B4-BE49-F238E27FC236}">
                <a16:creationId xmlns:a16="http://schemas.microsoft.com/office/drawing/2014/main" id="{11436E14-C968-4A92-8E6B-692DB72D2C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354F3713-B9DF-49E2-AA28-37D88EA519B0}" type="datetime3">
              <a:rPr lang="en-US" smtClean="0"/>
              <a:t>3 November 2025</a:t>
            </a:fld>
            <a:endParaRPr lang="fr-FR" dirty="0"/>
          </a:p>
        </p:txBody>
      </p:sp>
      <p:grpSp>
        <p:nvGrpSpPr>
          <p:cNvPr id="38" name="Groupe 250">
            <a:extLst>
              <a:ext uri="{FF2B5EF4-FFF2-40B4-BE49-F238E27FC236}">
                <a16:creationId xmlns:a16="http://schemas.microsoft.com/office/drawing/2014/main" id="{A4510C4B-7128-40ED-A249-42F1C3308CE9}"/>
              </a:ext>
            </a:extLst>
          </p:cNvPr>
          <p:cNvGrpSpPr/>
          <p:nvPr userDrawn="1"/>
        </p:nvGrpSpPr>
        <p:grpSpPr>
          <a:xfrm>
            <a:off x="5456917" y="6670035"/>
            <a:ext cx="1278167" cy="125311"/>
            <a:chOff x="5629458" y="3655836"/>
            <a:chExt cx="2227432" cy="218376"/>
          </a:xfrm>
          <a:solidFill>
            <a:srgbClr val="5E6A71"/>
          </a:soli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360F6A30-4102-458E-8EF9-6F19743AB80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975" y="3775689"/>
              <a:ext cx="61958" cy="55864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4" name="Rectangle 6">
              <a:extLst>
                <a:ext uri="{FF2B5EF4-FFF2-40B4-BE49-F238E27FC236}">
                  <a16:creationId xmlns:a16="http://schemas.microsoft.com/office/drawing/2014/main" id="{FC6D012A-C8A6-4E84-A2C0-406280C4CE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662" y="3849835"/>
              <a:ext cx="284396" cy="2437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6" name="Freeform 7">
              <a:extLst>
                <a:ext uri="{FF2B5EF4-FFF2-40B4-BE49-F238E27FC236}">
                  <a16:creationId xmlns:a16="http://schemas.microsoft.com/office/drawing/2014/main" id="{AF2ECE8E-789C-4890-B179-08AA8AC3F8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1195" y="3655836"/>
              <a:ext cx="77193" cy="62973"/>
            </a:xfrm>
            <a:custGeom>
              <a:avLst/>
              <a:gdLst>
                <a:gd name="T0" fmla="*/ 66 w 66"/>
                <a:gd name="T1" fmla="*/ 25 h 53"/>
                <a:gd name="T2" fmla="*/ 19 w 66"/>
                <a:gd name="T3" fmla="*/ 50 h 53"/>
                <a:gd name="T4" fmla="*/ 7 w 66"/>
                <a:gd name="T5" fmla="*/ 48 h 53"/>
                <a:gd name="T6" fmla="*/ 0 w 66"/>
                <a:gd name="T7" fmla="*/ 31 h 53"/>
                <a:gd name="T8" fmla="*/ 8 w 66"/>
                <a:gd name="T9" fmla="*/ 31 h 53"/>
                <a:gd name="T10" fmla="*/ 66 w 66"/>
                <a:gd name="T11" fmla="*/ 0 h 53"/>
                <a:gd name="T12" fmla="*/ 66 w 66"/>
                <a:gd name="T13" fmla="*/ 2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53">
                  <a:moveTo>
                    <a:pt x="66" y="25"/>
                  </a:moveTo>
                  <a:cubicBezTo>
                    <a:pt x="66" y="25"/>
                    <a:pt x="28" y="47"/>
                    <a:pt x="19" y="50"/>
                  </a:cubicBezTo>
                  <a:cubicBezTo>
                    <a:pt x="11" y="53"/>
                    <a:pt x="8" y="49"/>
                    <a:pt x="7" y="48"/>
                  </a:cubicBezTo>
                  <a:cubicBezTo>
                    <a:pt x="4" y="44"/>
                    <a:pt x="1" y="33"/>
                    <a:pt x="0" y="31"/>
                  </a:cubicBezTo>
                  <a:cubicBezTo>
                    <a:pt x="1" y="31"/>
                    <a:pt x="3" y="32"/>
                    <a:pt x="8" y="31"/>
                  </a:cubicBezTo>
                  <a:cubicBezTo>
                    <a:pt x="13" y="29"/>
                    <a:pt x="66" y="0"/>
                    <a:pt x="66" y="0"/>
                  </a:cubicBezTo>
                  <a:cubicBezTo>
                    <a:pt x="66" y="25"/>
                    <a:pt x="66" y="25"/>
                    <a:pt x="66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7" name="Freeform 8">
              <a:extLst>
                <a:ext uri="{FF2B5EF4-FFF2-40B4-BE49-F238E27FC236}">
                  <a16:creationId xmlns:a16="http://schemas.microsoft.com/office/drawing/2014/main" id="{A9821CC4-7FF0-4657-9A72-0CAE484887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458" y="3669040"/>
              <a:ext cx="318930" cy="18384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8" name="Freeform 9">
              <a:extLst>
                <a:ext uri="{FF2B5EF4-FFF2-40B4-BE49-F238E27FC236}">
                  <a16:creationId xmlns:a16="http://schemas.microsoft.com/office/drawing/2014/main" id="{28B69E60-AD93-499A-B328-A9E5DC3AF3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3550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5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A64175C5-3472-4308-89F4-BC74BA79E0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8481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66F6381F-2F41-4508-9C66-D216956C53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4271" y="3696464"/>
              <a:ext cx="90398" cy="126963"/>
            </a:xfrm>
            <a:custGeom>
              <a:avLst/>
              <a:gdLst>
                <a:gd name="T0" fmla="*/ 0 w 77"/>
                <a:gd name="T1" fmla="*/ 83 h 107"/>
                <a:gd name="T2" fmla="*/ 0 w 77"/>
                <a:gd name="T3" fmla="*/ 24 h 107"/>
                <a:gd name="T4" fmla="*/ 75 w 77"/>
                <a:gd name="T5" fmla="*/ 24 h 107"/>
                <a:gd name="T6" fmla="*/ 75 w 77"/>
                <a:gd name="T7" fmla="*/ 37 h 107"/>
                <a:gd name="T8" fmla="*/ 18 w 77"/>
                <a:gd name="T9" fmla="*/ 37 h 107"/>
                <a:gd name="T10" fmla="*/ 18 w 77"/>
                <a:gd name="T11" fmla="*/ 57 h 107"/>
                <a:gd name="T12" fmla="*/ 70 w 77"/>
                <a:gd name="T13" fmla="*/ 57 h 107"/>
                <a:gd name="T14" fmla="*/ 70 w 77"/>
                <a:gd name="T15" fmla="*/ 70 h 107"/>
                <a:gd name="T16" fmla="*/ 18 w 77"/>
                <a:gd name="T17" fmla="*/ 70 h 107"/>
                <a:gd name="T18" fmla="*/ 18 w 77"/>
                <a:gd name="T19" fmla="*/ 83 h 107"/>
                <a:gd name="T20" fmla="*/ 28 w 77"/>
                <a:gd name="T21" fmla="*/ 93 h 107"/>
                <a:gd name="T22" fmla="*/ 77 w 77"/>
                <a:gd name="T23" fmla="*/ 93 h 107"/>
                <a:gd name="T24" fmla="*/ 77 w 77"/>
                <a:gd name="T25" fmla="*/ 107 h 107"/>
                <a:gd name="T26" fmla="*/ 24 w 77"/>
                <a:gd name="T27" fmla="*/ 107 h 107"/>
                <a:gd name="T28" fmla="*/ 0 w 77"/>
                <a:gd name="T29" fmla="*/ 83 h 107"/>
                <a:gd name="T30" fmla="*/ 57 w 77"/>
                <a:gd name="T31" fmla="*/ 0 h 107"/>
                <a:gd name="T32" fmla="*/ 43 w 77"/>
                <a:gd name="T33" fmla="*/ 15 h 107"/>
                <a:gd name="T34" fmla="*/ 28 w 77"/>
                <a:gd name="T35" fmla="*/ 15 h 107"/>
                <a:gd name="T36" fmla="*/ 39 w 77"/>
                <a:gd name="T37" fmla="*/ 0 h 107"/>
                <a:gd name="T38" fmla="*/ 57 w 77"/>
                <a:gd name="T39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" h="107">
                  <a:moveTo>
                    <a:pt x="0" y="83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90"/>
                    <a:pt x="21" y="93"/>
                    <a:pt x="28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107"/>
                    <a:pt x="77" y="107"/>
                    <a:pt x="77" y="107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9" y="107"/>
                    <a:pt x="0" y="98"/>
                    <a:pt x="0" y="83"/>
                  </a:cubicBezTo>
                  <a:close/>
                  <a:moveTo>
                    <a:pt x="57" y="0"/>
                  </a:moveTo>
                  <a:cubicBezTo>
                    <a:pt x="43" y="15"/>
                    <a:pt x="43" y="15"/>
                    <a:pt x="43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9" y="0"/>
                    <a:pt x="39" y="0"/>
                    <a:pt x="39" y="0"/>
                  </a:cubicBez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5" name="Freeform 12">
              <a:extLst>
                <a:ext uri="{FF2B5EF4-FFF2-40B4-BE49-F238E27FC236}">
                  <a16:creationId xmlns:a16="http://schemas.microsoft.com/office/drawing/2014/main" id="{AE5FA970-CA31-4D9E-9074-7220C8EC76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7014" y="3724904"/>
              <a:ext cx="105633" cy="98523"/>
            </a:xfrm>
            <a:custGeom>
              <a:avLst/>
              <a:gdLst>
                <a:gd name="T0" fmla="*/ 0 w 90"/>
                <a:gd name="T1" fmla="*/ 0 h 83"/>
                <a:gd name="T2" fmla="*/ 37 w 90"/>
                <a:gd name="T3" fmla="*/ 0 h 83"/>
                <a:gd name="T4" fmla="*/ 90 w 90"/>
                <a:gd name="T5" fmla="*/ 41 h 83"/>
                <a:gd name="T6" fmla="*/ 37 w 90"/>
                <a:gd name="T7" fmla="*/ 83 h 83"/>
                <a:gd name="T8" fmla="*/ 0 w 90"/>
                <a:gd name="T9" fmla="*/ 83 h 83"/>
                <a:gd name="T10" fmla="*/ 0 w 90"/>
                <a:gd name="T11" fmla="*/ 0 h 83"/>
                <a:gd name="T12" fmla="*/ 38 w 90"/>
                <a:gd name="T13" fmla="*/ 69 h 83"/>
                <a:gd name="T14" fmla="*/ 71 w 90"/>
                <a:gd name="T15" fmla="*/ 41 h 83"/>
                <a:gd name="T16" fmla="*/ 38 w 90"/>
                <a:gd name="T17" fmla="*/ 13 h 83"/>
                <a:gd name="T18" fmla="*/ 17 w 90"/>
                <a:gd name="T19" fmla="*/ 13 h 83"/>
                <a:gd name="T20" fmla="*/ 17 w 90"/>
                <a:gd name="T21" fmla="*/ 69 h 83"/>
                <a:gd name="T22" fmla="*/ 38 w 90"/>
                <a:gd name="T23" fmla="*/ 6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3">
                  <a:moveTo>
                    <a:pt x="0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69" y="0"/>
                    <a:pt x="90" y="17"/>
                    <a:pt x="90" y="41"/>
                  </a:cubicBezTo>
                  <a:cubicBezTo>
                    <a:pt x="90" y="66"/>
                    <a:pt x="69" y="83"/>
                    <a:pt x="3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38" y="69"/>
                  </a:moveTo>
                  <a:cubicBezTo>
                    <a:pt x="58" y="69"/>
                    <a:pt x="71" y="58"/>
                    <a:pt x="71" y="41"/>
                  </a:cubicBezTo>
                  <a:cubicBezTo>
                    <a:pt x="71" y="25"/>
                    <a:pt x="58" y="13"/>
                    <a:pt x="3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69"/>
                    <a:pt x="17" y="69"/>
                    <a:pt x="17" y="69"/>
                  </a:cubicBezTo>
                  <a:lnTo>
                    <a:pt x="38" y="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6" name="Rectangle 13">
              <a:extLst>
                <a:ext uri="{FF2B5EF4-FFF2-40B4-BE49-F238E27FC236}">
                  <a16:creationId xmlns:a16="http://schemas.microsoft.com/office/drawing/2014/main" id="{C558C05E-0A56-48B2-890D-965F924E95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929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7" name="Freeform 14">
              <a:extLst>
                <a:ext uri="{FF2B5EF4-FFF2-40B4-BE49-F238E27FC236}">
                  <a16:creationId xmlns:a16="http://schemas.microsoft.com/office/drawing/2014/main" id="{668C6737-8A6C-4F8C-895D-4E6BD421F5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557" y="3724904"/>
              <a:ext cx="94460" cy="98523"/>
            </a:xfrm>
            <a:custGeom>
              <a:avLst/>
              <a:gdLst>
                <a:gd name="T0" fmla="*/ 0 w 93"/>
                <a:gd name="T1" fmla="*/ 15 h 97"/>
                <a:gd name="T2" fmla="*/ 0 w 93"/>
                <a:gd name="T3" fmla="*/ 0 h 97"/>
                <a:gd name="T4" fmla="*/ 93 w 93"/>
                <a:gd name="T5" fmla="*/ 0 h 97"/>
                <a:gd name="T6" fmla="*/ 93 w 93"/>
                <a:gd name="T7" fmla="*/ 15 h 97"/>
                <a:gd name="T8" fmla="*/ 56 w 93"/>
                <a:gd name="T9" fmla="*/ 15 h 97"/>
                <a:gd name="T10" fmla="*/ 56 w 93"/>
                <a:gd name="T11" fmla="*/ 97 h 97"/>
                <a:gd name="T12" fmla="*/ 36 w 93"/>
                <a:gd name="T13" fmla="*/ 97 h 97"/>
                <a:gd name="T14" fmla="*/ 36 w 93"/>
                <a:gd name="T15" fmla="*/ 15 h 97"/>
                <a:gd name="T16" fmla="*/ 0 w 93"/>
                <a:gd name="T17" fmla="*/ 1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97">
                  <a:moveTo>
                    <a:pt x="0" y="15"/>
                  </a:moveTo>
                  <a:lnTo>
                    <a:pt x="0" y="0"/>
                  </a:lnTo>
                  <a:lnTo>
                    <a:pt x="93" y="0"/>
                  </a:lnTo>
                  <a:lnTo>
                    <a:pt x="93" y="15"/>
                  </a:lnTo>
                  <a:lnTo>
                    <a:pt x="56" y="15"/>
                  </a:lnTo>
                  <a:lnTo>
                    <a:pt x="56" y="97"/>
                  </a:lnTo>
                  <a:lnTo>
                    <a:pt x="36" y="97"/>
                  </a:lnTo>
                  <a:lnTo>
                    <a:pt x="36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8" name="Freeform 15">
              <a:extLst>
                <a:ext uri="{FF2B5EF4-FFF2-40B4-BE49-F238E27FC236}">
                  <a16:creationId xmlns:a16="http://schemas.microsoft.com/office/drawing/2014/main" id="{BF00D5F7-7122-4C60-A85E-ED6B061C46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70552" y="3724904"/>
              <a:ext cx="121884" cy="98523"/>
            </a:xfrm>
            <a:custGeom>
              <a:avLst/>
              <a:gdLst>
                <a:gd name="T0" fmla="*/ 85 w 120"/>
                <a:gd name="T1" fmla="*/ 73 h 97"/>
                <a:gd name="T2" fmla="*/ 32 w 120"/>
                <a:gd name="T3" fmla="*/ 73 h 97"/>
                <a:gd name="T4" fmla="*/ 21 w 120"/>
                <a:gd name="T5" fmla="*/ 97 h 97"/>
                <a:gd name="T6" fmla="*/ 0 w 120"/>
                <a:gd name="T7" fmla="*/ 97 h 97"/>
                <a:gd name="T8" fmla="*/ 50 w 120"/>
                <a:gd name="T9" fmla="*/ 0 h 97"/>
                <a:gd name="T10" fmla="*/ 70 w 120"/>
                <a:gd name="T11" fmla="*/ 0 h 97"/>
                <a:gd name="T12" fmla="*/ 120 w 120"/>
                <a:gd name="T13" fmla="*/ 97 h 97"/>
                <a:gd name="T14" fmla="*/ 97 w 120"/>
                <a:gd name="T15" fmla="*/ 97 h 97"/>
                <a:gd name="T16" fmla="*/ 85 w 120"/>
                <a:gd name="T17" fmla="*/ 73 h 97"/>
                <a:gd name="T18" fmla="*/ 77 w 120"/>
                <a:gd name="T19" fmla="*/ 58 h 97"/>
                <a:gd name="T20" fmla="*/ 59 w 120"/>
                <a:gd name="T21" fmla="*/ 20 h 97"/>
                <a:gd name="T22" fmla="*/ 40 w 120"/>
                <a:gd name="T23" fmla="*/ 58 h 97"/>
                <a:gd name="T24" fmla="*/ 77 w 120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7">
                  <a:moveTo>
                    <a:pt x="85" y="73"/>
                  </a:moveTo>
                  <a:lnTo>
                    <a:pt x="32" y="73"/>
                  </a:lnTo>
                  <a:lnTo>
                    <a:pt x="21" y="97"/>
                  </a:lnTo>
                  <a:lnTo>
                    <a:pt x="0" y="97"/>
                  </a:lnTo>
                  <a:lnTo>
                    <a:pt x="50" y="0"/>
                  </a:lnTo>
                  <a:lnTo>
                    <a:pt x="70" y="0"/>
                  </a:lnTo>
                  <a:lnTo>
                    <a:pt x="120" y="97"/>
                  </a:lnTo>
                  <a:lnTo>
                    <a:pt x="97" y="97"/>
                  </a:lnTo>
                  <a:lnTo>
                    <a:pt x="85" y="73"/>
                  </a:lnTo>
                  <a:close/>
                  <a:moveTo>
                    <a:pt x="77" y="58"/>
                  </a:moveTo>
                  <a:lnTo>
                    <a:pt x="59" y="20"/>
                  </a:lnTo>
                  <a:lnTo>
                    <a:pt x="40" y="58"/>
                  </a:lnTo>
                  <a:lnTo>
                    <a:pt x="77" y="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9" name="Freeform 16">
              <a:extLst>
                <a:ext uri="{FF2B5EF4-FFF2-40B4-BE49-F238E27FC236}">
                  <a16:creationId xmlns:a16="http://schemas.microsoft.com/office/drawing/2014/main" id="{82839EFB-FACD-4A3E-B742-19D301BD4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498" y="3723888"/>
              <a:ext cx="108680" cy="100555"/>
            </a:xfrm>
            <a:custGeom>
              <a:avLst/>
              <a:gdLst>
                <a:gd name="T0" fmla="*/ 52 w 93"/>
                <a:gd name="T1" fmla="*/ 0 h 85"/>
                <a:gd name="T2" fmla="*/ 89 w 93"/>
                <a:gd name="T3" fmla="*/ 11 h 85"/>
                <a:gd name="T4" fmla="*/ 80 w 93"/>
                <a:gd name="T5" fmla="*/ 22 h 85"/>
                <a:gd name="T6" fmla="*/ 53 w 93"/>
                <a:gd name="T7" fmla="*/ 12 h 85"/>
                <a:gd name="T8" fmla="*/ 18 w 93"/>
                <a:gd name="T9" fmla="*/ 42 h 85"/>
                <a:gd name="T10" fmla="*/ 52 w 93"/>
                <a:gd name="T11" fmla="*/ 72 h 85"/>
                <a:gd name="T12" fmla="*/ 76 w 93"/>
                <a:gd name="T13" fmla="*/ 66 h 85"/>
                <a:gd name="T14" fmla="*/ 76 w 93"/>
                <a:gd name="T15" fmla="*/ 50 h 85"/>
                <a:gd name="T16" fmla="*/ 51 w 93"/>
                <a:gd name="T17" fmla="*/ 50 h 85"/>
                <a:gd name="T18" fmla="*/ 51 w 93"/>
                <a:gd name="T19" fmla="*/ 37 h 85"/>
                <a:gd name="T20" fmla="*/ 93 w 93"/>
                <a:gd name="T21" fmla="*/ 37 h 85"/>
                <a:gd name="T22" fmla="*/ 93 w 93"/>
                <a:gd name="T23" fmla="*/ 72 h 85"/>
                <a:gd name="T24" fmla="*/ 52 w 93"/>
                <a:gd name="T25" fmla="*/ 85 h 85"/>
                <a:gd name="T26" fmla="*/ 0 w 93"/>
                <a:gd name="T27" fmla="*/ 42 h 85"/>
                <a:gd name="T28" fmla="*/ 52 w 93"/>
                <a:gd name="T2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4"/>
                    <a:pt x="18" y="42"/>
                  </a:cubicBezTo>
                  <a:cubicBezTo>
                    <a:pt x="18" y="59"/>
                    <a:pt x="32" y="72"/>
                    <a:pt x="52" y="72"/>
                  </a:cubicBezTo>
                  <a:cubicBezTo>
                    <a:pt x="61" y="72"/>
                    <a:pt x="70" y="70"/>
                    <a:pt x="76" y="66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3" y="72"/>
                    <a:pt x="93" y="72"/>
                    <a:pt x="93" y="72"/>
                  </a:cubicBezTo>
                  <a:cubicBezTo>
                    <a:pt x="83" y="79"/>
                    <a:pt x="69" y="85"/>
                    <a:pt x="52" y="85"/>
                  </a:cubicBezTo>
                  <a:cubicBezTo>
                    <a:pt x="21" y="85"/>
                    <a:pt x="0" y="67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0" name="Freeform 17">
              <a:extLst>
                <a:ext uri="{FF2B5EF4-FFF2-40B4-BE49-F238E27FC236}">
                  <a16:creationId xmlns:a16="http://schemas.microsoft.com/office/drawing/2014/main" id="{67AE1C62-CC8E-47BD-BB72-E82D590B33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9555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1" name="Rectangle 18">
              <a:extLst>
                <a:ext uri="{FF2B5EF4-FFF2-40B4-BE49-F238E27FC236}">
                  <a16:creationId xmlns:a16="http://schemas.microsoft.com/office/drawing/2014/main" id="{9AB2B72D-D78C-42C7-B1CB-A95821BC3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9408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2" name="Freeform 19">
              <a:extLst>
                <a:ext uri="{FF2B5EF4-FFF2-40B4-BE49-F238E27FC236}">
                  <a16:creationId xmlns:a16="http://schemas.microsoft.com/office/drawing/2014/main" id="{C47D381F-223F-447D-A025-E976049F3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2067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8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8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4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3" name="Freeform 20">
              <a:extLst>
                <a:ext uri="{FF2B5EF4-FFF2-40B4-BE49-F238E27FC236}">
                  <a16:creationId xmlns:a16="http://schemas.microsoft.com/office/drawing/2014/main" id="{5072507A-D1E3-47A4-B2A8-EAFC0C57AF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1763" y="3723888"/>
              <a:ext cx="123915" cy="100555"/>
            </a:xfrm>
            <a:custGeom>
              <a:avLst/>
              <a:gdLst>
                <a:gd name="T0" fmla="*/ 0 w 105"/>
                <a:gd name="T1" fmla="*/ 42 h 85"/>
                <a:gd name="T2" fmla="*/ 52 w 105"/>
                <a:gd name="T3" fmla="*/ 0 h 85"/>
                <a:gd name="T4" fmla="*/ 105 w 105"/>
                <a:gd name="T5" fmla="*/ 42 h 85"/>
                <a:gd name="T6" fmla="*/ 52 w 105"/>
                <a:gd name="T7" fmla="*/ 85 h 85"/>
                <a:gd name="T8" fmla="*/ 0 w 105"/>
                <a:gd name="T9" fmla="*/ 42 h 85"/>
                <a:gd name="T10" fmla="*/ 19 w 105"/>
                <a:gd name="T11" fmla="*/ 42 h 85"/>
                <a:gd name="T12" fmla="*/ 52 w 105"/>
                <a:gd name="T13" fmla="*/ 72 h 85"/>
                <a:gd name="T14" fmla="*/ 86 w 105"/>
                <a:gd name="T15" fmla="*/ 42 h 85"/>
                <a:gd name="T16" fmla="*/ 52 w 105"/>
                <a:gd name="T17" fmla="*/ 12 h 85"/>
                <a:gd name="T18" fmla="*/ 19 w 105"/>
                <a:gd name="T19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" h="85">
                  <a:moveTo>
                    <a:pt x="0" y="42"/>
                  </a:moveTo>
                  <a:cubicBezTo>
                    <a:pt x="0" y="19"/>
                    <a:pt x="22" y="0"/>
                    <a:pt x="52" y="0"/>
                  </a:cubicBezTo>
                  <a:cubicBezTo>
                    <a:pt x="83" y="0"/>
                    <a:pt x="105" y="19"/>
                    <a:pt x="105" y="42"/>
                  </a:cubicBezTo>
                  <a:cubicBezTo>
                    <a:pt x="105" y="66"/>
                    <a:pt x="83" y="85"/>
                    <a:pt x="52" y="85"/>
                  </a:cubicBezTo>
                  <a:cubicBezTo>
                    <a:pt x="22" y="85"/>
                    <a:pt x="0" y="66"/>
                    <a:pt x="0" y="42"/>
                  </a:cubicBezTo>
                  <a:close/>
                  <a:moveTo>
                    <a:pt x="19" y="42"/>
                  </a:moveTo>
                  <a:cubicBezTo>
                    <a:pt x="19" y="59"/>
                    <a:pt x="32" y="72"/>
                    <a:pt x="52" y="72"/>
                  </a:cubicBezTo>
                  <a:cubicBezTo>
                    <a:pt x="72" y="72"/>
                    <a:pt x="86" y="59"/>
                    <a:pt x="86" y="42"/>
                  </a:cubicBezTo>
                  <a:cubicBezTo>
                    <a:pt x="86" y="26"/>
                    <a:pt x="72" y="12"/>
                    <a:pt x="52" y="12"/>
                  </a:cubicBezTo>
                  <a:cubicBezTo>
                    <a:pt x="32" y="12"/>
                    <a:pt x="19" y="26"/>
                    <a:pt x="19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4" name="Freeform 21">
              <a:extLst>
                <a:ext uri="{FF2B5EF4-FFF2-40B4-BE49-F238E27FC236}">
                  <a16:creationId xmlns:a16="http://schemas.microsoft.com/office/drawing/2014/main" id="{A5691DE3-2A9E-4A7E-92C3-E8E10BB8BEC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1929" y="3724904"/>
              <a:ext cx="82272" cy="98523"/>
            </a:xfrm>
            <a:custGeom>
              <a:avLst/>
              <a:gdLst>
                <a:gd name="T0" fmla="*/ 0 w 81"/>
                <a:gd name="T1" fmla="*/ 0 h 97"/>
                <a:gd name="T2" fmla="*/ 20 w 81"/>
                <a:gd name="T3" fmla="*/ 0 h 97"/>
                <a:gd name="T4" fmla="*/ 20 w 81"/>
                <a:gd name="T5" fmla="*/ 81 h 97"/>
                <a:gd name="T6" fmla="*/ 81 w 81"/>
                <a:gd name="T7" fmla="*/ 81 h 97"/>
                <a:gd name="T8" fmla="*/ 81 w 81"/>
                <a:gd name="T9" fmla="*/ 97 h 97"/>
                <a:gd name="T10" fmla="*/ 0 w 81"/>
                <a:gd name="T11" fmla="*/ 97 h 97"/>
                <a:gd name="T12" fmla="*/ 0 w 81"/>
                <a:gd name="T13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97">
                  <a:moveTo>
                    <a:pt x="0" y="0"/>
                  </a:moveTo>
                  <a:lnTo>
                    <a:pt x="20" y="0"/>
                  </a:lnTo>
                  <a:lnTo>
                    <a:pt x="20" y="81"/>
                  </a:lnTo>
                  <a:lnTo>
                    <a:pt x="81" y="81"/>
                  </a:lnTo>
                  <a:lnTo>
                    <a:pt x="81" y="97"/>
                  </a:lnTo>
                  <a:lnTo>
                    <a:pt x="0" y="9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5" name="Freeform 22">
              <a:extLst>
                <a:ext uri="{FF2B5EF4-FFF2-40B4-BE49-F238E27FC236}">
                  <a16:creationId xmlns:a16="http://schemas.microsoft.com/office/drawing/2014/main" id="{441546C7-B7BC-433E-9D3C-301B7CEBE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4359" y="3724904"/>
              <a:ext cx="89382" cy="98523"/>
            </a:xfrm>
            <a:custGeom>
              <a:avLst/>
              <a:gdLst>
                <a:gd name="T0" fmla="*/ 0 w 76"/>
                <a:gd name="T1" fmla="*/ 59 h 83"/>
                <a:gd name="T2" fmla="*/ 0 w 76"/>
                <a:gd name="T3" fmla="*/ 0 h 83"/>
                <a:gd name="T4" fmla="*/ 75 w 76"/>
                <a:gd name="T5" fmla="*/ 0 h 83"/>
                <a:gd name="T6" fmla="*/ 75 w 76"/>
                <a:gd name="T7" fmla="*/ 13 h 83"/>
                <a:gd name="T8" fmla="*/ 18 w 76"/>
                <a:gd name="T9" fmla="*/ 13 h 83"/>
                <a:gd name="T10" fmla="*/ 18 w 76"/>
                <a:gd name="T11" fmla="*/ 33 h 83"/>
                <a:gd name="T12" fmla="*/ 70 w 76"/>
                <a:gd name="T13" fmla="*/ 33 h 83"/>
                <a:gd name="T14" fmla="*/ 70 w 76"/>
                <a:gd name="T15" fmla="*/ 46 h 83"/>
                <a:gd name="T16" fmla="*/ 18 w 76"/>
                <a:gd name="T17" fmla="*/ 46 h 83"/>
                <a:gd name="T18" fmla="*/ 18 w 76"/>
                <a:gd name="T19" fmla="*/ 59 h 83"/>
                <a:gd name="T20" fmla="*/ 28 w 76"/>
                <a:gd name="T21" fmla="*/ 69 h 83"/>
                <a:gd name="T22" fmla="*/ 76 w 76"/>
                <a:gd name="T23" fmla="*/ 69 h 83"/>
                <a:gd name="T24" fmla="*/ 76 w 76"/>
                <a:gd name="T25" fmla="*/ 83 h 83"/>
                <a:gd name="T26" fmla="*/ 24 w 76"/>
                <a:gd name="T27" fmla="*/ 83 h 83"/>
                <a:gd name="T28" fmla="*/ 0 w 76"/>
                <a:gd name="T29" fmla="*/ 5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83">
                  <a:moveTo>
                    <a:pt x="0" y="5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66"/>
                    <a:pt x="21" y="69"/>
                    <a:pt x="28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9" y="83"/>
                    <a:pt x="0" y="74"/>
                    <a:pt x="0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6" name="Freeform 23">
              <a:extLst>
                <a:ext uri="{FF2B5EF4-FFF2-40B4-BE49-F238E27FC236}">
                  <a16:creationId xmlns:a16="http://schemas.microsoft.com/office/drawing/2014/main" id="{0DC0405F-C231-495C-B403-7B54657A8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2651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5"/>
                    <a:pt x="18" y="42"/>
                  </a:cubicBezTo>
                  <a:cubicBezTo>
                    <a:pt x="18" y="60"/>
                    <a:pt x="34" y="72"/>
                    <a:pt x="53" y="72"/>
                  </a:cubicBezTo>
                  <a:cubicBezTo>
                    <a:pt x="65" y="72"/>
                    <a:pt x="73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7" name="Rectangle 24">
              <a:extLst>
                <a:ext uri="{FF2B5EF4-FFF2-40B4-BE49-F238E27FC236}">
                  <a16:creationId xmlns:a16="http://schemas.microsoft.com/office/drawing/2014/main" id="{86708A07-8EA5-489B-A340-CF20FDF38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6566" y="3724904"/>
              <a:ext cx="20314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8" name="Freeform 25">
              <a:extLst>
                <a:ext uri="{FF2B5EF4-FFF2-40B4-BE49-F238E27FC236}">
                  <a16:creationId xmlns:a16="http://schemas.microsoft.com/office/drawing/2014/main" id="{1AD59E81-8E0F-4142-BF06-B78E301654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6335" y="3724904"/>
              <a:ext cx="100555" cy="98523"/>
            </a:xfrm>
            <a:custGeom>
              <a:avLst/>
              <a:gdLst>
                <a:gd name="T0" fmla="*/ 86 w 86"/>
                <a:gd name="T1" fmla="*/ 59 h 83"/>
                <a:gd name="T2" fmla="*/ 51 w 86"/>
                <a:gd name="T3" fmla="*/ 83 h 83"/>
                <a:gd name="T4" fmla="*/ 0 w 86"/>
                <a:gd name="T5" fmla="*/ 83 h 83"/>
                <a:gd name="T6" fmla="*/ 0 w 86"/>
                <a:gd name="T7" fmla="*/ 0 h 83"/>
                <a:gd name="T8" fmla="*/ 48 w 86"/>
                <a:gd name="T9" fmla="*/ 0 h 83"/>
                <a:gd name="T10" fmla="*/ 82 w 86"/>
                <a:gd name="T11" fmla="*/ 23 h 83"/>
                <a:gd name="T12" fmla="*/ 69 w 86"/>
                <a:gd name="T13" fmla="*/ 40 h 83"/>
                <a:gd name="T14" fmla="*/ 86 w 86"/>
                <a:gd name="T15" fmla="*/ 59 h 83"/>
                <a:gd name="T16" fmla="*/ 17 w 86"/>
                <a:gd name="T17" fmla="*/ 13 h 83"/>
                <a:gd name="T18" fmla="*/ 17 w 86"/>
                <a:gd name="T19" fmla="*/ 34 h 83"/>
                <a:gd name="T20" fmla="*/ 47 w 86"/>
                <a:gd name="T21" fmla="*/ 34 h 83"/>
                <a:gd name="T22" fmla="*/ 63 w 86"/>
                <a:gd name="T23" fmla="*/ 24 h 83"/>
                <a:gd name="T24" fmla="*/ 46 w 86"/>
                <a:gd name="T25" fmla="*/ 13 h 83"/>
                <a:gd name="T26" fmla="*/ 17 w 86"/>
                <a:gd name="T27" fmla="*/ 13 h 83"/>
                <a:gd name="T28" fmla="*/ 67 w 86"/>
                <a:gd name="T29" fmla="*/ 58 h 83"/>
                <a:gd name="T30" fmla="*/ 50 w 86"/>
                <a:gd name="T31" fmla="*/ 47 h 83"/>
                <a:gd name="T32" fmla="*/ 17 w 86"/>
                <a:gd name="T33" fmla="*/ 47 h 83"/>
                <a:gd name="T34" fmla="*/ 17 w 86"/>
                <a:gd name="T35" fmla="*/ 69 h 83"/>
                <a:gd name="T36" fmla="*/ 50 w 86"/>
                <a:gd name="T37" fmla="*/ 69 h 83"/>
                <a:gd name="T38" fmla="*/ 67 w 86"/>
                <a:gd name="T39" fmla="*/ 5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" h="83">
                  <a:moveTo>
                    <a:pt x="86" y="59"/>
                  </a:moveTo>
                  <a:cubicBezTo>
                    <a:pt x="86" y="74"/>
                    <a:pt x="70" y="83"/>
                    <a:pt x="51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7" y="0"/>
                    <a:pt x="82" y="8"/>
                    <a:pt x="82" y="23"/>
                  </a:cubicBezTo>
                  <a:cubicBezTo>
                    <a:pt x="82" y="31"/>
                    <a:pt x="77" y="37"/>
                    <a:pt x="69" y="40"/>
                  </a:cubicBezTo>
                  <a:cubicBezTo>
                    <a:pt x="79" y="43"/>
                    <a:pt x="86" y="49"/>
                    <a:pt x="86" y="59"/>
                  </a:cubicBezTo>
                  <a:close/>
                  <a:moveTo>
                    <a:pt x="17" y="13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57" y="34"/>
                    <a:pt x="63" y="31"/>
                    <a:pt x="63" y="24"/>
                  </a:cubicBezTo>
                  <a:cubicBezTo>
                    <a:pt x="63" y="17"/>
                    <a:pt x="57" y="13"/>
                    <a:pt x="46" y="13"/>
                  </a:cubicBezTo>
                  <a:lnTo>
                    <a:pt x="17" y="13"/>
                  </a:lnTo>
                  <a:close/>
                  <a:moveTo>
                    <a:pt x="67" y="58"/>
                  </a:moveTo>
                  <a:cubicBezTo>
                    <a:pt x="67" y="51"/>
                    <a:pt x="60" y="47"/>
                    <a:pt x="50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60" y="69"/>
                    <a:pt x="67" y="65"/>
                    <a:pt x="67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30783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locks_V2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BCF5F30-D370-4466-83E8-53B40DAB5648}"/>
              </a:ext>
            </a:extLst>
          </p:cNvPr>
          <p:cNvSpPr/>
          <p:nvPr userDrawn="1"/>
        </p:nvSpPr>
        <p:spPr>
          <a:xfrm>
            <a:off x="96000" y="111627"/>
            <a:ext cx="12000000" cy="6492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noProof="0"/>
          </a:p>
        </p:txBody>
      </p:sp>
      <p:sp>
        <p:nvSpPr>
          <p:cNvPr id="45" name="Title 13">
            <a:extLst>
              <a:ext uri="{FF2B5EF4-FFF2-40B4-BE49-F238E27FC236}">
                <a16:creationId xmlns:a16="http://schemas.microsoft.com/office/drawing/2014/main" id="{D112AC07-9248-4648-9D69-E1265AB203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322" y="277913"/>
            <a:ext cx="10523797" cy="86177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28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This is the slide title </a:t>
            </a:r>
            <a:br>
              <a:rPr lang="en-US" noProof="0" dirty="0"/>
            </a:br>
            <a:r>
              <a:rPr lang="en-US" noProof="0" dirty="0"/>
              <a:t>in 2 lines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834DC8F-613D-4859-A3A8-E4922C00C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2BD2B7-E7E9-B445-B014-AD9C0F2DC5B2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6CBB92F-EC65-8E45-8334-B8F2CFA64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69C7F894-9BA8-43A0-A97E-25F1FFF55683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606703" y="1645736"/>
            <a:ext cx="2394850" cy="369332"/>
          </a:xfrm>
          <a:prstGeom prst="rect">
            <a:avLst/>
          </a:prstGeom>
        </p:spPr>
        <p:txBody>
          <a:bodyPr lIns="9000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None/>
              <a:defRPr sz="1200" b="1">
                <a:solidFill>
                  <a:schemeClr val="accent5"/>
                </a:solidFill>
              </a:defRPr>
            </a:lvl1pPr>
            <a:lvl2pPr marL="345574" indent="-17278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200">
                <a:solidFill>
                  <a:schemeClr val="tx2"/>
                </a:solidFill>
              </a:defRPr>
            </a:lvl2pPr>
            <a:lvl3pPr marL="518362" indent="-17278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3pPr>
            <a:lvl4pPr>
              <a:spcBef>
                <a:spcPts val="0"/>
              </a:spcBef>
              <a:spcAft>
                <a:spcPts val="1200"/>
              </a:spcAft>
              <a:defRPr/>
            </a:lvl4pPr>
            <a:lvl5pPr>
              <a:spcBef>
                <a:spcPts val="0"/>
              </a:spcBef>
              <a:spcAft>
                <a:spcPts val="1200"/>
              </a:spcAft>
              <a:defRPr/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81D18299-4625-4C5E-884A-1E4B0AE7C124}"/>
              </a:ext>
            </a:extLst>
          </p:cNvPr>
          <p:cNvSpPr>
            <a:spLocks noGrp="1"/>
          </p:cNvSpPr>
          <p:nvPr userDrawn="1">
            <p:ph type="body" sz="quarter" idx="36" hasCustomPrompt="1"/>
          </p:nvPr>
        </p:nvSpPr>
        <p:spPr>
          <a:xfrm>
            <a:off x="606703" y="3251696"/>
            <a:ext cx="2394850" cy="369332"/>
          </a:xfrm>
          <a:prstGeom prst="rect">
            <a:avLst/>
          </a:prstGeom>
        </p:spPr>
        <p:txBody>
          <a:bodyPr lIns="9000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None/>
              <a:defRPr sz="1200" b="1">
                <a:solidFill>
                  <a:schemeClr val="accent2"/>
                </a:solidFill>
              </a:defRPr>
            </a:lvl1pPr>
            <a:lvl2pPr marL="345574" indent="-17278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200">
                <a:solidFill>
                  <a:schemeClr val="tx2"/>
                </a:solidFill>
              </a:defRPr>
            </a:lvl2pPr>
            <a:lvl3pPr marL="518362" indent="-17278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3pPr>
            <a:lvl4pPr>
              <a:spcBef>
                <a:spcPts val="0"/>
              </a:spcBef>
              <a:spcAft>
                <a:spcPts val="1200"/>
              </a:spcAft>
              <a:defRPr/>
            </a:lvl4pPr>
            <a:lvl5pPr>
              <a:spcBef>
                <a:spcPts val="0"/>
              </a:spcBef>
              <a:spcAft>
                <a:spcPts val="1200"/>
              </a:spcAft>
              <a:defRPr/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CBB6A999-D133-4F29-8CF9-402B406D78F0}"/>
              </a:ext>
            </a:extLst>
          </p:cNvPr>
          <p:cNvSpPr>
            <a:spLocks noGrp="1"/>
          </p:cNvSpPr>
          <p:nvPr userDrawn="1">
            <p:ph type="body" sz="quarter" idx="38" hasCustomPrompt="1"/>
          </p:nvPr>
        </p:nvSpPr>
        <p:spPr>
          <a:xfrm>
            <a:off x="606703" y="4848340"/>
            <a:ext cx="2394850" cy="369332"/>
          </a:xfrm>
          <a:prstGeom prst="rect">
            <a:avLst/>
          </a:prstGeom>
        </p:spPr>
        <p:txBody>
          <a:bodyPr lIns="9000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None/>
              <a:defRPr sz="1200" b="1">
                <a:solidFill>
                  <a:schemeClr val="accent1"/>
                </a:solidFill>
              </a:defRPr>
            </a:lvl1pPr>
            <a:lvl2pPr marL="345574" indent="-17278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200">
                <a:solidFill>
                  <a:schemeClr val="tx2"/>
                </a:solidFill>
              </a:defRPr>
            </a:lvl2pPr>
            <a:lvl3pPr marL="518362" indent="-17278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3pPr>
            <a:lvl4pPr>
              <a:spcBef>
                <a:spcPts val="0"/>
              </a:spcBef>
              <a:spcAft>
                <a:spcPts val="1200"/>
              </a:spcAft>
              <a:defRPr/>
            </a:lvl4pPr>
            <a:lvl5pPr>
              <a:spcBef>
                <a:spcPts val="0"/>
              </a:spcBef>
              <a:spcAft>
                <a:spcPts val="1200"/>
              </a:spcAft>
              <a:defRPr/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B317D877-E50A-45D9-BB66-BEDE76EBDB45}"/>
              </a:ext>
            </a:extLst>
          </p:cNvPr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9190447" y="1645736"/>
            <a:ext cx="2394850" cy="369332"/>
          </a:xfrm>
          <a:prstGeom prst="rect">
            <a:avLst/>
          </a:prstGeom>
        </p:spPr>
        <p:txBody>
          <a:bodyPr lIns="9000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None/>
              <a:defRPr sz="1200" b="1">
                <a:solidFill>
                  <a:schemeClr val="accent4"/>
                </a:solidFill>
              </a:defRPr>
            </a:lvl1pPr>
            <a:lvl2pPr marL="345574" indent="-17278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200">
                <a:solidFill>
                  <a:schemeClr val="tx2"/>
                </a:solidFill>
              </a:defRPr>
            </a:lvl2pPr>
            <a:lvl3pPr marL="518362" indent="-17278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3pPr>
            <a:lvl4pPr>
              <a:spcBef>
                <a:spcPts val="0"/>
              </a:spcBef>
              <a:spcAft>
                <a:spcPts val="1200"/>
              </a:spcAft>
              <a:defRPr/>
            </a:lvl4pPr>
            <a:lvl5pPr>
              <a:spcBef>
                <a:spcPts val="0"/>
              </a:spcBef>
              <a:spcAft>
                <a:spcPts val="1200"/>
              </a:spcAft>
              <a:defRPr/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2D0F6F9A-01EA-40B6-88B7-A45A852B0823}"/>
              </a:ext>
            </a:extLst>
          </p:cNvPr>
          <p:cNvSpPr>
            <a:spLocks noGrp="1"/>
          </p:cNvSpPr>
          <p:nvPr userDrawn="1">
            <p:ph type="body" sz="quarter" idx="42" hasCustomPrompt="1"/>
          </p:nvPr>
        </p:nvSpPr>
        <p:spPr>
          <a:xfrm>
            <a:off x="9190447" y="3251696"/>
            <a:ext cx="2394850" cy="369332"/>
          </a:xfrm>
          <a:prstGeom prst="rect">
            <a:avLst/>
          </a:prstGeom>
        </p:spPr>
        <p:txBody>
          <a:bodyPr lIns="9000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None/>
              <a:defRPr sz="1200" b="1">
                <a:solidFill>
                  <a:schemeClr val="accent3"/>
                </a:solidFill>
              </a:defRPr>
            </a:lvl1pPr>
            <a:lvl2pPr marL="345574" indent="-17278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200">
                <a:solidFill>
                  <a:schemeClr val="tx2"/>
                </a:solidFill>
              </a:defRPr>
            </a:lvl2pPr>
            <a:lvl3pPr marL="518362" indent="-17278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3pPr>
            <a:lvl4pPr>
              <a:spcBef>
                <a:spcPts val="0"/>
              </a:spcBef>
              <a:spcAft>
                <a:spcPts val="1200"/>
              </a:spcAft>
              <a:defRPr/>
            </a:lvl4pPr>
            <a:lvl5pPr>
              <a:spcBef>
                <a:spcPts val="0"/>
              </a:spcBef>
              <a:spcAft>
                <a:spcPts val="1200"/>
              </a:spcAft>
              <a:defRPr/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35629400-9DE3-4076-88A3-8C5637009CFA}"/>
              </a:ext>
            </a:extLst>
          </p:cNvPr>
          <p:cNvSpPr>
            <a:spLocks noGrp="1"/>
          </p:cNvSpPr>
          <p:nvPr userDrawn="1">
            <p:ph type="body" sz="quarter" idx="44" hasCustomPrompt="1"/>
          </p:nvPr>
        </p:nvSpPr>
        <p:spPr>
          <a:xfrm>
            <a:off x="9190447" y="4848340"/>
            <a:ext cx="2394850" cy="369332"/>
          </a:xfrm>
          <a:prstGeom prst="rect">
            <a:avLst/>
          </a:prstGeom>
        </p:spPr>
        <p:txBody>
          <a:bodyPr lIns="9000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None/>
              <a:defRPr sz="1200" b="1">
                <a:solidFill>
                  <a:schemeClr val="accent6"/>
                </a:solidFill>
              </a:defRPr>
            </a:lvl1pPr>
            <a:lvl2pPr marL="345574" indent="-17278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200">
                <a:solidFill>
                  <a:schemeClr val="tx2"/>
                </a:solidFill>
              </a:defRPr>
            </a:lvl2pPr>
            <a:lvl3pPr marL="518362" indent="-17278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3pPr>
            <a:lvl4pPr>
              <a:spcBef>
                <a:spcPts val="0"/>
              </a:spcBef>
              <a:spcAft>
                <a:spcPts val="1200"/>
              </a:spcAft>
              <a:defRPr/>
            </a:lvl4pPr>
            <a:lvl5pPr>
              <a:spcBef>
                <a:spcPts val="0"/>
              </a:spcBef>
              <a:spcAft>
                <a:spcPts val="1200"/>
              </a:spcAft>
              <a:defRPr/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7D575C12-2B77-4AAF-AC3E-B1D22B64F8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1229" y="1645736"/>
            <a:ext cx="829542" cy="829542"/>
          </a:xfrm>
          <a:custGeom>
            <a:avLst/>
            <a:gdLst>
              <a:gd name="connsiteX0" fmla="*/ 414771 w 829542"/>
              <a:gd name="connsiteY0" fmla="*/ 0 h 829542"/>
              <a:gd name="connsiteX1" fmla="*/ 829542 w 829542"/>
              <a:gd name="connsiteY1" fmla="*/ 414771 h 829542"/>
              <a:gd name="connsiteX2" fmla="*/ 414771 w 829542"/>
              <a:gd name="connsiteY2" fmla="*/ 829542 h 829542"/>
              <a:gd name="connsiteX3" fmla="*/ 0 w 829542"/>
              <a:gd name="connsiteY3" fmla="*/ 414771 h 829542"/>
              <a:gd name="connsiteX4" fmla="*/ 414771 w 829542"/>
              <a:gd name="connsiteY4" fmla="*/ 0 h 829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542" h="829542">
                <a:moveTo>
                  <a:pt x="414771" y="0"/>
                </a:moveTo>
                <a:cubicBezTo>
                  <a:pt x="643843" y="0"/>
                  <a:pt x="829542" y="185699"/>
                  <a:pt x="829542" y="414771"/>
                </a:cubicBezTo>
                <a:cubicBezTo>
                  <a:pt x="829542" y="643843"/>
                  <a:pt x="643843" y="829542"/>
                  <a:pt x="414771" y="829542"/>
                </a:cubicBezTo>
                <a:cubicBezTo>
                  <a:pt x="185699" y="829542"/>
                  <a:pt x="0" y="643843"/>
                  <a:pt x="0" y="414771"/>
                </a:cubicBezTo>
                <a:cubicBezTo>
                  <a:pt x="0" y="185699"/>
                  <a:pt x="185699" y="0"/>
                  <a:pt x="41477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A98954CF-7192-4E5C-AAEE-B260DB8DA3A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333557" y="2635364"/>
            <a:ext cx="829542" cy="829542"/>
          </a:xfrm>
          <a:custGeom>
            <a:avLst/>
            <a:gdLst>
              <a:gd name="connsiteX0" fmla="*/ 414771 w 829542"/>
              <a:gd name="connsiteY0" fmla="*/ 0 h 829542"/>
              <a:gd name="connsiteX1" fmla="*/ 829542 w 829542"/>
              <a:gd name="connsiteY1" fmla="*/ 414771 h 829542"/>
              <a:gd name="connsiteX2" fmla="*/ 414771 w 829542"/>
              <a:gd name="connsiteY2" fmla="*/ 829542 h 829542"/>
              <a:gd name="connsiteX3" fmla="*/ 0 w 829542"/>
              <a:gd name="connsiteY3" fmla="*/ 414771 h 829542"/>
              <a:gd name="connsiteX4" fmla="*/ 414771 w 829542"/>
              <a:gd name="connsiteY4" fmla="*/ 0 h 829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542" h="829542">
                <a:moveTo>
                  <a:pt x="414771" y="0"/>
                </a:moveTo>
                <a:cubicBezTo>
                  <a:pt x="643843" y="0"/>
                  <a:pt x="829542" y="185699"/>
                  <a:pt x="829542" y="414771"/>
                </a:cubicBezTo>
                <a:cubicBezTo>
                  <a:pt x="829542" y="643843"/>
                  <a:pt x="643843" y="829542"/>
                  <a:pt x="414771" y="829542"/>
                </a:cubicBezTo>
                <a:cubicBezTo>
                  <a:pt x="185699" y="829542"/>
                  <a:pt x="0" y="643843"/>
                  <a:pt x="0" y="414771"/>
                </a:cubicBezTo>
                <a:cubicBezTo>
                  <a:pt x="0" y="185699"/>
                  <a:pt x="185699" y="0"/>
                  <a:pt x="414771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A848FF11-F6B8-4BAC-AEE7-CA3D3F6FDE0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333557" y="4076082"/>
            <a:ext cx="829542" cy="829542"/>
          </a:xfrm>
          <a:custGeom>
            <a:avLst/>
            <a:gdLst>
              <a:gd name="connsiteX0" fmla="*/ 414771 w 829542"/>
              <a:gd name="connsiteY0" fmla="*/ 0 h 829542"/>
              <a:gd name="connsiteX1" fmla="*/ 829542 w 829542"/>
              <a:gd name="connsiteY1" fmla="*/ 414771 h 829542"/>
              <a:gd name="connsiteX2" fmla="*/ 414771 w 829542"/>
              <a:gd name="connsiteY2" fmla="*/ 829542 h 829542"/>
              <a:gd name="connsiteX3" fmla="*/ 0 w 829542"/>
              <a:gd name="connsiteY3" fmla="*/ 414771 h 829542"/>
              <a:gd name="connsiteX4" fmla="*/ 414771 w 829542"/>
              <a:gd name="connsiteY4" fmla="*/ 0 h 829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542" h="829542">
                <a:moveTo>
                  <a:pt x="414771" y="0"/>
                </a:moveTo>
                <a:cubicBezTo>
                  <a:pt x="643843" y="0"/>
                  <a:pt x="829542" y="185699"/>
                  <a:pt x="829542" y="414771"/>
                </a:cubicBezTo>
                <a:cubicBezTo>
                  <a:pt x="829542" y="643843"/>
                  <a:pt x="643843" y="829542"/>
                  <a:pt x="414771" y="829542"/>
                </a:cubicBezTo>
                <a:cubicBezTo>
                  <a:pt x="185699" y="829542"/>
                  <a:pt x="0" y="643843"/>
                  <a:pt x="0" y="414771"/>
                </a:cubicBezTo>
                <a:cubicBezTo>
                  <a:pt x="0" y="185699"/>
                  <a:pt x="185699" y="0"/>
                  <a:pt x="414771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D698FBDB-70CB-4B21-AC95-C9A283B5B89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681229" y="4889196"/>
            <a:ext cx="829542" cy="829542"/>
          </a:xfrm>
          <a:custGeom>
            <a:avLst/>
            <a:gdLst>
              <a:gd name="connsiteX0" fmla="*/ 414771 w 829542"/>
              <a:gd name="connsiteY0" fmla="*/ 0 h 829542"/>
              <a:gd name="connsiteX1" fmla="*/ 829542 w 829542"/>
              <a:gd name="connsiteY1" fmla="*/ 414771 h 829542"/>
              <a:gd name="connsiteX2" fmla="*/ 414771 w 829542"/>
              <a:gd name="connsiteY2" fmla="*/ 829542 h 829542"/>
              <a:gd name="connsiteX3" fmla="*/ 0 w 829542"/>
              <a:gd name="connsiteY3" fmla="*/ 414771 h 829542"/>
              <a:gd name="connsiteX4" fmla="*/ 414771 w 829542"/>
              <a:gd name="connsiteY4" fmla="*/ 0 h 829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542" h="829542">
                <a:moveTo>
                  <a:pt x="414771" y="0"/>
                </a:moveTo>
                <a:cubicBezTo>
                  <a:pt x="643843" y="0"/>
                  <a:pt x="829542" y="185699"/>
                  <a:pt x="829542" y="414771"/>
                </a:cubicBezTo>
                <a:cubicBezTo>
                  <a:pt x="829542" y="643843"/>
                  <a:pt x="643843" y="829542"/>
                  <a:pt x="414771" y="829542"/>
                </a:cubicBezTo>
                <a:cubicBezTo>
                  <a:pt x="185699" y="829542"/>
                  <a:pt x="0" y="643843"/>
                  <a:pt x="0" y="414771"/>
                </a:cubicBezTo>
                <a:cubicBezTo>
                  <a:pt x="0" y="185699"/>
                  <a:pt x="185699" y="0"/>
                  <a:pt x="414771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A0AB55BC-84EC-4842-9631-07AB3FB0DCB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028901" y="4076082"/>
            <a:ext cx="829542" cy="829542"/>
          </a:xfrm>
          <a:custGeom>
            <a:avLst/>
            <a:gdLst>
              <a:gd name="connsiteX0" fmla="*/ 414771 w 829542"/>
              <a:gd name="connsiteY0" fmla="*/ 0 h 829542"/>
              <a:gd name="connsiteX1" fmla="*/ 829542 w 829542"/>
              <a:gd name="connsiteY1" fmla="*/ 414771 h 829542"/>
              <a:gd name="connsiteX2" fmla="*/ 414771 w 829542"/>
              <a:gd name="connsiteY2" fmla="*/ 829542 h 829542"/>
              <a:gd name="connsiteX3" fmla="*/ 0 w 829542"/>
              <a:gd name="connsiteY3" fmla="*/ 414771 h 829542"/>
              <a:gd name="connsiteX4" fmla="*/ 414771 w 829542"/>
              <a:gd name="connsiteY4" fmla="*/ 0 h 829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542" h="829542">
                <a:moveTo>
                  <a:pt x="414771" y="0"/>
                </a:moveTo>
                <a:cubicBezTo>
                  <a:pt x="643843" y="0"/>
                  <a:pt x="829542" y="185699"/>
                  <a:pt x="829542" y="414771"/>
                </a:cubicBezTo>
                <a:cubicBezTo>
                  <a:pt x="829542" y="643843"/>
                  <a:pt x="643843" y="829542"/>
                  <a:pt x="414771" y="829542"/>
                </a:cubicBezTo>
                <a:cubicBezTo>
                  <a:pt x="185699" y="829542"/>
                  <a:pt x="0" y="643843"/>
                  <a:pt x="0" y="414771"/>
                </a:cubicBezTo>
                <a:cubicBezTo>
                  <a:pt x="0" y="185699"/>
                  <a:pt x="185699" y="0"/>
                  <a:pt x="414771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B70BA4F3-8F4F-4639-98D6-A6B3AD1F11B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028901" y="2635364"/>
            <a:ext cx="829542" cy="829542"/>
          </a:xfrm>
          <a:custGeom>
            <a:avLst/>
            <a:gdLst>
              <a:gd name="connsiteX0" fmla="*/ 414771 w 829542"/>
              <a:gd name="connsiteY0" fmla="*/ 0 h 829542"/>
              <a:gd name="connsiteX1" fmla="*/ 829542 w 829542"/>
              <a:gd name="connsiteY1" fmla="*/ 414771 h 829542"/>
              <a:gd name="connsiteX2" fmla="*/ 414771 w 829542"/>
              <a:gd name="connsiteY2" fmla="*/ 829542 h 829542"/>
              <a:gd name="connsiteX3" fmla="*/ 0 w 829542"/>
              <a:gd name="connsiteY3" fmla="*/ 414771 h 829542"/>
              <a:gd name="connsiteX4" fmla="*/ 414771 w 829542"/>
              <a:gd name="connsiteY4" fmla="*/ 0 h 829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542" h="829542">
                <a:moveTo>
                  <a:pt x="414771" y="0"/>
                </a:moveTo>
                <a:cubicBezTo>
                  <a:pt x="643843" y="0"/>
                  <a:pt x="829542" y="185699"/>
                  <a:pt x="829542" y="414771"/>
                </a:cubicBezTo>
                <a:cubicBezTo>
                  <a:pt x="829542" y="643843"/>
                  <a:pt x="643843" y="829542"/>
                  <a:pt x="414771" y="829542"/>
                </a:cubicBezTo>
                <a:cubicBezTo>
                  <a:pt x="185699" y="829542"/>
                  <a:pt x="0" y="643843"/>
                  <a:pt x="0" y="414771"/>
                </a:cubicBezTo>
                <a:cubicBezTo>
                  <a:pt x="0" y="185699"/>
                  <a:pt x="185699" y="0"/>
                  <a:pt x="414771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24BC8426-EA14-4843-85D2-4F47EC4C129F}"/>
              </a:ext>
            </a:extLst>
          </p:cNvPr>
          <p:cNvCxnSpPr>
            <a:cxnSpLocks/>
          </p:cNvCxnSpPr>
          <p:nvPr userDrawn="1"/>
        </p:nvCxnSpPr>
        <p:spPr>
          <a:xfrm>
            <a:off x="2986720" y="1830402"/>
            <a:ext cx="1042181" cy="1219733"/>
          </a:xfrm>
          <a:prstGeom prst="bentConnector3">
            <a:avLst>
              <a:gd name="adj1" fmla="val 63220"/>
            </a:avLst>
          </a:prstGeom>
          <a:ln w="9525" cap="rnd">
            <a:solidFill>
              <a:schemeClr val="accent5"/>
            </a:solidFill>
            <a:prstDash val="sys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082C565F-E18D-498F-AE19-5E2589000D84}"/>
              </a:ext>
            </a:extLst>
          </p:cNvPr>
          <p:cNvCxnSpPr>
            <a:cxnSpLocks/>
            <a:endCxn id="37" idx="3"/>
          </p:cNvCxnSpPr>
          <p:nvPr userDrawn="1"/>
        </p:nvCxnSpPr>
        <p:spPr>
          <a:xfrm rot="10800000">
            <a:off x="3001554" y="5033007"/>
            <a:ext cx="2679685" cy="270973"/>
          </a:xfrm>
          <a:prstGeom prst="bentConnector3">
            <a:avLst>
              <a:gd name="adj1" fmla="val 50000"/>
            </a:avLst>
          </a:prstGeom>
          <a:ln w="9525" cap="rnd">
            <a:solidFill>
              <a:schemeClr val="accent1"/>
            </a:solidFill>
            <a:prstDash val="sysDot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7B093F1C-FB6B-42A3-93F3-978E6A38F75C}"/>
              </a:ext>
            </a:extLst>
          </p:cNvPr>
          <p:cNvCxnSpPr>
            <a:cxnSpLocks/>
            <a:stCxn id="39" idx="1"/>
            <a:endCxn id="47" idx="1"/>
          </p:cNvCxnSpPr>
          <p:nvPr userDrawn="1"/>
        </p:nvCxnSpPr>
        <p:spPr>
          <a:xfrm rot="10800000" flipV="1">
            <a:off x="6510771" y="1830401"/>
            <a:ext cx="2679676" cy="230105"/>
          </a:xfrm>
          <a:prstGeom prst="bentConnector3">
            <a:avLst>
              <a:gd name="adj1" fmla="val 50000"/>
            </a:avLst>
          </a:prstGeom>
          <a:ln w="9525" cap="rnd">
            <a:solidFill>
              <a:schemeClr val="accent4"/>
            </a:solidFill>
            <a:prstDash val="sys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E68A4D10-2202-4763-8CC8-AF50F5E50712}"/>
              </a:ext>
            </a:extLst>
          </p:cNvPr>
          <p:cNvCxnSpPr>
            <a:cxnSpLocks/>
            <a:endCxn id="51" idx="1"/>
          </p:cNvCxnSpPr>
          <p:nvPr userDrawn="1"/>
        </p:nvCxnSpPr>
        <p:spPr>
          <a:xfrm rot="10800000">
            <a:off x="8163099" y="3050135"/>
            <a:ext cx="1027348" cy="373908"/>
          </a:xfrm>
          <a:prstGeom prst="bentConnector3">
            <a:avLst>
              <a:gd name="adj1" fmla="val 50000"/>
            </a:avLst>
          </a:prstGeom>
          <a:ln w="9525" cap="rnd">
            <a:solidFill>
              <a:schemeClr val="accent3"/>
            </a:solidFill>
            <a:prstDash val="sys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D2932468-5698-4A3C-9042-5ED85EC5E2D0}"/>
              </a:ext>
            </a:extLst>
          </p:cNvPr>
          <p:cNvCxnSpPr>
            <a:cxnSpLocks/>
            <a:stCxn id="63" idx="1"/>
          </p:cNvCxnSpPr>
          <p:nvPr userDrawn="1"/>
        </p:nvCxnSpPr>
        <p:spPr>
          <a:xfrm>
            <a:off x="8163099" y="4490853"/>
            <a:ext cx="1027348" cy="542150"/>
          </a:xfrm>
          <a:prstGeom prst="bentConnector3">
            <a:avLst>
              <a:gd name="adj1" fmla="val 50000"/>
            </a:avLst>
          </a:prstGeom>
          <a:ln w="9525" cap="rnd">
            <a:solidFill>
              <a:schemeClr val="accent6"/>
            </a:solidFill>
            <a:prstDash val="sysDot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 Placeholder 101">
            <a:extLst>
              <a:ext uri="{FF2B5EF4-FFF2-40B4-BE49-F238E27FC236}">
                <a16:creationId xmlns:a16="http://schemas.microsoft.com/office/drawing/2014/main" id="{A1388542-D8EE-4B5C-8D56-9F4DA28E4EE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019675" y="2605912"/>
            <a:ext cx="2152650" cy="2152650"/>
          </a:xfrm>
          <a:custGeom>
            <a:avLst/>
            <a:gdLst>
              <a:gd name="connsiteX0" fmla="*/ 1076325 w 2152650"/>
              <a:gd name="connsiteY0" fmla="*/ 0 h 2152650"/>
              <a:gd name="connsiteX1" fmla="*/ 2152650 w 2152650"/>
              <a:gd name="connsiteY1" fmla="*/ 1076325 h 2152650"/>
              <a:gd name="connsiteX2" fmla="*/ 1076325 w 2152650"/>
              <a:gd name="connsiteY2" fmla="*/ 2152650 h 2152650"/>
              <a:gd name="connsiteX3" fmla="*/ 0 w 2152650"/>
              <a:gd name="connsiteY3" fmla="*/ 1076325 h 2152650"/>
              <a:gd name="connsiteX4" fmla="*/ 1076325 w 2152650"/>
              <a:gd name="connsiteY4" fmla="*/ 0 h 215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2650" h="2152650">
                <a:moveTo>
                  <a:pt x="1076325" y="0"/>
                </a:moveTo>
                <a:cubicBezTo>
                  <a:pt x="1670763" y="0"/>
                  <a:pt x="2152650" y="481887"/>
                  <a:pt x="2152650" y="1076325"/>
                </a:cubicBezTo>
                <a:cubicBezTo>
                  <a:pt x="2152650" y="1670763"/>
                  <a:pt x="1670763" y="2152650"/>
                  <a:pt x="1076325" y="2152650"/>
                </a:cubicBezTo>
                <a:cubicBezTo>
                  <a:pt x="481887" y="2152650"/>
                  <a:pt x="0" y="1670763"/>
                  <a:pt x="0" y="1076325"/>
                </a:cubicBezTo>
                <a:cubicBezTo>
                  <a:pt x="0" y="481887"/>
                  <a:pt x="481887" y="0"/>
                  <a:pt x="1076325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CA406384-5BD4-4377-8A6B-24CEB6CC2A86}"/>
              </a:ext>
            </a:extLst>
          </p:cNvPr>
          <p:cNvCxnSpPr>
            <a:cxnSpLocks/>
          </p:cNvCxnSpPr>
          <p:nvPr userDrawn="1"/>
        </p:nvCxnSpPr>
        <p:spPr>
          <a:xfrm>
            <a:off x="3001553" y="3436362"/>
            <a:ext cx="1027348" cy="1054491"/>
          </a:xfrm>
          <a:prstGeom prst="bentConnector3">
            <a:avLst>
              <a:gd name="adj1" fmla="val 64441"/>
            </a:avLst>
          </a:prstGeom>
          <a:ln w="9525" cap="rnd">
            <a:solidFill>
              <a:schemeClr val="accent2"/>
            </a:solidFill>
            <a:prstDash val="sys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9BF355D5-6207-4002-A4C1-3E580F762192}"/>
              </a:ext>
            </a:extLst>
          </p:cNvPr>
          <p:cNvSpPr/>
          <p:nvPr userDrawn="1"/>
        </p:nvSpPr>
        <p:spPr>
          <a:xfrm>
            <a:off x="610311" y="1259335"/>
            <a:ext cx="823380" cy="99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46" name="Date Placeholder 3">
            <a:extLst>
              <a:ext uri="{FF2B5EF4-FFF2-40B4-BE49-F238E27FC236}">
                <a16:creationId xmlns:a16="http://schemas.microsoft.com/office/drawing/2014/main" id="{6587A339-9ACD-4B6A-A6DA-D02B9A59302D}"/>
              </a:ext>
            </a:extLst>
          </p:cNvPr>
          <p:cNvSpPr>
            <a:spLocks noGrp="1"/>
          </p:cNvSpPr>
          <p:nvPr>
            <p:ph type="dt" sz="half" idx="51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F06337D4-7BC1-4819-9210-905C1D871903}" type="datetime3">
              <a:rPr lang="en-US" smtClean="0"/>
              <a:t>3 November 2025</a:t>
            </a:fld>
            <a:endParaRPr lang="fr-FR" dirty="0"/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CD55E215-A765-4736-AD84-662FDA1008F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6703" y="2134901"/>
            <a:ext cx="2394000" cy="9874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defRPr sz="14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10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Arial" panose="020B0604020202020204" pitchFamily="34" charset="0"/>
              <a:buChar char="»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23DFC07D-1799-42EF-A514-338DE324F04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191297" y="2134901"/>
            <a:ext cx="2394000" cy="9874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defRPr sz="14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10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Arial" panose="020B0604020202020204" pitchFamily="34" charset="0"/>
              <a:buChar char="»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DE7CA208-2614-45E6-8D0C-26EB07F1363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06703" y="3740861"/>
            <a:ext cx="2394000" cy="9874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defRPr sz="14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10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Arial" panose="020B0604020202020204" pitchFamily="34" charset="0"/>
              <a:buChar char="»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8AF6EB1E-64B3-49F7-9300-872135774FE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91297" y="3740861"/>
            <a:ext cx="2394000" cy="9874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defRPr sz="14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10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Arial" panose="020B0604020202020204" pitchFamily="34" charset="0"/>
              <a:buChar char="»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F319740D-C0F9-4FDC-9CF7-3E3AF896ED7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06703" y="5337505"/>
            <a:ext cx="2394000" cy="9874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defRPr sz="14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10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Arial" panose="020B0604020202020204" pitchFamily="34" charset="0"/>
              <a:buChar char="»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E609886E-DD27-453E-BBB9-D1F90C60D866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191297" y="5337505"/>
            <a:ext cx="2394000" cy="9874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defRPr sz="14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10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Arial" panose="020B0604020202020204" pitchFamily="34" charset="0"/>
              <a:buChar char="»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grpSp>
        <p:nvGrpSpPr>
          <p:cNvPr id="36" name="Groupe 250">
            <a:extLst>
              <a:ext uri="{FF2B5EF4-FFF2-40B4-BE49-F238E27FC236}">
                <a16:creationId xmlns:a16="http://schemas.microsoft.com/office/drawing/2014/main" id="{80C9BA33-D105-44D7-8F57-DD504F9613DC}"/>
              </a:ext>
            </a:extLst>
          </p:cNvPr>
          <p:cNvGrpSpPr/>
          <p:nvPr userDrawn="1"/>
        </p:nvGrpSpPr>
        <p:grpSpPr>
          <a:xfrm>
            <a:off x="5456917" y="6670035"/>
            <a:ext cx="1278167" cy="125311"/>
            <a:chOff x="5629458" y="3655836"/>
            <a:chExt cx="2227432" cy="218376"/>
          </a:xfrm>
          <a:solidFill>
            <a:srgbClr val="5E6A71"/>
          </a:solidFill>
        </p:grpSpPr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EF859805-DADB-43CF-9BF6-5212454D53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975" y="3775689"/>
              <a:ext cx="61958" cy="55864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0" name="Rectangle 6">
              <a:extLst>
                <a:ext uri="{FF2B5EF4-FFF2-40B4-BE49-F238E27FC236}">
                  <a16:creationId xmlns:a16="http://schemas.microsoft.com/office/drawing/2014/main" id="{F3F8A86A-D0C9-44FB-AFFB-D24A7053A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662" y="3849835"/>
              <a:ext cx="284396" cy="2437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2" name="Freeform 7">
              <a:extLst>
                <a:ext uri="{FF2B5EF4-FFF2-40B4-BE49-F238E27FC236}">
                  <a16:creationId xmlns:a16="http://schemas.microsoft.com/office/drawing/2014/main" id="{2BF056C1-4F31-4DD2-BC11-527FED4F80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1195" y="3655836"/>
              <a:ext cx="77193" cy="62973"/>
            </a:xfrm>
            <a:custGeom>
              <a:avLst/>
              <a:gdLst>
                <a:gd name="T0" fmla="*/ 66 w 66"/>
                <a:gd name="T1" fmla="*/ 25 h 53"/>
                <a:gd name="T2" fmla="*/ 19 w 66"/>
                <a:gd name="T3" fmla="*/ 50 h 53"/>
                <a:gd name="T4" fmla="*/ 7 w 66"/>
                <a:gd name="T5" fmla="*/ 48 h 53"/>
                <a:gd name="T6" fmla="*/ 0 w 66"/>
                <a:gd name="T7" fmla="*/ 31 h 53"/>
                <a:gd name="T8" fmla="*/ 8 w 66"/>
                <a:gd name="T9" fmla="*/ 31 h 53"/>
                <a:gd name="T10" fmla="*/ 66 w 66"/>
                <a:gd name="T11" fmla="*/ 0 h 53"/>
                <a:gd name="T12" fmla="*/ 66 w 66"/>
                <a:gd name="T13" fmla="*/ 2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53">
                  <a:moveTo>
                    <a:pt x="66" y="25"/>
                  </a:moveTo>
                  <a:cubicBezTo>
                    <a:pt x="66" y="25"/>
                    <a:pt x="28" y="47"/>
                    <a:pt x="19" y="50"/>
                  </a:cubicBezTo>
                  <a:cubicBezTo>
                    <a:pt x="11" y="53"/>
                    <a:pt x="8" y="49"/>
                    <a:pt x="7" y="48"/>
                  </a:cubicBezTo>
                  <a:cubicBezTo>
                    <a:pt x="4" y="44"/>
                    <a:pt x="1" y="33"/>
                    <a:pt x="0" y="31"/>
                  </a:cubicBezTo>
                  <a:cubicBezTo>
                    <a:pt x="1" y="31"/>
                    <a:pt x="3" y="32"/>
                    <a:pt x="8" y="31"/>
                  </a:cubicBezTo>
                  <a:cubicBezTo>
                    <a:pt x="13" y="29"/>
                    <a:pt x="66" y="0"/>
                    <a:pt x="66" y="0"/>
                  </a:cubicBezTo>
                  <a:cubicBezTo>
                    <a:pt x="66" y="25"/>
                    <a:pt x="66" y="25"/>
                    <a:pt x="66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6" name="Freeform 8">
              <a:extLst>
                <a:ext uri="{FF2B5EF4-FFF2-40B4-BE49-F238E27FC236}">
                  <a16:creationId xmlns:a16="http://schemas.microsoft.com/office/drawing/2014/main" id="{F2B4F613-6E69-49BE-B3B5-B5F0A62A84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458" y="3669040"/>
              <a:ext cx="318930" cy="18384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7" name="Freeform 9">
              <a:extLst>
                <a:ext uri="{FF2B5EF4-FFF2-40B4-BE49-F238E27FC236}">
                  <a16:creationId xmlns:a16="http://schemas.microsoft.com/office/drawing/2014/main" id="{61B0D5E2-4E3B-4AB3-BBC8-333499DBFA8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3550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5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8" name="Freeform 10">
              <a:extLst>
                <a:ext uri="{FF2B5EF4-FFF2-40B4-BE49-F238E27FC236}">
                  <a16:creationId xmlns:a16="http://schemas.microsoft.com/office/drawing/2014/main" id="{8AAFB6E5-FEFA-4C6B-812E-7D744E47B1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8481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9" name="Freeform 11">
              <a:extLst>
                <a:ext uri="{FF2B5EF4-FFF2-40B4-BE49-F238E27FC236}">
                  <a16:creationId xmlns:a16="http://schemas.microsoft.com/office/drawing/2014/main" id="{FD4CDBDC-72C0-46CB-92B0-350E569D10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4271" y="3696464"/>
              <a:ext cx="90398" cy="126963"/>
            </a:xfrm>
            <a:custGeom>
              <a:avLst/>
              <a:gdLst>
                <a:gd name="T0" fmla="*/ 0 w 77"/>
                <a:gd name="T1" fmla="*/ 83 h 107"/>
                <a:gd name="T2" fmla="*/ 0 w 77"/>
                <a:gd name="T3" fmla="*/ 24 h 107"/>
                <a:gd name="T4" fmla="*/ 75 w 77"/>
                <a:gd name="T5" fmla="*/ 24 h 107"/>
                <a:gd name="T6" fmla="*/ 75 w 77"/>
                <a:gd name="T7" fmla="*/ 37 h 107"/>
                <a:gd name="T8" fmla="*/ 18 w 77"/>
                <a:gd name="T9" fmla="*/ 37 h 107"/>
                <a:gd name="T10" fmla="*/ 18 w 77"/>
                <a:gd name="T11" fmla="*/ 57 h 107"/>
                <a:gd name="T12" fmla="*/ 70 w 77"/>
                <a:gd name="T13" fmla="*/ 57 h 107"/>
                <a:gd name="T14" fmla="*/ 70 w 77"/>
                <a:gd name="T15" fmla="*/ 70 h 107"/>
                <a:gd name="T16" fmla="*/ 18 w 77"/>
                <a:gd name="T17" fmla="*/ 70 h 107"/>
                <a:gd name="T18" fmla="*/ 18 w 77"/>
                <a:gd name="T19" fmla="*/ 83 h 107"/>
                <a:gd name="T20" fmla="*/ 28 w 77"/>
                <a:gd name="T21" fmla="*/ 93 h 107"/>
                <a:gd name="T22" fmla="*/ 77 w 77"/>
                <a:gd name="T23" fmla="*/ 93 h 107"/>
                <a:gd name="T24" fmla="*/ 77 w 77"/>
                <a:gd name="T25" fmla="*/ 107 h 107"/>
                <a:gd name="T26" fmla="*/ 24 w 77"/>
                <a:gd name="T27" fmla="*/ 107 h 107"/>
                <a:gd name="T28" fmla="*/ 0 w 77"/>
                <a:gd name="T29" fmla="*/ 83 h 107"/>
                <a:gd name="T30" fmla="*/ 57 w 77"/>
                <a:gd name="T31" fmla="*/ 0 h 107"/>
                <a:gd name="T32" fmla="*/ 43 w 77"/>
                <a:gd name="T33" fmla="*/ 15 h 107"/>
                <a:gd name="T34" fmla="*/ 28 w 77"/>
                <a:gd name="T35" fmla="*/ 15 h 107"/>
                <a:gd name="T36" fmla="*/ 39 w 77"/>
                <a:gd name="T37" fmla="*/ 0 h 107"/>
                <a:gd name="T38" fmla="*/ 57 w 77"/>
                <a:gd name="T39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" h="107">
                  <a:moveTo>
                    <a:pt x="0" y="83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90"/>
                    <a:pt x="21" y="93"/>
                    <a:pt x="28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107"/>
                    <a:pt x="77" y="107"/>
                    <a:pt x="77" y="107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9" y="107"/>
                    <a:pt x="0" y="98"/>
                    <a:pt x="0" y="83"/>
                  </a:cubicBezTo>
                  <a:close/>
                  <a:moveTo>
                    <a:pt x="57" y="0"/>
                  </a:moveTo>
                  <a:cubicBezTo>
                    <a:pt x="43" y="15"/>
                    <a:pt x="43" y="15"/>
                    <a:pt x="43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9" y="0"/>
                    <a:pt x="39" y="0"/>
                    <a:pt x="39" y="0"/>
                  </a:cubicBez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0" name="Freeform 12">
              <a:extLst>
                <a:ext uri="{FF2B5EF4-FFF2-40B4-BE49-F238E27FC236}">
                  <a16:creationId xmlns:a16="http://schemas.microsoft.com/office/drawing/2014/main" id="{5D0EFEBE-F4D3-4F81-9A21-057AEF427F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7014" y="3724904"/>
              <a:ext cx="105633" cy="98523"/>
            </a:xfrm>
            <a:custGeom>
              <a:avLst/>
              <a:gdLst>
                <a:gd name="T0" fmla="*/ 0 w 90"/>
                <a:gd name="T1" fmla="*/ 0 h 83"/>
                <a:gd name="T2" fmla="*/ 37 w 90"/>
                <a:gd name="T3" fmla="*/ 0 h 83"/>
                <a:gd name="T4" fmla="*/ 90 w 90"/>
                <a:gd name="T5" fmla="*/ 41 h 83"/>
                <a:gd name="T6" fmla="*/ 37 w 90"/>
                <a:gd name="T7" fmla="*/ 83 h 83"/>
                <a:gd name="T8" fmla="*/ 0 w 90"/>
                <a:gd name="T9" fmla="*/ 83 h 83"/>
                <a:gd name="T10" fmla="*/ 0 w 90"/>
                <a:gd name="T11" fmla="*/ 0 h 83"/>
                <a:gd name="T12" fmla="*/ 38 w 90"/>
                <a:gd name="T13" fmla="*/ 69 h 83"/>
                <a:gd name="T14" fmla="*/ 71 w 90"/>
                <a:gd name="T15" fmla="*/ 41 h 83"/>
                <a:gd name="T16" fmla="*/ 38 w 90"/>
                <a:gd name="T17" fmla="*/ 13 h 83"/>
                <a:gd name="T18" fmla="*/ 17 w 90"/>
                <a:gd name="T19" fmla="*/ 13 h 83"/>
                <a:gd name="T20" fmla="*/ 17 w 90"/>
                <a:gd name="T21" fmla="*/ 69 h 83"/>
                <a:gd name="T22" fmla="*/ 38 w 90"/>
                <a:gd name="T23" fmla="*/ 6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3">
                  <a:moveTo>
                    <a:pt x="0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69" y="0"/>
                    <a:pt x="90" y="17"/>
                    <a:pt x="90" y="41"/>
                  </a:cubicBezTo>
                  <a:cubicBezTo>
                    <a:pt x="90" y="66"/>
                    <a:pt x="69" y="83"/>
                    <a:pt x="3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38" y="69"/>
                  </a:moveTo>
                  <a:cubicBezTo>
                    <a:pt x="58" y="69"/>
                    <a:pt x="71" y="58"/>
                    <a:pt x="71" y="41"/>
                  </a:cubicBezTo>
                  <a:cubicBezTo>
                    <a:pt x="71" y="25"/>
                    <a:pt x="58" y="13"/>
                    <a:pt x="3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69"/>
                    <a:pt x="17" y="69"/>
                    <a:pt x="17" y="69"/>
                  </a:cubicBezTo>
                  <a:lnTo>
                    <a:pt x="38" y="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1" name="Rectangle 13">
              <a:extLst>
                <a:ext uri="{FF2B5EF4-FFF2-40B4-BE49-F238E27FC236}">
                  <a16:creationId xmlns:a16="http://schemas.microsoft.com/office/drawing/2014/main" id="{2FAB15D3-0A18-4014-856C-41FDE6448E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929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2" name="Freeform 14">
              <a:extLst>
                <a:ext uri="{FF2B5EF4-FFF2-40B4-BE49-F238E27FC236}">
                  <a16:creationId xmlns:a16="http://schemas.microsoft.com/office/drawing/2014/main" id="{7755F1FC-9B52-4623-8415-82CAA759803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557" y="3724904"/>
              <a:ext cx="94460" cy="98523"/>
            </a:xfrm>
            <a:custGeom>
              <a:avLst/>
              <a:gdLst>
                <a:gd name="T0" fmla="*/ 0 w 93"/>
                <a:gd name="T1" fmla="*/ 15 h 97"/>
                <a:gd name="T2" fmla="*/ 0 w 93"/>
                <a:gd name="T3" fmla="*/ 0 h 97"/>
                <a:gd name="T4" fmla="*/ 93 w 93"/>
                <a:gd name="T5" fmla="*/ 0 h 97"/>
                <a:gd name="T6" fmla="*/ 93 w 93"/>
                <a:gd name="T7" fmla="*/ 15 h 97"/>
                <a:gd name="T8" fmla="*/ 56 w 93"/>
                <a:gd name="T9" fmla="*/ 15 h 97"/>
                <a:gd name="T10" fmla="*/ 56 w 93"/>
                <a:gd name="T11" fmla="*/ 97 h 97"/>
                <a:gd name="T12" fmla="*/ 36 w 93"/>
                <a:gd name="T13" fmla="*/ 97 h 97"/>
                <a:gd name="T14" fmla="*/ 36 w 93"/>
                <a:gd name="T15" fmla="*/ 15 h 97"/>
                <a:gd name="T16" fmla="*/ 0 w 93"/>
                <a:gd name="T17" fmla="*/ 1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97">
                  <a:moveTo>
                    <a:pt x="0" y="15"/>
                  </a:moveTo>
                  <a:lnTo>
                    <a:pt x="0" y="0"/>
                  </a:lnTo>
                  <a:lnTo>
                    <a:pt x="93" y="0"/>
                  </a:lnTo>
                  <a:lnTo>
                    <a:pt x="93" y="15"/>
                  </a:lnTo>
                  <a:lnTo>
                    <a:pt x="56" y="15"/>
                  </a:lnTo>
                  <a:lnTo>
                    <a:pt x="56" y="97"/>
                  </a:lnTo>
                  <a:lnTo>
                    <a:pt x="36" y="97"/>
                  </a:lnTo>
                  <a:lnTo>
                    <a:pt x="36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4" name="Freeform 15">
              <a:extLst>
                <a:ext uri="{FF2B5EF4-FFF2-40B4-BE49-F238E27FC236}">
                  <a16:creationId xmlns:a16="http://schemas.microsoft.com/office/drawing/2014/main" id="{CC9641B4-EA9B-4639-B843-3523D74C4F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70552" y="3724904"/>
              <a:ext cx="121884" cy="98523"/>
            </a:xfrm>
            <a:custGeom>
              <a:avLst/>
              <a:gdLst>
                <a:gd name="T0" fmla="*/ 85 w 120"/>
                <a:gd name="T1" fmla="*/ 73 h 97"/>
                <a:gd name="T2" fmla="*/ 32 w 120"/>
                <a:gd name="T3" fmla="*/ 73 h 97"/>
                <a:gd name="T4" fmla="*/ 21 w 120"/>
                <a:gd name="T5" fmla="*/ 97 h 97"/>
                <a:gd name="T6" fmla="*/ 0 w 120"/>
                <a:gd name="T7" fmla="*/ 97 h 97"/>
                <a:gd name="T8" fmla="*/ 50 w 120"/>
                <a:gd name="T9" fmla="*/ 0 h 97"/>
                <a:gd name="T10" fmla="*/ 70 w 120"/>
                <a:gd name="T11" fmla="*/ 0 h 97"/>
                <a:gd name="T12" fmla="*/ 120 w 120"/>
                <a:gd name="T13" fmla="*/ 97 h 97"/>
                <a:gd name="T14" fmla="*/ 97 w 120"/>
                <a:gd name="T15" fmla="*/ 97 h 97"/>
                <a:gd name="T16" fmla="*/ 85 w 120"/>
                <a:gd name="T17" fmla="*/ 73 h 97"/>
                <a:gd name="T18" fmla="*/ 77 w 120"/>
                <a:gd name="T19" fmla="*/ 58 h 97"/>
                <a:gd name="T20" fmla="*/ 59 w 120"/>
                <a:gd name="T21" fmla="*/ 20 h 97"/>
                <a:gd name="T22" fmla="*/ 40 w 120"/>
                <a:gd name="T23" fmla="*/ 58 h 97"/>
                <a:gd name="T24" fmla="*/ 77 w 120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7">
                  <a:moveTo>
                    <a:pt x="85" y="73"/>
                  </a:moveTo>
                  <a:lnTo>
                    <a:pt x="32" y="73"/>
                  </a:lnTo>
                  <a:lnTo>
                    <a:pt x="21" y="97"/>
                  </a:lnTo>
                  <a:lnTo>
                    <a:pt x="0" y="97"/>
                  </a:lnTo>
                  <a:lnTo>
                    <a:pt x="50" y="0"/>
                  </a:lnTo>
                  <a:lnTo>
                    <a:pt x="70" y="0"/>
                  </a:lnTo>
                  <a:lnTo>
                    <a:pt x="120" y="97"/>
                  </a:lnTo>
                  <a:lnTo>
                    <a:pt x="97" y="97"/>
                  </a:lnTo>
                  <a:lnTo>
                    <a:pt x="85" y="73"/>
                  </a:lnTo>
                  <a:close/>
                  <a:moveTo>
                    <a:pt x="77" y="58"/>
                  </a:moveTo>
                  <a:lnTo>
                    <a:pt x="59" y="20"/>
                  </a:lnTo>
                  <a:lnTo>
                    <a:pt x="40" y="58"/>
                  </a:lnTo>
                  <a:lnTo>
                    <a:pt x="77" y="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6" name="Freeform 16">
              <a:extLst>
                <a:ext uri="{FF2B5EF4-FFF2-40B4-BE49-F238E27FC236}">
                  <a16:creationId xmlns:a16="http://schemas.microsoft.com/office/drawing/2014/main" id="{E2BA3712-D8A8-4C7D-B1D0-AFF5B1629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498" y="3723888"/>
              <a:ext cx="108680" cy="100555"/>
            </a:xfrm>
            <a:custGeom>
              <a:avLst/>
              <a:gdLst>
                <a:gd name="T0" fmla="*/ 52 w 93"/>
                <a:gd name="T1" fmla="*/ 0 h 85"/>
                <a:gd name="T2" fmla="*/ 89 w 93"/>
                <a:gd name="T3" fmla="*/ 11 h 85"/>
                <a:gd name="T4" fmla="*/ 80 w 93"/>
                <a:gd name="T5" fmla="*/ 22 h 85"/>
                <a:gd name="T6" fmla="*/ 53 w 93"/>
                <a:gd name="T7" fmla="*/ 12 h 85"/>
                <a:gd name="T8" fmla="*/ 18 w 93"/>
                <a:gd name="T9" fmla="*/ 42 h 85"/>
                <a:gd name="T10" fmla="*/ 52 w 93"/>
                <a:gd name="T11" fmla="*/ 72 h 85"/>
                <a:gd name="T12" fmla="*/ 76 w 93"/>
                <a:gd name="T13" fmla="*/ 66 h 85"/>
                <a:gd name="T14" fmla="*/ 76 w 93"/>
                <a:gd name="T15" fmla="*/ 50 h 85"/>
                <a:gd name="T16" fmla="*/ 51 w 93"/>
                <a:gd name="T17" fmla="*/ 50 h 85"/>
                <a:gd name="T18" fmla="*/ 51 w 93"/>
                <a:gd name="T19" fmla="*/ 37 h 85"/>
                <a:gd name="T20" fmla="*/ 93 w 93"/>
                <a:gd name="T21" fmla="*/ 37 h 85"/>
                <a:gd name="T22" fmla="*/ 93 w 93"/>
                <a:gd name="T23" fmla="*/ 72 h 85"/>
                <a:gd name="T24" fmla="*/ 52 w 93"/>
                <a:gd name="T25" fmla="*/ 85 h 85"/>
                <a:gd name="T26" fmla="*/ 0 w 93"/>
                <a:gd name="T27" fmla="*/ 42 h 85"/>
                <a:gd name="T28" fmla="*/ 52 w 93"/>
                <a:gd name="T2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4"/>
                    <a:pt x="18" y="42"/>
                  </a:cubicBezTo>
                  <a:cubicBezTo>
                    <a:pt x="18" y="59"/>
                    <a:pt x="32" y="72"/>
                    <a:pt x="52" y="72"/>
                  </a:cubicBezTo>
                  <a:cubicBezTo>
                    <a:pt x="61" y="72"/>
                    <a:pt x="70" y="70"/>
                    <a:pt x="76" y="66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3" y="72"/>
                    <a:pt x="93" y="72"/>
                    <a:pt x="93" y="72"/>
                  </a:cubicBezTo>
                  <a:cubicBezTo>
                    <a:pt x="83" y="79"/>
                    <a:pt x="69" y="85"/>
                    <a:pt x="52" y="85"/>
                  </a:cubicBezTo>
                  <a:cubicBezTo>
                    <a:pt x="21" y="85"/>
                    <a:pt x="0" y="67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8" name="Freeform 17">
              <a:extLst>
                <a:ext uri="{FF2B5EF4-FFF2-40B4-BE49-F238E27FC236}">
                  <a16:creationId xmlns:a16="http://schemas.microsoft.com/office/drawing/2014/main" id="{16DBA578-2691-4D30-A207-EF576E6B27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9555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70" name="Rectangle 18">
              <a:extLst>
                <a:ext uri="{FF2B5EF4-FFF2-40B4-BE49-F238E27FC236}">
                  <a16:creationId xmlns:a16="http://schemas.microsoft.com/office/drawing/2014/main" id="{ADC9EAFD-AA0C-4AC1-96BD-76D8F2942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9408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72" name="Freeform 19">
              <a:extLst>
                <a:ext uri="{FF2B5EF4-FFF2-40B4-BE49-F238E27FC236}">
                  <a16:creationId xmlns:a16="http://schemas.microsoft.com/office/drawing/2014/main" id="{7974FBA0-674D-4DC9-B0E7-29F76F859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2067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8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8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4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73" name="Freeform 20">
              <a:extLst>
                <a:ext uri="{FF2B5EF4-FFF2-40B4-BE49-F238E27FC236}">
                  <a16:creationId xmlns:a16="http://schemas.microsoft.com/office/drawing/2014/main" id="{5E2D6B2B-5931-4444-ACC4-EC134657FC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1763" y="3723888"/>
              <a:ext cx="123915" cy="100555"/>
            </a:xfrm>
            <a:custGeom>
              <a:avLst/>
              <a:gdLst>
                <a:gd name="T0" fmla="*/ 0 w 105"/>
                <a:gd name="T1" fmla="*/ 42 h 85"/>
                <a:gd name="T2" fmla="*/ 52 w 105"/>
                <a:gd name="T3" fmla="*/ 0 h 85"/>
                <a:gd name="T4" fmla="*/ 105 w 105"/>
                <a:gd name="T5" fmla="*/ 42 h 85"/>
                <a:gd name="T6" fmla="*/ 52 w 105"/>
                <a:gd name="T7" fmla="*/ 85 h 85"/>
                <a:gd name="T8" fmla="*/ 0 w 105"/>
                <a:gd name="T9" fmla="*/ 42 h 85"/>
                <a:gd name="T10" fmla="*/ 19 w 105"/>
                <a:gd name="T11" fmla="*/ 42 h 85"/>
                <a:gd name="T12" fmla="*/ 52 w 105"/>
                <a:gd name="T13" fmla="*/ 72 h 85"/>
                <a:gd name="T14" fmla="*/ 86 w 105"/>
                <a:gd name="T15" fmla="*/ 42 h 85"/>
                <a:gd name="T16" fmla="*/ 52 w 105"/>
                <a:gd name="T17" fmla="*/ 12 h 85"/>
                <a:gd name="T18" fmla="*/ 19 w 105"/>
                <a:gd name="T19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" h="85">
                  <a:moveTo>
                    <a:pt x="0" y="42"/>
                  </a:moveTo>
                  <a:cubicBezTo>
                    <a:pt x="0" y="19"/>
                    <a:pt x="22" y="0"/>
                    <a:pt x="52" y="0"/>
                  </a:cubicBezTo>
                  <a:cubicBezTo>
                    <a:pt x="83" y="0"/>
                    <a:pt x="105" y="19"/>
                    <a:pt x="105" y="42"/>
                  </a:cubicBezTo>
                  <a:cubicBezTo>
                    <a:pt x="105" y="66"/>
                    <a:pt x="83" y="85"/>
                    <a:pt x="52" y="85"/>
                  </a:cubicBezTo>
                  <a:cubicBezTo>
                    <a:pt x="22" y="85"/>
                    <a:pt x="0" y="66"/>
                    <a:pt x="0" y="42"/>
                  </a:cubicBezTo>
                  <a:close/>
                  <a:moveTo>
                    <a:pt x="19" y="42"/>
                  </a:moveTo>
                  <a:cubicBezTo>
                    <a:pt x="19" y="59"/>
                    <a:pt x="32" y="72"/>
                    <a:pt x="52" y="72"/>
                  </a:cubicBezTo>
                  <a:cubicBezTo>
                    <a:pt x="72" y="72"/>
                    <a:pt x="86" y="59"/>
                    <a:pt x="86" y="42"/>
                  </a:cubicBezTo>
                  <a:cubicBezTo>
                    <a:pt x="86" y="26"/>
                    <a:pt x="72" y="12"/>
                    <a:pt x="52" y="12"/>
                  </a:cubicBezTo>
                  <a:cubicBezTo>
                    <a:pt x="32" y="12"/>
                    <a:pt x="19" y="26"/>
                    <a:pt x="19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74" name="Freeform 21">
              <a:extLst>
                <a:ext uri="{FF2B5EF4-FFF2-40B4-BE49-F238E27FC236}">
                  <a16:creationId xmlns:a16="http://schemas.microsoft.com/office/drawing/2014/main" id="{42509CE0-716F-496F-9A44-86ED3B2BC98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1929" y="3724904"/>
              <a:ext cx="82272" cy="98523"/>
            </a:xfrm>
            <a:custGeom>
              <a:avLst/>
              <a:gdLst>
                <a:gd name="T0" fmla="*/ 0 w 81"/>
                <a:gd name="T1" fmla="*/ 0 h 97"/>
                <a:gd name="T2" fmla="*/ 20 w 81"/>
                <a:gd name="T3" fmla="*/ 0 h 97"/>
                <a:gd name="T4" fmla="*/ 20 w 81"/>
                <a:gd name="T5" fmla="*/ 81 h 97"/>
                <a:gd name="T6" fmla="*/ 81 w 81"/>
                <a:gd name="T7" fmla="*/ 81 h 97"/>
                <a:gd name="T8" fmla="*/ 81 w 81"/>
                <a:gd name="T9" fmla="*/ 97 h 97"/>
                <a:gd name="T10" fmla="*/ 0 w 81"/>
                <a:gd name="T11" fmla="*/ 97 h 97"/>
                <a:gd name="T12" fmla="*/ 0 w 81"/>
                <a:gd name="T13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97">
                  <a:moveTo>
                    <a:pt x="0" y="0"/>
                  </a:moveTo>
                  <a:lnTo>
                    <a:pt x="20" y="0"/>
                  </a:lnTo>
                  <a:lnTo>
                    <a:pt x="20" y="81"/>
                  </a:lnTo>
                  <a:lnTo>
                    <a:pt x="81" y="81"/>
                  </a:lnTo>
                  <a:lnTo>
                    <a:pt x="81" y="97"/>
                  </a:lnTo>
                  <a:lnTo>
                    <a:pt x="0" y="9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75" name="Freeform 22">
              <a:extLst>
                <a:ext uri="{FF2B5EF4-FFF2-40B4-BE49-F238E27FC236}">
                  <a16:creationId xmlns:a16="http://schemas.microsoft.com/office/drawing/2014/main" id="{DF031915-1B65-4849-AE39-76652A38F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4359" y="3724904"/>
              <a:ext cx="89382" cy="98523"/>
            </a:xfrm>
            <a:custGeom>
              <a:avLst/>
              <a:gdLst>
                <a:gd name="T0" fmla="*/ 0 w 76"/>
                <a:gd name="T1" fmla="*/ 59 h 83"/>
                <a:gd name="T2" fmla="*/ 0 w 76"/>
                <a:gd name="T3" fmla="*/ 0 h 83"/>
                <a:gd name="T4" fmla="*/ 75 w 76"/>
                <a:gd name="T5" fmla="*/ 0 h 83"/>
                <a:gd name="T6" fmla="*/ 75 w 76"/>
                <a:gd name="T7" fmla="*/ 13 h 83"/>
                <a:gd name="T8" fmla="*/ 18 w 76"/>
                <a:gd name="T9" fmla="*/ 13 h 83"/>
                <a:gd name="T10" fmla="*/ 18 w 76"/>
                <a:gd name="T11" fmla="*/ 33 h 83"/>
                <a:gd name="T12" fmla="*/ 70 w 76"/>
                <a:gd name="T13" fmla="*/ 33 h 83"/>
                <a:gd name="T14" fmla="*/ 70 w 76"/>
                <a:gd name="T15" fmla="*/ 46 h 83"/>
                <a:gd name="T16" fmla="*/ 18 w 76"/>
                <a:gd name="T17" fmla="*/ 46 h 83"/>
                <a:gd name="T18" fmla="*/ 18 w 76"/>
                <a:gd name="T19" fmla="*/ 59 h 83"/>
                <a:gd name="T20" fmla="*/ 28 w 76"/>
                <a:gd name="T21" fmla="*/ 69 h 83"/>
                <a:gd name="T22" fmla="*/ 76 w 76"/>
                <a:gd name="T23" fmla="*/ 69 h 83"/>
                <a:gd name="T24" fmla="*/ 76 w 76"/>
                <a:gd name="T25" fmla="*/ 83 h 83"/>
                <a:gd name="T26" fmla="*/ 24 w 76"/>
                <a:gd name="T27" fmla="*/ 83 h 83"/>
                <a:gd name="T28" fmla="*/ 0 w 76"/>
                <a:gd name="T29" fmla="*/ 5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83">
                  <a:moveTo>
                    <a:pt x="0" y="5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66"/>
                    <a:pt x="21" y="69"/>
                    <a:pt x="28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9" y="83"/>
                    <a:pt x="0" y="74"/>
                    <a:pt x="0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76" name="Freeform 23">
              <a:extLst>
                <a:ext uri="{FF2B5EF4-FFF2-40B4-BE49-F238E27FC236}">
                  <a16:creationId xmlns:a16="http://schemas.microsoft.com/office/drawing/2014/main" id="{FA83C5C4-FAAC-4466-A84E-6B4DA88D7AE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2651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5"/>
                    <a:pt x="18" y="42"/>
                  </a:cubicBezTo>
                  <a:cubicBezTo>
                    <a:pt x="18" y="60"/>
                    <a:pt x="34" y="72"/>
                    <a:pt x="53" y="72"/>
                  </a:cubicBezTo>
                  <a:cubicBezTo>
                    <a:pt x="65" y="72"/>
                    <a:pt x="73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77" name="Rectangle 24">
              <a:extLst>
                <a:ext uri="{FF2B5EF4-FFF2-40B4-BE49-F238E27FC236}">
                  <a16:creationId xmlns:a16="http://schemas.microsoft.com/office/drawing/2014/main" id="{598BC36D-AFE6-4E84-8951-E549A70F1B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6566" y="3724904"/>
              <a:ext cx="20314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78" name="Freeform 25">
              <a:extLst>
                <a:ext uri="{FF2B5EF4-FFF2-40B4-BE49-F238E27FC236}">
                  <a16:creationId xmlns:a16="http://schemas.microsoft.com/office/drawing/2014/main" id="{C0F851B1-8AF8-4CFF-875C-5EA1EE9347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6335" y="3724904"/>
              <a:ext cx="100555" cy="98523"/>
            </a:xfrm>
            <a:custGeom>
              <a:avLst/>
              <a:gdLst>
                <a:gd name="T0" fmla="*/ 86 w 86"/>
                <a:gd name="T1" fmla="*/ 59 h 83"/>
                <a:gd name="T2" fmla="*/ 51 w 86"/>
                <a:gd name="T3" fmla="*/ 83 h 83"/>
                <a:gd name="T4" fmla="*/ 0 w 86"/>
                <a:gd name="T5" fmla="*/ 83 h 83"/>
                <a:gd name="T6" fmla="*/ 0 w 86"/>
                <a:gd name="T7" fmla="*/ 0 h 83"/>
                <a:gd name="T8" fmla="*/ 48 w 86"/>
                <a:gd name="T9" fmla="*/ 0 h 83"/>
                <a:gd name="T10" fmla="*/ 82 w 86"/>
                <a:gd name="T11" fmla="*/ 23 h 83"/>
                <a:gd name="T12" fmla="*/ 69 w 86"/>
                <a:gd name="T13" fmla="*/ 40 h 83"/>
                <a:gd name="T14" fmla="*/ 86 w 86"/>
                <a:gd name="T15" fmla="*/ 59 h 83"/>
                <a:gd name="T16" fmla="*/ 17 w 86"/>
                <a:gd name="T17" fmla="*/ 13 h 83"/>
                <a:gd name="T18" fmla="*/ 17 w 86"/>
                <a:gd name="T19" fmla="*/ 34 h 83"/>
                <a:gd name="T20" fmla="*/ 47 w 86"/>
                <a:gd name="T21" fmla="*/ 34 h 83"/>
                <a:gd name="T22" fmla="*/ 63 w 86"/>
                <a:gd name="T23" fmla="*/ 24 h 83"/>
                <a:gd name="T24" fmla="*/ 46 w 86"/>
                <a:gd name="T25" fmla="*/ 13 h 83"/>
                <a:gd name="T26" fmla="*/ 17 w 86"/>
                <a:gd name="T27" fmla="*/ 13 h 83"/>
                <a:gd name="T28" fmla="*/ 67 w 86"/>
                <a:gd name="T29" fmla="*/ 58 h 83"/>
                <a:gd name="T30" fmla="*/ 50 w 86"/>
                <a:gd name="T31" fmla="*/ 47 h 83"/>
                <a:gd name="T32" fmla="*/ 17 w 86"/>
                <a:gd name="T33" fmla="*/ 47 h 83"/>
                <a:gd name="T34" fmla="*/ 17 w 86"/>
                <a:gd name="T35" fmla="*/ 69 h 83"/>
                <a:gd name="T36" fmla="*/ 50 w 86"/>
                <a:gd name="T37" fmla="*/ 69 h 83"/>
                <a:gd name="T38" fmla="*/ 67 w 86"/>
                <a:gd name="T39" fmla="*/ 5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" h="83">
                  <a:moveTo>
                    <a:pt x="86" y="59"/>
                  </a:moveTo>
                  <a:cubicBezTo>
                    <a:pt x="86" y="74"/>
                    <a:pt x="70" y="83"/>
                    <a:pt x="51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7" y="0"/>
                    <a:pt x="82" y="8"/>
                    <a:pt x="82" y="23"/>
                  </a:cubicBezTo>
                  <a:cubicBezTo>
                    <a:pt x="82" y="31"/>
                    <a:pt x="77" y="37"/>
                    <a:pt x="69" y="40"/>
                  </a:cubicBezTo>
                  <a:cubicBezTo>
                    <a:pt x="79" y="43"/>
                    <a:pt x="86" y="49"/>
                    <a:pt x="86" y="59"/>
                  </a:cubicBezTo>
                  <a:close/>
                  <a:moveTo>
                    <a:pt x="17" y="13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57" y="34"/>
                    <a:pt x="63" y="31"/>
                    <a:pt x="63" y="24"/>
                  </a:cubicBezTo>
                  <a:cubicBezTo>
                    <a:pt x="63" y="17"/>
                    <a:pt x="57" y="13"/>
                    <a:pt x="46" y="13"/>
                  </a:cubicBezTo>
                  <a:lnTo>
                    <a:pt x="17" y="13"/>
                  </a:lnTo>
                  <a:close/>
                  <a:moveTo>
                    <a:pt x="67" y="58"/>
                  </a:moveTo>
                  <a:cubicBezTo>
                    <a:pt x="67" y="51"/>
                    <a:pt x="60" y="47"/>
                    <a:pt x="50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60" y="69"/>
                    <a:pt x="67" y="65"/>
                    <a:pt x="67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29106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blocks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BCF5F30-D370-4466-83E8-53B40DAB5648}"/>
              </a:ext>
            </a:extLst>
          </p:cNvPr>
          <p:cNvSpPr/>
          <p:nvPr userDrawn="1"/>
        </p:nvSpPr>
        <p:spPr>
          <a:xfrm>
            <a:off x="96000" y="111627"/>
            <a:ext cx="12000000" cy="6492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noProof="0"/>
          </a:p>
        </p:txBody>
      </p:sp>
      <p:sp>
        <p:nvSpPr>
          <p:cNvPr id="45" name="Title 13">
            <a:extLst>
              <a:ext uri="{FF2B5EF4-FFF2-40B4-BE49-F238E27FC236}">
                <a16:creationId xmlns:a16="http://schemas.microsoft.com/office/drawing/2014/main" id="{D112AC07-9248-4648-9D69-E1265AB203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322" y="277913"/>
            <a:ext cx="10523797" cy="86177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28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This is the slide title </a:t>
            </a:r>
            <a:br>
              <a:rPr lang="en-US" noProof="0" dirty="0"/>
            </a:br>
            <a:r>
              <a:rPr lang="en-US" noProof="0" dirty="0"/>
              <a:t>in 2 lines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834DC8F-613D-4859-A3A8-E4922C00C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F48B74-4844-FE45-8BA6-B99E24FC9BC1}"/>
              </a:ext>
            </a:extLst>
          </p:cNvPr>
          <p:cNvSpPr/>
          <p:nvPr userDrawn="1"/>
        </p:nvSpPr>
        <p:spPr>
          <a:xfrm>
            <a:off x="610311" y="1259335"/>
            <a:ext cx="823380" cy="99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2BD2B7-E7E9-B445-B014-AD9C0F2DC5B2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6CBB92F-EC65-8E45-8334-B8F2CFA64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F16683-EF7F-4918-98EC-C299302FE750}"/>
              </a:ext>
            </a:extLst>
          </p:cNvPr>
          <p:cNvSpPr/>
          <p:nvPr userDrawn="1"/>
        </p:nvSpPr>
        <p:spPr>
          <a:xfrm>
            <a:off x="610311" y="1645737"/>
            <a:ext cx="2192160" cy="2075253"/>
          </a:xfrm>
          <a:prstGeom prst="rect">
            <a:avLst/>
          </a:prstGeom>
          <a:noFill/>
          <a:ln w="38100" cap="sq" cmpd="sng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133" noProof="0">
              <a:latin typeface="Arial" panose="020B0604020202020204" pitchFamily="34" charset="0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373E858-FDA1-4C94-912B-6B4BA0C694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0311" y="1645737"/>
            <a:ext cx="2192160" cy="468813"/>
          </a:xfrm>
          <a:custGeom>
            <a:avLst/>
            <a:gdLst>
              <a:gd name="connsiteX0" fmla="*/ 0 w 1552318"/>
              <a:gd name="connsiteY0" fmla="*/ 0 h 1293311"/>
              <a:gd name="connsiteX1" fmla="*/ 1552318 w 1552318"/>
              <a:gd name="connsiteY1" fmla="*/ 0 h 1293311"/>
              <a:gd name="connsiteX2" fmla="*/ 1552318 w 1552318"/>
              <a:gd name="connsiteY2" fmla="*/ 1293311 h 1293311"/>
              <a:gd name="connsiteX3" fmla="*/ 0 w 1552318"/>
              <a:gd name="connsiteY3" fmla="*/ 1293311 h 129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2318" h="1293311">
                <a:moveTo>
                  <a:pt x="0" y="0"/>
                </a:moveTo>
                <a:lnTo>
                  <a:pt x="1552318" y="0"/>
                </a:lnTo>
                <a:lnTo>
                  <a:pt x="1552318" y="1293311"/>
                </a:lnTo>
                <a:lnTo>
                  <a:pt x="0" y="1293311"/>
                </a:lnTo>
                <a:close/>
              </a:path>
            </a:pathLst>
          </a:custGeom>
          <a:solidFill>
            <a:schemeClr val="accent1"/>
          </a:solidFill>
          <a:ln w="38100">
            <a:solidFill>
              <a:schemeClr val="accent1"/>
            </a:solidFill>
            <a:miter lim="800000"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DD5FB6-FC2E-4C75-8119-94B1F002CB86}"/>
              </a:ext>
            </a:extLst>
          </p:cNvPr>
          <p:cNvSpPr/>
          <p:nvPr userDrawn="1"/>
        </p:nvSpPr>
        <p:spPr>
          <a:xfrm>
            <a:off x="3390197" y="1645737"/>
            <a:ext cx="2192160" cy="2075253"/>
          </a:xfrm>
          <a:prstGeom prst="rect">
            <a:avLst/>
          </a:prstGeom>
          <a:noFill/>
          <a:ln w="38100" cap="sq" cmpd="sng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133" noProof="0">
              <a:latin typeface="Arial" panose="020B06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8B7AC92-1864-4611-B4C1-01FD4D113DE5}"/>
              </a:ext>
            </a:extLst>
          </p:cNvPr>
          <p:cNvSpPr/>
          <p:nvPr userDrawn="1"/>
        </p:nvSpPr>
        <p:spPr>
          <a:xfrm>
            <a:off x="8949969" y="1645737"/>
            <a:ext cx="2192160" cy="2075253"/>
          </a:xfrm>
          <a:prstGeom prst="rect">
            <a:avLst/>
          </a:prstGeom>
          <a:noFill/>
          <a:ln w="38100" cap="sq" cmpd="sng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133" noProof="0">
              <a:latin typeface="Arial" panose="020B0604020202020204" pitchFamily="34" charset="0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CE0E762-D00D-4BC4-8A6F-B1E5E4BFB1D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90197" y="1645737"/>
            <a:ext cx="2192160" cy="468813"/>
          </a:xfrm>
          <a:custGeom>
            <a:avLst/>
            <a:gdLst>
              <a:gd name="connsiteX0" fmla="*/ 0 w 1552318"/>
              <a:gd name="connsiteY0" fmla="*/ 0 h 1293311"/>
              <a:gd name="connsiteX1" fmla="*/ 1552318 w 1552318"/>
              <a:gd name="connsiteY1" fmla="*/ 0 h 1293311"/>
              <a:gd name="connsiteX2" fmla="*/ 1552318 w 1552318"/>
              <a:gd name="connsiteY2" fmla="*/ 1293311 h 1293311"/>
              <a:gd name="connsiteX3" fmla="*/ 0 w 1552318"/>
              <a:gd name="connsiteY3" fmla="*/ 1293311 h 129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2318" h="1293311">
                <a:moveTo>
                  <a:pt x="0" y="0"/>
                </a:moveTo>
                <a:lnTo>
                  <a:pt x="1552318" y="0"/>
                </a:lnTo>
                <a:lnTo>
                  <a:pt x="1552318" y="1293311"/>
                </a:lnTo>
                <a:lnTo>
                  <a:pt x="0" y="1293311"/>
                </a:lnTo>
                <a:close/>
              </a:path>
            </a:pathLst>
          </a:custGeom>
          <a:solidFill>
            <a:schemeClr val="accent1"/>
          </a:solidFill>
          <a:ln w="38100">
            <a:solidFill>
              <a:schemeClr val="accent1"/>
            </a:solidFill>
            <a:miter lim="800000"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0C3CFA8-87A9-44AC-9B7F-97D9D593AF0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49969" y="1645737"/>
            <a:ext cx="2192160" cy="468813"/>
          </a:xfrm>
          <a:custGeom>
            <a:avLst/>
            <a:gdLst>
              <a:gd name="connsiteX0" fmla="*/ 0 w 1552318"/>
              <a:gd name="connsiteY0" fmla="*/ 0 h 1293311"/>
              <a:gd name="connsiteX1" fmla="*/ 1552318 w 1552318"/>
              <a:gd name="connsiteY1" fmla="*/ 0 h 1293311"/>
              <a:gd name="connsiteX2" fmla="*/ 1552318 w 1552318"/>
              <a:gd name="connsiteY2" fmla="*/ 1293311 h 1293311"/>
              <a:gd name="connsiteX3" fmla="*/ 0 w 1552318"/>
              <a:gd name="connsiteY3" fmla="*/ 1293311 h 129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2318" h="1293311">
                <a:moveTo>
                  <a:pt x="0" y="0"/>
                </a:moveTo>
                <a:lnTo>
                  <a:pt x="1552318" y="0"/>
                </a:lnTo>
                <a:lnTo>
                  <a:pt x="1552318" y="1293311"/>
                </a:lnTo>
                <a:lnTo>
                  <a:pt x="0" y="1293311"/>
                </a:lnTo>
                <a:close/>
              </a:path>
            </a:pathLst>
          </a:custGeom>
          <a:solidFill>
            <a:schemeClr val="accent1"/>
          </a:solidFill>
          <a:ln w="38100">
            <a:solidFill>
              <a:schemeClr val="accent1"/>
            </a:solidFill>
            <a:miter lim="800000"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579978A-978B-4B77-8FBC-13555377AA52}"/>
              </a:ext>
            </a:extLst>
          </p:cNvPr>
          <p:cNvSpPr/>
          <p:nvPr userDrawn="1"/>
        </p:nvSpPr>
        <p:spPr>
          <a:xfrm>
            <a:off x="608306" y="4211247"/>
            <a:ext cx="2192160" cy="2075253"/>
          </a:xfrm>
          <a:prstGeom prst="rect">
            <a:avLst/>
          </a:prstGeom>
          <a:noFill/>
          <a:ln w="38100" cap="sq" cmpd="sng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133" noProof="0">
              <a:latin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6F09CA-1947-496B-9811-AA58F4661BF7}"/>
              </a:ext>
            </a:extLst>
          </p:cNvPr>
          <p:cNvSpPr/>
          <p:nvPr userDrawn="1"/>
        </p:nvSpPr>
        <p:spPr>
          <a:xfrm>
            <a:off x="3388860" y="4211247"/>
            <a:ext cx="2192160" cy="2075253"/>
          </a:xfrm>
          <a:prstGeom prst="rect">
            <a:avLst/>
          </a:prstGeom>
          <a:noFill/>
          <a:ln w="38100" cap="sq" cmpd="sng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133" noProof="0">
              <a:latin typeface="Arial" panose="020B06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B371EB6-3E1C-494B-B993-2A467FF122B0}"/>
              </a:ext>
            </a:extLst>
          </p:cNvPr>
          <p:cNvSpPr/>
          <p:nvPr userDrawn="1"/>
        </p:nvSpPr>
        <p:spPr>
          <a:xfrm>
            <a:off x="6169414" y="4211247"/>
            <a:ext cx="2192160" cy="2075253"/>
          </a:xfrm>
          <a:prstGeom prst="rect">
            <a:avLst/>
          </a:prstGeom>
          <a:noFill/>
          <a:ln w="38100" cap="sq" cmpd="sng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133" noProof="0">
              <a:latin typeface="Arial" panose="020B0604020202020204" pitchFamily="34" charset="0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328E5B9-B7D1-4C7D-BF0F-0655DA4605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8306" y="4217805"/>
            <a:ext cx="2192160" cy="468813"/>
          </a:xfrm>
          <a:custGeom>
            <a:avLst/>
            <a:gdLst>
              <a:gd name="connsiteX0" fmla="*/ 0 w 1552318"/>
              <a:gd name="connsiteY0" fmla="*/ 0 h 1293311"/>
              <a:gd name="connsiteX1" fmla="*/ 1552318 w 1552318"/>
              <a:gd name="connsiteY1" fmla="*/ 0 h 1293311"/>
              <a:gd name="connsiteX2" fmla="*/ 1552318 w 1552318"/>
              <a:gd name="connsiteY2" fmla="*/ 1293311 h 1293311"/>
              <a:gd name="connsiteX3" fmla="*/ 0 w 1552318"/>
              <a:gd name="connsiteY3" fmla="*/ 1293311 h 129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2318" h="1293311">
                <a:moveTo>
                  <a:pt x="0" y="0"/>
                </a:moveTo>
                <a:lnTo>
                  <a:pt x="1552318" y="0"/>
                </a:lnTo>
                <a:lnTo>
                  <a:pt x="1552318" y="1293311"/>
                </a:lnTo>
                <a:lnTo>
                  <a:pt x="0" y="1293311"/>
                </a:lnTo>
                <a:close/>
              </a:path>
            </a:pathLst>
          </a:custGeom>
          <a:solidFill>
            <a:schemeClr val="accent1"/>
          </a:solidFill>
          <a:ln w="38100">
            <a:solidFill>
              <a:schemeClr val="accent1"/>
            </a:solidFill>
            <a:miter lim="800000"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EB67962-F404-4E7C-AC87-F2A109E5A1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88860" y="4217805"/>
            <a:ext cx="2192160" cy="468813"/>
          </a:xfrm>
          <a:custGeom>
            <a:avLst/>
            <a:gdLst>
              <a:gd name="connsiteX0" fmla="*/ 0 w 1552318"/>
              <a:gd name="connsiteY0" fmla="*/ 0 h 1293311"/>
              <a:gd name="connsiteX1" fmla="*/ 1552318 w 1552318"/>
              <a:gd name="connsiteY1" fmla="*/ 0 h 1293311"/>
              <a:gd name="connsiteX2" fmla="*/ 1552318 w 1552318"/>
              <a:gd name="connsiteY2" fmla="*/ 1293311 h 1293311"/>
              <a:gd name="connsiteX3" fmla="*/ 0 w 1552318"/>
              <a:gd name="connsiteY3" fmla="*/ 1293311 h 129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2318" h="1293311">
                <a:moveTo>
                  <a:pt x="0" y="0"/>
                </a:moveTo>
                <a:lnTo>
                  <a:pt x="1552318" y="0"/>
                </a:lnTo>
                <a:lnTo>
                  <a:pt x="1552318" y="1293311"/>
                </a:lnTo>
                <a:lnTo>
                  <a:pt x="0" y="1293311"/>
                </a:lnTo>
                <a:close/>
              </a:path>
            </a:pathLst>
          </a:custGeom>
          <a:solidFill>
            <a:schemeClr val="accent1"/>
          </a:solidFill>
          <a:ln w="38100">
            <a:solidFill>
              <a:schemeClr val="accent1"/>
            </a:solidFill>
            <a:miter lim="800000"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86E5F45D-CBA6-4379-A487-80F9EEF0BAF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69414" y="4217805"/>
            <a:ext cx="2192160" cy="468813"/>
          </a:xfrm>
          <a:custGeom>
            <a:avLst/>
            <a:gdLst>
              <a:gd name="connsiteX0" fmla="*/ 0 w 1552318"/>
              <a:gd name="connsiteY0" fmla="*/ 0 h 1293311"/>
              <a:gd name="connsiteX1" fmla="*/ 1552318 w 1552318"/>
              <a:gd name="connsiteY1" fmla="*/ 0 h 1293311"/>
              <a:gd name="connsiteX2" fmla="*/ 1552318 w 1552318"/>
              <a:gd name="connsiteY2" fmla="*/ 1293311 h 1293311"/>
              <a:gd name="connsiteX3" fmla="*/ 0 w 1552318"/>
              <a:gd name="connsiteY3" fmla="*/ 1293311 h 129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2318" h="1293311">
                <a:moveTo>
                  <a:pt x="0" y="0"/>
                </a:moveTo>
                <a:lnTo>
                  <a:pt x="1552318" y="0"/>
                </a:lnTo>
                <a:lnTo>
                  <a:pt x="1552318" y="1293311"/>
                </a:lnTo>
                <a:lnTo>
                  <a:pt x="0" y="1293311"/>
                </a:lnTo>
                <a:close/>
              </a:path>
            </a:pathLst>
          </a:custGeom>
          <a:solidFill>
            <a:schemeClr val="accent1"/>
          </a:solidFill>
          <a:ln w="38100">
            <a:solidFill>
              <a:schemeClr val="accent1"/>
            </a:solidFill>
            <a:miter lim="800000"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D843E2-D91B-4958-ABCA-394758A1EC3B}"/>
              </a:ext>
            </a:extLst>
          </p:cNvPr>
          <p:cNvSpPr/>
          <p:nvPr userDrawn="1"/>
        </p:nvSpPr>
        <p:spPr>
          <a:xfrm>
            <a:off x="6170083" y="1645737"/>
            <a:ext cx="2192160" cy="2075253"/>
          </a:xfrm>
          <a:prstGeom prst="rect">
            <a:avLst/>
          </a:prstGeom>
          <a:noFill/>
          <a:ln w="38100" cap="sq" cmpd="sng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133" noProof="0">
              <a:latin typeface="Arial" panose="020B0604020202020204" pitchFamily="34" charset="0"/>
            </a:endParaRP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BD2F861E-9AD9-4112-8C3A-B5F21BD6B53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70083" y="1645737"/>
            <a:ext cx="2192160" cy="468813"/>
          </a:xfrm>
          <a:custGeom>
            <a:avLst/>
            <a:gdLst>
              <a:gd name="connsiteX0" fmla="*/ 0 w 1552318"/>
              <a:gd name="connsiteY0" fmla="*/ 0 h 1293311"/>
              <a:gd name="connsiteX1" fmla="*/ 1552318 w 1552318"/>
              <a:gd name="connsiteY1" fmla="*/ 0 h 1293311"/>
              <a:gd name="connsiteX2" fmla="*/ 1552318 w 1552318"/>
              <a:gd name="connsiteY2" fmla="*/ 1293311 h 1293311"/>
              <a:gd name="connsiteX3" fmla="*/ 0 w 1552318"/>
              <a:gd name="connsiteY3" fmla="*/ 1293311 h 129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2318" h="1293311">
                <a:moveTo>
                  <a:pt x="0" y="0"/>
                </a:moveTo>
                <a:lnTo>
                  <a:pt x="1552318" y="0"/>
                </a:lnTo>
                <a:lnTo>
                  <a:pt x="1552318" y="1293311"/>
                </a:lnTo>
                <a:lnTo>
                  <a:pt x="0" y="1293311"/>
                </a:lnTo>
                <a:close/>
              </a:path>
            </a:pathLst>
          </a:custGeom>
          <a:solidFill>
            <a:schemeClr val="accent1"/>
          </a:solidFill>
          <a:ln w="38100">
            <a:solidFill>
              <a:schemeClr val="accent1"/>
            </a:solidFill>
            <a:miter lim="800000"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7988AD4-820C-4BB0-8A31-38167CCBF4E0}"/>
              </a:ext>
            </a:extLst>
          </p:cNvPr>
          <p:cNvSpPr/>
          <p:nvPr userDrawn="1"/>
        </p:nvSpPr>
        <p:spPr>
          <a:xfrm>
            <a:off x="8949969" y="4211247"/>
            <a:ext cx="2192160" cy="2075253"/>
          </a:xfrm>
          <a:prstGeom prst="rect">
            <a:avLst/>
          </a:prstGeom>
          <a:noFill/>
          <a:ln w="38100" cap="sq" cmpd="sng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133" noProof="0">
              <a:latin typeface="Arial" panose="020B0604020202020204" pitchFamily="34" charset="0"/>
            </a:endParaRP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13E6D407-930C-4478-84AB-43230A5F59D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949969" y="4217805"/>
            <a:ext cx="2192160" cy="468813"/>
          </a:xfrm>
          <a:custGeom>
            <a:avLst/>
            <a:gdLst>
              <a:gd name="connsiteX0" fmla="*/ 0 w 1552318"/>
              <a:gd name="connsiteY0" fmla="*/ 0 h 1293311"/>
              <a:gd name="connsiteX1" fmla="*/ 1552318 w 1552318"/>
              <a:gd name="connsiteY1" fmla="*/ 0 h 1293311"/>
              <a:gd name="connsiteX2" fmla="*/ 1552318 w 1552318"/>
              <a:gd name="connsiteY2" fmla="*/ 1293311 h 1293311"/>
              <a:gd name="connsiteX3" fmla="*/ 0 w 1552318"/>
              <a:gd name="connsiteY3" fmla="*/ 1293311 h 129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2318" h="1293311">
                <a:moveTo>
                  <a:pt x="0" y="0"/>
                </a:moveTo>
                <a:lnTo>
                  <a:pt x="1552318" y="0"/>
                </a:lnTo>
                <a:lnTo>
                  <a:pt x="1552318" y="1293311"/>
                </a:lnTo>
                <a:lnTo>
                  <a:pt x="0" y="1293311"/>
                </a:lnTo>
                <a:close/>
              </a:path>
            </a:pathLst>
          </a:custGeom>
          <a:solidFill>
            <a:schemeClr val="accent1"/>
          </a:solidFill>
          <a:ln w="38100">
            <a:solidFill>
              <a:schemeClr val="accent1"/>
            </a:solidFill>
            <a:miter lim="800000"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40" name="Arrow: Chevron 39">
            <a:extLst>
              <a:ext uri="{FF2B5EF4-FFF2-40B4-BE49-F238E27FC236}">
                <a16:creationId xmlns:a16="http://schemas.microsoft.com/office/drawing/2014/main" id="{EF59EE9D-7E03-48B9-AAE1-F6E4457B21EB}"/>
              </a:ext>
            </a:extLst>
          </p:cNvPr>
          <p:cNvSpPr/>
          <p:nvPr userDrawn="1"/>
        </p:nvSpPr>
        <p:spPr>
          <a:xfrm rot="5400000">
            <a:off x="1603010" y="3850656"/>
            <a:ext cx="206762" cy="237481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3" name="Arrow: Chevron 42">
            <a:extLst>
              <a:ext uri="{FF2B5EF4-FFF2-40B4-BE49-F238E27FC236}">
                <a16:creationId xmlns:a16="http://schemas.microsoft.com/office/drawing/2014/main" id="{3FFF0653-2F36-489E-B1D5-000C12D37717}"/>
              </a:ext>
            </a:extLst>
          </p:cNvPr>
          <p:cNvSpPr/>
          <p:nvPr userDrawn="1"/>
        </p:nvSpPr>
        <p:spPr>
          <a:xfrm rot="5400000">
            <a:off x="4382896" y="3850656"/>
            <a:ext cx="206762" cy="237481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4" name="Arrow: Chevron 43">
            <a:extLst>
              <a:ext uri="{FF2B5EF4-FFF2-40B4-BE49-F238E27FC236}">
                <a16:creationId xmlns:a16="http://schemas.microsoft.com/office/drawing/2014/main" id="{EFD99CCC-E3A7-4103-9C78-C995F1B1E41C}"/>
              </a:ext>
            </a:extLst>
          </p:cNvPr>
          <p:cNvSpPr/>
          <p:nvPr userDrawn="1"/>
        </p:nvSpPr>
        <p:spPr>
          <a:xfrm rot="5400000">
            <a:off x="7162782" y="3850656"/>
            <a:ext cx="206762" cy="237481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51" name="Arrow: Chevron 50">
            <a:extLst>
              <a:ext uri="{FF2B5EF4-FFF2-40B4-BE49-F238E27FC236}">
                <a16:creationId xmlns:a16="http://schemas.microsoft.com/office/drawing/2014/main" id="{D2827CDE-3817-42F1-A343-2B44DF745094}"/>
              </a:ext>
            </a:extLst>
          </p:cNvPr>
          <p:cNvSpPr/>
          <p:nvPr userDrawn="1"/>
        </p:nvSpPr>
        <p:spPr>
          <a:xfrm rot="5400000">
            <a:off x="9942668" y="3850656"/>
            <a:ext cx="206762" cy="237481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9FDD4BAB-EC90-4A3E-BB48-1EB0E16A15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5548" y="2232166"/>
            <a:ext cx="1977677" cy="1376115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defRPr sz="12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05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Arial" panose="020B0604020202020204" pitchFamily="34" charset="0"/>
              <a:buChar char="»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01787D5C-00EB-4CB4-98C1-3D07D826E88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97439" y="2232166"/>
            <a:ext cx="1977677" cy="1376115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defRPr sz="12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05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Arial" panose="020B0604020202020204" pitchFamily="34" charset="0"/>
              <a:buChar char="»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9992B396-BD57-4DEA-91AF-C7090F8760B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77325" y="2232166"/>
            <a:ext cx="1977677" cy="1376115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defRPr sz="12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05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Arial" panose="020B0604020202020204" pitchFamily="34" charset="0"/>
              <a:buChar char="»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6033C3E6-75D9-4652-BF35-E2282C5803F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057211" y="2232166"/>
            <a:ext cx="1977677" cy="1376115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defRPr sz="12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05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Arial" panose="020B0604020202020204" pitchFamily="34" charset="0"/>
              <a:buChar char="»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48A382A7-980F-4F7D-A2EA-AC4ED69DA5B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57211" y="4798501"/>
            <a:ext cx="1977677" cy="1376115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defRPr sz="12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05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Arial" panose="020B0604020202020204" pitchFamily="34" charset="0"/>
              <a:buChar char="»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15846BBF-F049-42FF-8733-66F4AAA59D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77325" y="4798501"/>
            <a:ext cx="1977677" cy="1376115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defRPr sz="12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05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Arial" panose="020B0604020202020204" pitchFamily="34" charset="0"/>
              <a:buChar char="»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0C34C0E0-5EAD-41B2-B464-13CCFE2307C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97439" y="4798501"/>
            <a:ext cx="1977677" cy="1376115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defRPr sz="12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05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Arial" panose="020B0604020202020204" pitchFamily="34" charset="0"/>
              <a:buChar char="»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7BFDA207-6A06-4257-9781-A96EDEDD509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15548" y="4798501"/>
            <a:ext cx="1977677" cy="1376115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defRPr sz="12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05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Arial" panose="020B0604020202020204" pitchFamily="34" charset="0"/>
              <a:buChar char="»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47" name="Date Placeholder 3">
            <a:extLst>
              <a:ext uri="{FF2B5EF4-FFF2-40B4-BE49-F238E27FC236}">
                <a16:creationId xmlns:a16="http://schemas.microsoft.com/office/drawing/2014/main" id="{E9588195-81AE-4D49-A788-4554A5DF1E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AFBEE2E8-8B70-4EBC-9951-FC3A5CADF0C9}" type="datetime3">
              <a:rPr lang="en-US" smtClean="0"/>
              <a:t>3 November 2025</a:t>
            </a:fld>
            <a:endParaRPr lang="fr-FR" dirty="0"/>
          </a:p>
        </p:txBody>
      </p:sp>
      <p:grpSp>
        <p:nvGrpSpPr>
          <p:cNvPr id="48" name="Groupe 250">
            <a:extLst>
              <a:ext uri="{FF2B5EF4-FFF2-40B4-BE49-F238E27FC236}">
                <a16:creationId xmlns:a16="http://schemas.microsoft.com/office/drawing/2014/main" id="{9FADF963-5725-4CD9-A608-9AFC4D84F884}"/>
              </a:ext>
            </a:extLst>
          </p:cNvPr>
          <p:cNvGrpSpPr/>
          <p:nvPr userDrawn="1"/>
        </p:nvGrpSpPr>
        <p:grpSpPr>
          <a:xfrm>
            <a:off x="5456917" y="6670035"/>
            <a:ext cx="1278167" cy="125311"/>
            <a:chOff x="5629458" y="3655836"/>
            <a:chExt cx="2227432" cy="218376"/>
          </a:xfrm>
          <a:solidFill>
            <a:srgbClr val="5E6A71"/>
          </a:solidFill>
        </p:grpSpPr>
        <p:sp>
          <p:nvSpPr>
            <p:cNvPr id="55" name="Freeform 5">
              <a:extLst>
                <a:ext uri="{FF2B5EF4-FFF2-40B4-BE49-F238E27FC236}">
                  <a16:creationId xmlns:a16="http://schemas.microsoft.com/office/drawing/2014/main" id="{A391AAD3-FD7F-446E-994F-A862F79ED9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975" y="3775689"/>
              <a:ext cx="61958" cy="55864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6" name="Rectangle 6">
              <a:extLst>
                <a:ext uri="{FF2B5EF4-FFF2-40B4-BE49-F238E27FC236}">
                  <a16:creationId xmlns:a16="http://schemas.microsoft.com/office/drawing/2014/main" id="{0E19B63F-237F-40E8-A10D-47D06211D7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662" y="3849835"/>
              <a:ext cx="284396" cy="2437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82DC7C69-C6CD-482E-A71E-958EEB6D7C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1195" y="3655836"/>
              <a:ext cx="77193" cy="62973"/>
            </a:xfrm>
            <a:custGeom>
              <a:avLst/>
              <a:gdLst>
                <a:gd name="T0" fmla="*/ 66 w 66"/>
                <a:gd name="T1" fmla="*/ 25 h 53"/>
                <a:gd name="T2" fmla="*/ 19 w 66"/>
                <a:gd name="T3" fmla="*/ 50 h 53"/>
                <a:gd name="T4" fmla="*/ 7 w 66"/>
                <a:gd name="T5" fmla="*/ 48 h 53"/>
                <a:gd name="T6" fmla="*/ 0 w 66"/>
                <a:gd name="T7" fmla="*/ 31 h 53"/>
                <a:gd name="T8" fmla="*/ 8 w 66"/>
                <a:gd name="T9" fmla="*/ 31 h 53"/>
                <a:gd name="T10" fmla="*/ 66 w 66"/>
                <a:gd name="T11" fmla="*/ 0 h 53"/>
                <a:gd name="T12" fmla="*/ 66 w 66"/>
                <a:gd name="T13" fmla="*/ 2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53">
                  <a:moveTo>
                    <a:pt x="66" y="25"/>
                  </a:moveTo>
                  <a:cubicBezTo>
                    <a:pt x="66" y="25"/>
                    <a:pt x="28" y="47"/>
                    <a:pt x="19" y="50"/>
                  </a:cubicBezTo>
                  <a:cubicBezTo>
                    <a:pt x="11" y="53"/>
                    <a:pt x="8" y="49"/>
                    <a:pt x="7" y="48"/>
                  </a:cubicBezTo>
                  <a:cubicBezTo>
                    <a:pt x="4" y="44"/>
                    <a:pt x="1" y="33"/>
                    <a:pt x="0" y="31"/>
                  </a:cubicBezTo>
                  <a:cubicBezTo>
                    <a:pt x="1" y="31"/>
                    <a:pt x="3" y="32"/>
                    <a:pt x="8" y="31"/>
                  </a:cubicBezTo>
                  <a:cubicBezTo>
                    <a:pt x="13" y="29"/>
                    <a:pt x="66" y="0"/>
                    <a:pt x="66" y="0"/>
                  </a:cubicBezTo>
                  <a:cubicBezTo>
                    <a:pt x="66" y="25"/>
                    <a:pt x="66" y="25"/>
                    <a:pt x="66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9567CDDC-D211-4389-8092-B9DD4D228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458" y="3669040"/>
              <a:ext cx="318930" cy="18384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C9A2F9D0-A530-4993-9527-57FA5EC14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3550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5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0" name="Freeform 10">
              <a:extLst>
                <a:ext uri="{FF2B5EF4-FFF2-40B4-BE49-F238E27FC236}">
                  <a16:creationId xmlns:a16="http://schemas.microsoft.com/office/drawing/2014/main" id="{5283E205-DF26-47AC-9778-24869E65AB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8481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08317CDE-3A51-4D43-B594-989829FF8C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4271" y="3696464"/>
              <a:ext cx="90398" cy="126963"/>
            </a:xfrm>
            <a:custGeom>
              <a:avLst/>
              <a:gdLst>
                <a:gd name="T0" fmla="*/ 0 w 77"/>
                <a:gd name="T1" fmla="*/ 83 h 107"/>
                <a:gd name="T2" fmla="*/ 0 w 77"/>
                <a:gd name="T3" fmla="*/ 24 h 107"/>
                <a:gd name="T4" fmla="*/ 75 w 77"/>
                <a:gd name="T5" fmla="*/ 24 h 107"/>
                <a:gd name="T6" fmla="*/ 75 w 77"/>
                <a:gd name="T7" fmla="*/ 37 h 107"/>
                <a:gd name="T8" fmla="*/ 18 w 77"/>
                <a:gd name="T9" fmla="*/ 37 h 107"/>
                <a:gd name="T10" fmla="*/ 18 w 77"/>
                <a:gd name="T11" fmla="*/ 57 h 107"/>
                <a:gd name="T12" fmla="*/ 70 w 77"/>
                <a:gd name="T13" fmla="*/ 57 h 107"/>
                <a:gd name="T14" fmla="*/ 70 w 77"/>
                <a:gd name="T15" fmla="*/ 70 h 107"/>
                <a:gd name="T16" fmla="*/ 18 w 77"/>
                <a:gd name="T17" fmla="*/ 70 h 107"/>
                <a:gd name="T18" fmla="*/ 18 w 77"/>
                <a:gd name="T19" fmla="*/ 83 h 107"/>
                <a:gd name="T20" fmla="*/ 28 w 77"/>
                <a:gd name="T21" fmla="*/ 93 h 107"/>
                <a:gd name="T22" fmla="*/ 77 w 77"/>
                <a:gd name="T23" fmla="*/ 93 h 107"/>
                <a:gd name="T24" fmla="*/ 77 w 77"/>
                <a:gd name="T25" fmla="*/ 107 h 107"/>
                <a:gd name="T26" fmla="*/ 24 w 77"/>
                <a:gd name="T27" fmla="*/ 107 h 107"/>
                <a:gd name="T28" fmla="*/ 0 w 77"/>
                <a:gd name="T29" fmla="*/ 83 h 107"/>
                <a:gd name="T30" fmla="*/ 57 w 77"/>
                <a:gd name="T31" fmla="*/ 0 h 107"/>
                <a:gd name="T32" fmla="*/ 43 w 77"/>
                <a:gd name="T33" fmla="*/ 15 h 107"/>
                <a:gd name="T34" fmla="*/ 28 w 77"/>
                <a:gd name="T35" fmla="*/ 15 h 107"/>
                <a:gd name="T36" fmla="*/ 39 w 77"/>
                <a:gd name="T37" fmla="*/ 0 h 107"/>
                <a:gd name="T38" fmla="*/ 57 w 77"/>
                <a:gd name="T39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" h="107">
                  <a:moveTo>
                    <a:pt x="0" y="83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90"/>
                    <a:pt x="21" y="93"/>
                    <a:pt x="28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107"/>
                    <a:pt x="77" y="107"/>
                    <a:pt x="77" y="107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9" y="107"/>
                    <a:pt x="0" y="98"/>
                    <a:pt x="0" y="83"/>
                  </a:cubicBezTo>
                  <a:close/>
                  <a:moveTo>
                    <a:pt x="57" y="0"/>
                  </a:moveTo>
                  <a:cubicBezTo>
                    <a:pt x="43" y="15"/>
                    <a:pt x="43" y="15"/>
                    <a:pt x="43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9" y="0"/>
                    <a:pt x="39" y="0"/>
                    <a:pt x="39" y="0"/>
                  </a:cubicBez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E370C06A-13E6-4B15-AE85-F6E12022C1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7014" y="3724904"/>
              <a:ext cx="105633" cy="98523"/>
            </a:xfrm>
            <a:custGeom>
              <a:avLst/>
              <a:gdLst>
                <a:gd name="T0" fmla="*/ 0 w 90"/>
                <a:gd name="T1" fmla="*/ 0 h 83"/>
                <a:gd name="T2" fmla="*/ 37 w 90"/>
                <a:gd name="T3" fmla="*/ 0 h 83"/>
                <a:gd name="T4" fmla="*/ 90 w 90"/>
                <a:gd name="T5" fmla="*/ 41 h 83"/>
                <a:gd name="T6" fmla="*/ 37 w 90"/>
                <a:gd name="T7" fmla="*/ 83 h 83"/>
                <a:gd name="T8" fmla="*/ 0 w 90"/>
                <a:gd name="T9" fmla="*/ 83 h 83"/>
                <a:gd name="T10" fmla="*/ 0 w 90"/>
                <a:gd name="T11" fmla="*/ 0 h 83"/>
                <a:gd name="T12" fmla="*/ 38 w 90"/>
                <a:gd name="T13" fmla="*/ 69 h 83"/>
                <a:gd name="T14" fmla="*/ 71 w 90"/>
                <a:gd name="T15" fmla="*/ 41 h 83"/>
                <a:gd name="T16" fmla="*/ 38 w 90"/>
                <a:gd name="T17" fmla="*/ 13 h 83"/>
                <a:gd name="T18" fmla="*/ 17 w 90"/>
                <a:gd name="T19" fmla="*/ 13 h 83"/>
                <a:gd name="T20" fmla="*/ 17 w 90"/>
                <a:gd name="T21" fmla="*/ 69 h 83"/>
                <a:gd name="T22" fmla="*/ 38 w 90"/>
                <a:gd name="T23" fmla="*/ 6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3">
                  <a:moveTo>
                    <a:pt x="0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69" y="0"/>
                    <a:pt x="90" y="17"/>
                    <a:pt x="90" y="41"/>
                  </a:cubicBezTo>
                  <a:cubicBezTo>
                    <a:pt x="90" y="66"/>
                    <a:pt x="69" y="83"/>
                    <a:pt x="3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38" y="69"/>
                  </a:moveTo>
                  <a:cubicBezTo>
                    <a:pt x="58" y="69"/>
                    <a:pt x="71" y="58"/>
                    <a:pt x="71" y="41"/>
                  </a:cubicBezTo>
                  <a:cubicBezTo>
                    <a:pt x="71" y="25"/>
                    <a:pt x="58" y="13"/>
                    <a:pt x="3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69"/>
                    <a:pt x="17" y="69"/>
                    <a:pt x="17" y="69"/>
                  </a:cubicBezTo>
                  <a:lnTo>
                    <a:pt x="38" y="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3" name="Rectangle 13">
              <a:extLst>
                <a:ext uri="{FF2B5EF4-FFF2-40B4-BE49-F238E27FC236}">
                  <a16:creationId xmlns:a16="http://schemas.microsoft.com/office/drawing/2014/main" id="{25929E67-FA34-4DCE-ABE6-A40201C67E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929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4" name="Freeform 14">
              <a:extLst>
                <a:ext uri="{FF2B5EF4-FFF2-40B4-BE49-F238E27FC236}">
                  <a16:creationId xmlns:a16="http://schemas.microsoft.com/office/drawing/2014/main" id="{733ECDD9-E161-4846-935A-B3F7318A3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557" y="3724904"/>
              <a:ext cx="94460" cy="98523"/>
            </a:xfrm>
            <a:custGeom>
              <a:avLst/>
              <a:gdLst>
                <a:gd name="T0" fmla="*/ 0 w 93"/>
                <a:gd name="T1" fmla="*/ 15 h 97"/>
                <a:gd name="T2" fmla="*/ 0 w 93"/>
                <a:gd name="T3" fmla="*/ 0 h 97"/>
                <a:gd name="T4" fmla="*/ 93 w 93"/>
                <a:gd name="T5" fmla="*/ 0 h 97"/>
                <a:gd name="T6" fmla="*/ 93 w 93"/>
                <a:gd name="T7" fmla="*/ 15 h 97"/>
                <a:gd name="T8" fmla="*/ 56 w 93"/>
                <a:gd name="T9" fmla="*/ 15 h 97"/>
                <a:gd name="T10" fmla="*/ 56 w 93"/>
                <a:gd name="T11" fmla="*/ 97 h 97"/>
                <a:gd name="T12" fmla="*/ 36 w 93"/>
                <a:gd name="T13" fmla="*/ 97 h 97"/>
                <a:gd name="T14" fmla="*/ 36 w 93"/>
                <a:gd name="T15" fmla="*/ 15 h 97"/>
                <a:gd name="T16" fmla="*/ 0 w 93"/>
                <a:gd name="T17" fmla="*/ 1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97">
                  <a:moveTo>
                    <a:pt x="0" y="15"/>
                  </a:moveTo>
                  <a:lnTo>
                    <a:pt x="0" y="0"/>
                  </a:lnTo>
                  <a:lnTo>
                    <a:pt x="93" y="0"/>
                  </a:lnTo>
                  <a:lnTo>
                    <a:pt x="93" y="15"/>
                  </a:lnTo>
                  <a:lnTo>
                    <a:pt x="56" y="15"/>
                  </a:lnTo>
                  <a:lnTo>
                    <a:pt x="56" y="97"/>
                  </a:lnTo>
                  <a:lnTo>
                    <a:pt x="36" y="97"/>
                  </a:lnTo>
                  <a:lnTo>
                    <a:pt x="36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5" name="Freeform 15">
              <a:extLst>
                <a:ext uri="{FF2B5EF4-FFF2-40B4-BE49-F238E27FC236}">
                  <a16:creationId xmlns:a16="http://schemas.microsoft.com/office/drawing/2014/main" id="{371A9C8C-1F20-4648-8678-053CD847E9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70552" y="3724904"/>
              <a:ext cx="121884" cy="98523"/>
            </a:xfrm>
            <a:custGeom>
              <a:avLst/>
              <a:gdLst>
                <a:gd name="T0" fmla="*/ 85 w 120"/>
                <a:gd name="T1" fmla="*/ 73 h 97"/>
                <a:gd name="T2" fmla="*/ 32 w 120"/>
                <a:gd name="T3" fmla="*/ 73 h 97"/>
                <a:gd name="T4" fmla="*/ 21 w 120"/>
                <a:gd name="T5" fmla="*/ 97 h 97"/>
                <a:gd name="T6" fmla="*/ 0 w 120"/>
                <a:gd name="T7" fmla="*/ 97 h 97"/>
                <a:gd name="T8" fmla="*/ 50 w 120"/>
                <a:gd name="T9" fmla="*/ 0 h 97"/>
                <a:gd name="T10" fmla="*/ 70 w 120"/>
                <a:gd name="T11" fmla="*/ 0 h 97"/>
                <a:gd name="T12" fmla="*/ 120 w 120"/>
                <a:gd name="T13" fmla="*/ 97 h 97"/>
                <a:gd name="T14" fmla="*/ 97 w 120"/>
                <a:gd name="T15" fmla="*/ 97 h 97"/>
                <a:gd name="T16" fmla="*/ 85 w 120"/>
                <a:gd name="T17" fmla="*/ 73 h 97"/>
                <a:gd name="T18" fmla="*/ 77 w 120"/>
                <a:gd name="T19" fmla="*/ 58 h 97"/>
                <a:gd name="T20" fmla="*/ 59 w 120"/>
                <a:gd name="T21" fmla="*/ 20 h 97"/>
                <a:gd name="T22" fmla="*/ 40 w 120"/>
                <a:gd name="T23" fmla="*/ 58 h 97"/>
                <a:gd name="T24" fmla="*/ 77 w 120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7">
                  <a:moveTo>
                    <a:pt x="85" y="73"/>
                  </a:moveTo>
                  <a:lnTo>
                    <a:pt x="32" y="73"/>
                  </a:lnTo>
                  <a:lnTo>
                    <a:pt x="21" y="97"/>
                  </a:lnTo>
                  <a:lnTo>
                    <a:pt x="0" y="97"/>
                  </a:lnTo>
                  <a:lnTo>
                    <a:pt x="50" y="0"/>
                  </a:lnTo>
                  <a:lnTo>
                    <a:pt x="70" y="0"/>
                  </a:lnTo>
                  <a:lnTo>
                    <a:pt x="120" y="97"/>
                  </a:lnTo>
                  <a:lnTo>
                    <a:pt x="97" y="97"/>
                  </a:lnTo>
                  <a:lnTo>
                    <a:pt x="85" y="73"/>
                  </a:lnTo>
                  <a:close/>
                  <a:moveTo>
                    <a:pt x="77" y="58"/>
                  </a:moveTo>
                  <a:lnTo>
                    <a:pt x="59" y="20"/>
                  </a:lnTo>
                  <a:lnTo>
                    <a:pt x="40" y="58"/>
                  </a:lnTo>
                  <a:lnTo>
                    <a:pt x="77" y="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6" name="Freeform 16">
              <a:extLst>
                <a:ext uri="{FF2B5EF4-FFF2-40B4-BE49-F238E27FC236}">
                  <a16:creationId xmlns:a16="http://schemas.microsoft.com/office/drawing/2014/main" id="{9800BA8C-4ECA-49F4-9ED8-19E95FDAC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498" y="3723888"/>
              <a:ext cx="108680" cy="100555"/>
            </a:xfrm>
            <a:custGeom>
              <a:avLst/>
              <a:gdLst>
                <a:gd name="T0" fmla="*/ 52 w 93"/>
                <a:gd name="T1" fmla="*/ 0 h 85"/>
                <a:gd name="T2" fmla="*/ 89 w 93"/>
                <a:gd name="T3" fmla="*/ 11 h 85"/>
                <a:gd name="T4" fmla="*/ 80 w 93"/>
                <a:gd name="T5" fmla="*/ 22 h 85"/>
                <a:gd name="T6" fmla="*/ 53 w 93"/>
                <a:gd name="T7" fmla="*/ 12 h 85"/>
                <a:gd name="T8" fmla="*/ 18 w 93"/>
                <a:gd name="T9" fmla="*/ 42 h 85"/>
                <a:gd name="T10" fmla="*/ 52 w 93"/>
                <a:gd name="T11" fmla="*/ 72 h 85"/>
                <a:gd name="T12" fmla="*/ 76 w 93"/>
                <a:gd name="T13" fmla="*/ 66 h 85"/>
                <a:gd name="T14" fmla="*/ 76 w 93"/>
                <a:gd name="T15" fmla="*/ 50 h 85"/>
                <a:gd name="T16" fmla="*/ 51 w 93"/>
                <a:gd name="T17" fmla="*/ 50 h 85"/>
                <a:gd name="T18" fmla="*/ 51 w 93"/>
                <a:gd name="T19" fmla="*/ 37 h 85"/>
                <a:gd name="T20" fmla="*/ 93 w 93"/>
                <a:gd name="T21" fmla="*/ 37 h 85"/>
                <a:gd name="T22" fmla="*/ 93 w 93"/>
                <a:gd name="T23" fmla="*/ 72 h 85"/>
                <a:gd name="T24" fmla="*/ 52 w 93"/>
                <a:gd name="T25" fmla="*/ 85 h 85"/>
                <a:gd name="T26" fmla="*/ 0 w 93"/>
                <a:gd name="T27" fmla="*/ 42 h 85"/>
                <a:gd name="T28" fmla="*/ 52 w 93"/>
                <a:gd name="T2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4"/>
                    <a:pt x="18" y="42"/>
                  </a:cubicBezTo>
                  <a:cubicBezTo>
                    <a:pt x="18" y="59"/>
                    <a:pt x="32" y="72"/>
                    <a:pt x="52" y="72"/>
                  </a:cubicBezTo>
                  <a:cubicBezTo>
                    <a:pt x="61" y="72"/>
                    <a:pt x="70" y="70"/>
                    <a:pt x="76" y="66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3" y="72"/>
                    <a:pt x="93" y="72"/>
                    <a:pt x="93" y="72"/>
                  </a:cubicBezTo>
                  <a:cubicBezTo>
                    <a:pt x="83" y="79"/>
                    <a:pt x="69" y="85"/>
                    <a:pt x="52" y="85"/>
                  </a:cubicBezTo>
                  <a:cubicBezTo>
                    <a:pt x="21" y="85"/>
                    <a:pt x="0" y="67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7" name="Freeform 17">
              <a:extLst>
                <a:ext uri="{FF2B5EF4-FFF2-40B4-BE49-F238E27FC236}">
                  <a16:creationId xmlns:a16="http://schemas.microsoft.com/office/drawing/2014/main" id="{5C5F80F8-9AFA-4994-9AC6-ACB92BC175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9555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8" name="Rectangle 18">
              <a:extLst>
                <a:ext uri="{FF2B5EF4-FFF2-40B4-BE49-F238E27FC236}">
                  <a16:creationId xmlns:a16="http://schemas.microsoft.com/office/drawing/2014/main" id="{56FE942D-202A-44AE-A590-74E32DC2D8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9408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9" name="Freeform 19">
              <a:extLst>
                <a:ext uri="{FF2B5EF4-FFF2-40B4-BE49-F238E27FC236}">
                  <a16:creationId xmlns:a16="http://schemas.microsoft.com/office/drawing/2014/main" id="{21E99178-15D4-43DE-9A3C-4ADBD30BD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2067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8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8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4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EF88D6A4-360E-41CB-B40E-5CC947DBEE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1763" y="3723888"/>
              <a:ext cx="123915" cy="100555"/>
            </a:xfrm>
            <a:custGeom>
              <a:avLst/>
              <a:gdLst>
                <a:gd name="T0" fmla="*/ 0 w 105"/>
                <a:gd name="T1" fmla="*/ 42 h 85"/>
                <a:gd name="T2" fmla="*/ 52 w 105"/>
                <a:gd name="T3" fmla="*/ 0 h 85"/>
                <a:gd name="T4" fmla="*/ 105 w 105"/>
                <a:gd name="T5" fmla="*/ 42 h 85"/>
                <a:gd name="T6" fmla="*/ 52 w 105"/>
                <a:gd name="T7" fmla="*/ 85 h 85"/>
                <a:gd name="T8" fmla="*/ 0 w 105"/>
                <a:gd name="T9" fmla="*/ 42 h 85"/>
                <a:gd name="T10" fmla="*/ 19 w 105"/>
                <a:gd name="T11" fmla="*/ 42 h 85"/>
                <a:gd name="T12" fmla="*/ 52 w 105"/>
                <a:gd name="T13" fmla="*/ 72 h 85"/>
                <a:gd name="T14" fmla="*/ 86 w 105"/>
                <a:gd name="T15" fmla="*/ 42 h 85"/>
                <a:gd name="T16" fmla="*/ 52 w 105"/>
                <a:gd name="T17" fmla="*/ 12 h 85"/>
                <a:gd name="T18" fmla="*/ 19 w 105"/>
                <a:gd name="T19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" h="85">
                  <a:moveTo>
                    <a:pt x="0" y="42"/>
                  </a:moveTo>
                  <a:cubicBezTo>
                    <a:pt x="0" y="19"/>
                    <a:pt x="22" y="0"/>
                    <a:pt x="52" y="0"/>
                  </a:cubicBezTo>
                  <a:cubicBezTo>
                    <a:pt x="83" y="0"/>
                    <a:pt x="105" y="19"/>
                    <a:pt x="105" y="42"/>
                  </a:cubicBezTo>
                  <a:cubicBezTo>
                    <a:pt x="105" y="66"/>
                    <a:pt x="83" y="85"/>
                    <a:pt x="52" y="85"/>
                  </a:cubicBezTo>
                  <a:cubicBezTo>
                    <a:pt x="22" y="85"/>
                    <a:pt x="0" y="66"/>
                    <a:pt x="0" y="42"/>
                  </a:cubicBezTo>
                  <a:close/>
                  <a:moveTo>
                    <a:pt x="19" y="42"/>
                  </a:moveTo>
                  <a:cubicBezTo>
                    <a:pt x="19" y="59"/>
                    <a:pt x="32" y="72"/>
                    <a:pt x="52" y="72"/>
                  </a:cubicBezTo>
                  <a:cubicBezTo>
                    <a:pt x="72" y="72"/>
                    <a:pt x="86" y="59"/>
                    <a:pt x="86" y="42"/>
                  </a:cubicBezTo>
                  <a:cubicBezTo>
                    <a:pt x="86" y="26"/>
                    <a:pt x="72" y="12"/>
                    <a:pt x="52" y="12"/>
                  </a:cubicBezTo>
                  <a:cubicBezTo>
                    <a:pt x="32" y="12"/>
                    <a:pt x="19" y="26"/>
                    <a:pt x="19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71" name="Freeform 21">
              <a:extLst>
                <a:ext uri="{FF2B5EF4-FFF2-40B4-BE49-F238E27FC236}">
                  <a16:creationId xmlns:a16="http://schemas.microsoft.com/office/drawing/2014/main" id="{4C43D6DD-CBAD-47D1-8987-D893CAFC851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1929" y="3724904"/>
              <a:ext cx="82272" cy="98523"/>
            </a:xfrm>
            <a:custGeom>
              <a:avLst/>
              <a:gdLst>
                <a:gd name="T0" fmla="*/ 0 w 81"/>
                <a:gd name="T1" fmla="*/ 0 h 97"/>
                <a:gd name="T2" fmla="*/ 20 w 81"/>
                <a:gd name="T3" fmla="*/ 0 h 97"/>
                <a:gd name="T4" fmla="*/ 20 w 81"/>
                <a:gd name="T5" fmla="*/ 81 h 97"/>
                <a:gd name="T6" fmla="*/ 81 w 81"/>
                <a:gd name="T7" fmla="*/ 81 h 97"/>
                <a:gd name="T8" fmla="*/ 81 w 81"/>
                <a:gd name="T9" fmla="*/ 97 h 97"/>
                <a:gd name="T10" fmla="*/ 0 w 81"/>
                <a:gd name="T11" fmla="*/ 97 h 97"/>
                <a:gd name="T12" fmla="*/ 0 w 81"/>
                <a:gd name="T13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97">
                  <a:moveTo>
                    <a:pt x="0" y="0"/>
                  </a:moveTo>
                  <a:lnTo>
                    <a:pt x="20" y="0"/>
                  </a:lnTo>
                  <a:lnTo>
                    <a:pt x="20" y="81"/>
                  </a:lnTo>
                  <a:lnTo>
                    <a:pt x="81" y="81"/>
                  </a:lnTo>
                  <a:lnTo>
                    <a:pt x="81" y="97"/>
                  </a:lnTo>
                  <a:lnTo>
                    <a:pt x="0" y="9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72" name="Freeform 22">
              <a:extLst>
                <a:ext uri="{FF2B5EF4-FFF2-40B4-BE49-F238E27FC236}">
                  <a16:creationId xmlns:a16="http://schemas.microsoft.com/office/drawing/2014/main" id="{16F536A9-3E07-4ED2-B3A5-55D61F8FEE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4359" y="3724904"/>
              <a:ext cx="89382" cy="98523"/>
            </a:xfrm>
            <a:custGeom>
              <a:avLst/>
              <a:gdLst>
                <a:gd name="T0" fmla="*/ 0 w 76"/>
                <a:gd name="T1" fmla="*/ 59 h 83"/>
                <a:gd name="T2" fmla="*/ 0 w 76"/>
                <a:gd name="T3" fmla="*/ 0 h 83"/>
                <a:gd name="T4" fmla="*/ 75 w 76"/>
                <a:gd name="T5" fmla="*/ 0 h 83"/>
                <a:gd name="T6" fmla="*/ 75 w 76"/>
                <a:gd name="T7" fmla="*/ 13 h 83"/>
                <a:gd name="T8" fmla="*/ 18 w 76"/>
                <a:gd name="T9" fmla="*/ 13 h 83"/>
                <a:gd name="T10" fmla="*/ 18 w 76"/>
                <a:gd name="T11" fmla="*/ 33 h 83"/>
                <a:gd name="T12" fmla="*/ 70 w 76"/>
                <a:gd name="T13" fmla="*/ 33 h 83"/>
                <a:gd name="T14" fmla="*/ 70 w 76"/>
                <a:gd name="T15" fmla="*/ 46 h 83"/>
                <a:gd name="T16" fmla="*/ 18 w 76"/>
                <a:gd name="T17" fmla="*/ 46 h 83"/>
                <a:gd name="T18" fmla="*/ 18 w 76"/>
                <a:gd name="T19" fmla="*/ 59 h 83"/>
                <a:gd name="T20" fmla="*/ 28 w 76"/>
                <a:gd name="T21" fmla="*/ 69 h 83"/>
                <a:gd name="T22" fmla="*/ 76 w 76"/>
                <a:gd name="T23" fmla="*/ 69 h 83"/>
                <a:gd name="T24" fmla="*/ 76 w 76"/>
                <a:gd name="T25" fmla="*/ 83 h 83"/>
                <a:gd name="T26" fmla="*/ 24 w 76"/>
                <a:gd name="T27" fmla="*/ 83 h 83"/>
                <a:gd name="T28" fmla="*/ 0 w 76"/>
                <a:gd name="T29" fmla="*/ 5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83">
                  <a:moveTo>
                    <a:pt x="0" y="5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66"/>
                    <a:pt x="21" y="69"/>
                    <a:pt x="28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9" y="83"/>
                    <a:pt x="0" y="74"/>
                    <a:pt x="0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73" name="Freeform 23">
              <a:extLst>
                <a:ext uri="{FF2B5EF4-FFF2-40B4-BE49-F238E27FC236}">
                  <a16:creationId xmlns:a16="http://schemas.microsoft.com/office/drawing/2014/main" id="{5F4FFDE9-06DD-4F24-9184-68E48D71813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2651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5"/>
                    <a:pt x="18" y="42"/>
                  </a:cubicBezTo>
                  <a:cubicBezTo>
                    <a:pt x="18" y="60"/>
                    <a:pt x="34" y="72"/>
                    <a:pt x="53" y="72"/>
                  </a:cubicBezTo>
                  <a:cubicBezTo>
                    <a:pt x="65" y="72"/>
                    <a:pt x="73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74" name="Rectangle 24">
              <a:extLst>
                <a:ext uri="{FF2B5EF4-FFF2-40B4-BE49-F238E27FC236}">
                  <a16:creationId xmlns:a16="http://schemas.microsoft.com/office/drawing/2014/main" id="{A39057C8-53F8-4051-8849-8C1D9CE21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6566" y="3724904"/>
              <a:ext cx="20314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75" name="Freeform 25">
              <a:extLst>
                <a:ext uri="{FF2B5EF4-FFF2-40B4-BE49-F238E27FC236}">
                  <a16:creationId xmlns:a16="http://schemas.microsoft.com/office/drawing/2014/main" id="{D0E4774C-7DD0-4C1C-BB52-4677484C08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6335" y="3724904"/>
              <a:ext cx="100555" cy="98523"/>
            </a:xfrm>
            <a:custGeom>
              <a:avLst/>
              <a:gdLst>
                <a:gd name="T0" fmla="*/ 86 w 86"/>
                <a:gd name="T1" fmla="*/ 59 h 83"/>
                <a:gd name="T2" fmla="*/ 51 w 86"/>
                <a:gd name="T3" fmla="*/ 83 h 83"/>
                <a:gd name="T4" fmla="*/ 0 w 86"/>
                <a:gd name="T5" fmla="*/ 83 h 83"/>
                <a:gd name="T6" fmla="*/ 0 w 86"/>
                <a:gd name="T7" fmla="*/ 0 h 83"/>
                <a:gd name="T8" fmla="*/ 48 w 86"/>
                <a:gd name="T9" fmla="*/ 0 h 83"/>
                <a:gd name="T10" fmla="*/ 82 w 86"/>
                <a:gd name="T11" fmla="*/ 23 h 83"/>
                <a:gd name="T12" fmla="*/ 69 w 86"/>
                <a:gd name="T13" fmla="*/ 40 h 83"/>
                <a:gd name="T14" fmla="*/ 86 w 86"/>
                <a:gd name="T15" fmla="*/ 59 h 83"/>
                <a:gd name="T16" fmla="*/ 17 w 86"/>
                <a:gd name="T17" fmla="*/ 13 h 83"/>
                <a:gd name="T18" fmla="*/ 17 w 86"/>
                <a:gd name="T19" fmla="*/ 34 h 83"/>
                <a:gd name="T20" fmla="*/ 47 w 86"/>
                <a:gd name="T21" fmla="*/ 34 h 83"/>
                <a:gd name="T22" fmla="*/ 63 w 86"/>
                <a:gd name="T23" fmla="*/ 24 h 83"/>
                <a:gd name="T24" fmla="*/ 46 w 86"/>
                <a:gd name="T25" fmla="*/ 13 h 83"/>
                <a:gd name="T26" fmla="*/ 17 w 86"/>
                <a:gd name="T27" fmla="*/ 13 h 83"/>
                <a:gd name="T28" fmla="*/ 67 w 86"/>
                <a:gd name="T29" fmla="*/ 58 h 83"/>
                <a:gd name="T30" fmla="*/ 50 w 86"/>
                <a:gd name="T31" fmla="*/ 47 h 83"/>
                <a:gd name="T32" fmla="*/ 17 w 86"/>
                <a:gd name="T33" fmla="*/ 47 h 83"/>
                <a:gd name="T34" fmla="*/ 17 w 86"/>
                <a:gd name="T35" fmla="*/ 69 h 83"/>
                <a:gd name="T36" fmla="*/ 50 w 86"/>
                <a:gd name="T37" fmla="*/ 69 h 83"/>
                <a:gd name="T38" fmla="*/ 67 w 86"/>
                <a:gd name="T39" fmla="*/ 5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" h="83">
                  <a:moveTo>
                    <a:pt x="86" y="59"/>
                  </a:moveTo>
                  <a:cubicBezTo>
                    <a:pt x="86" y="74"/>
                    <a:pt x="70" y="83"/>
                    <a:pt x="51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7" y="0"/>
                    <a:pt x="82" y="8"/>
                    <a:pt x="82" y="23"/>
                  </a:cubicBezTo>
                  <a:cubicBezTo>
                    <a:pt x="82" y="31"/>
                    <a:pt x="77" y="37"/>
                    <a:pt x="69" y="40"/>
                  </a:cubicBezTo>
                  <a:cubicBezTo>
                    <a:pt x="79" y="43"/>
                    <a:pt x="86" y="49"/>
                    <a:pt x="86" y="59"/>
                  </a:cubicBezTo>
                  <a:close/>
                  <a:moveTo>
                    <a:pt x="17" y="13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57" y="34"/>
                    <a:pt x="63" y="31"/>
                    <a:pt x="63" y="24"/>
                  </a:cubicBezTo>
                  <a:cubicBezTo>
                    <a:pt x="63" y="17"/>
                    <a:pt x="57" y="13"/>
                    <a:pt x="46" y="13"/>
                  </a:cubicBezTo>
                  <a:lnTo>
                    <a:pt x="17" y="13"/>
                  </a:lnTo>
                  <a:close/>
                  <a:moveTo>
                    <a:pt x="67" y="58"/>
                  </a:moveTo>
                  <a:cubicBezTo>
                    <a:pt x="67" y="51"/>
                    <a:pt x="60" y="47"/>
                    <a:pt x="50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60" y="69"/>
                    <a:pt x="67" y="65"/>
                    <a:pt x="67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07732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locks_3 Columns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BCF5F30-D370-4466-83E8-53B40DAB5648}"/>
              </a:ext>
            </a:extLst>
          </p:cNvPr>
          <p:cNvSpPr/>
          <p:nvPr userDrawn="1"/>
        </p:nvSpPr>
        <p:spPr>
          <a:xfrm>
            <a:off x="96000" y="111627"/>
            <a:ext cx="12000000" cy="6492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noProof="0">
              <a:solidFill>
                <a:schemeClr val="accent1"/>
              </a:solidFill>
            </a:endParaRPr>
          </a:p>
        </p:txBody>
      </p:sp>
      <p:sp>
        <p:nvSpPr>
          <p:cNvPr id="45" name="Title 13">
            <a:extLst>
              <a:ext uri="{FF2B5EF4-FFF2-40B4-BE49-F238E27FC236}">
                <a16:creationId xmlns:a16="http://schemas.microsoft.com/office/drawing/2014/main" id="{D112AC07-9248-4648-9D69-E1265AB203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321" y="277913"/>
            <a:ext cx="10522800" cy="86177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28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This is the slide title </a:t>
            </a:r>
            <a:br>
              <a:rPr lang="en-US" noProof="0" dirty="0"/>
            </a:br>
            <a:r>
              <a:rPr lang="en-US" noProof="0" dirty="0"/>
              <a:t>in 2 lines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EB7CAC-DAA2-457B-A482-FE1445D93314}"/>
              </a:ext>
            </a:extLst>
          </p:cNvPr>
          <p:cNvCxnSpPr>
            <a:cxnSpLocks/>
          </p:cNvCxnSpPr>
          <p:nvPr userDrawn="1"/>
        </p:nvCxnSpPr>
        <p:spPr>
          <a:xfrm>
            <a:off x="4373596" y="2063439"/>
            <a:ext cx="0" cy="3718800"/>
          </a:xfrm>
          <a:prstGeom prst="line">
            <a:avLst/>
          </a:prstGeom>
          <a:ln w="9525">
            <a:solidFill>
              <a:schemeClr val="bg2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7FE814C-4A5E-48CD-AEE6-112F480880E9}"/>
              </a:ext>
            </a:extLst>
          </p:cNvPr>
          <p:cNvCxnSpPr>
            <a:cxnSpLocks/>
          </p:cNvCxnSpPr>
          <p:nvPr userDrawn="1"/>
        </p:nvCxnSpPr>
        <p:spPr>
          <a:xfrm>
            <a:off x="7818164" y="2063439"/>
            <a:ext cx="0" cy="3717088"/>
          </a:xfrm>
          <a:prstGeom prst="line">
            <a:avLst/>
          </a:prstGeom>
          <a:ln w="9525">
            <a:solidFill>
              <a:schemeClr val="bg2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B60E0BD-7E5B-458B-A09E-9698FE371E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76112" y="2631440"/>
            <a:ext cx="2750400" cy="50328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2ADB9FB4-C977-46D3-971C-D7CC1DEE7A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20680" y="2631440"/>
            <a:ext cx="2750400" cy="50328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87E3D9A8-EEC4-4B33-ABCD-39E1AA5C2D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65247" y="2631440"/>
            <a:ext cx="2750400" cy="50328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20AEC6D9-517D-4606-8128-7567ED2C48E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299706" y="1785600"/>
            <a:ext cx="703213" cy="7032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8C265F78-A85B-45A2-A32F-D9197BA77E7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44274" y="1785600"/>
            <a:ext cx="703213" cy="7032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DC38B81B-57D9-4530-BDFE-09861986E88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88841" y="1785600"/>
            <a:ext cx="703213" cy="7032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FD54FA2-D3A1-446A-9263-346EB89CFF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AEEB37-C3B4-D24C-B106-A5EF35DCA9BE}"/>
              </a:ext>
            </a:extLst>
          </p:cNvPr>
          <p:cNvSpPr/>
          <p:nvPr userDrawn="1"/>
        </p:nvSpPr>
        <p:spPr>
          <a:xfrm>
            <a:off x="610311" y="1259335"/>
            <a:ext cx="823380" cy="99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E0C817D-6E5F-9247-A961-9BBDFF36F7D9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5F3D6892-36B9-884C-8198-B05E40A2F8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EC7D01FF-3793-4ACF-8F0C-66612046F0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6113" y="3241338"/>
            <a:ext cx="2750397" cy="2739211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defRPr sz="14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10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C41BF83-FB9F-41FA-A87E-85A08C8590F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20683" y="3241338"/>
            <a:ext cx="2750397" cy="2739211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defRPr sz="14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10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ED8CC769-680F-4DFA-BDA5-6F1DEE69C3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65250" y="3241338"/>
            <a:ext cx="2750397" cy="2739211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defRPr sz="14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10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FB7D265C-9540-4022-9C57-9B0A45AA49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09967F51-4DBD-434C-AD0F-FCD008ECB065}" type="datetime3">
              <a:rPr lang="en-US" smtClean="0"/>
              <a:t>3 November 2025</a:t>
            </a:fld>
            <a:endParaRPr lang="fr-FR" dirty="0"/>
          </a:p>
        </p:txBody>
      </p:sp>
      <p:grpSp>
        <p:nvGrpSpPr>
          <p:cNvPr id="36" name="Groupe 250">
            <a:extLst>
              <a:ext uri="{FF2B5EF4-FFF2-40B4-BE49-F238E27FC236}">
                <a16:creationId xmlns:a16="http://schemas.microsoft.com/office/drawing/2014/main" id="{7363542A-7E3C-443E-B952-5035CE68ADA7}"/>
              </a:ext>
            </a:extLst>
          </p:cNvPr>
          <p:cNvGrpSpPr/>
          <p:nvPr userDrawn="1"/>
        </p:nvGrpSpPr>
        <p:grpSpPr>
          <a:xfrm>
            <a:off x="5456917" y="6670035"/>
            <a:ext cx="1278167" cy="125311"/>
            <a:chOff x="5629458" y="3655836"/>
            <a:chExt cx="2227432" cy="218376"/>
          </a:xfrm>
          <a:solidFill>
            <a:srgbClr val="5E6A71"/>
          </a:solidFill>
        </p:grpSpPr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CE085410-8506-452F-9886-4DB7A27AC8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975" y="3775689"/>
              <a:ext cx="61958" cy="55864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" name="Rectangle 6">
              <a:extLst>
                <a:ext uri="{FF2B5EF4-FFF2-40B4-BE49-F238E27FC236}">
                  <a16:creationId xmlns:a16="http://schemas.microsoft.com/office/drawing/2014/main" id="{294093AF-466F-4ECB-A901-98ED696F6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662" y="3849835"/>
              <a:ext cx="284396" cy="2437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B0325CB5-3C5C-40C1-8C92-F24B632F8D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1195" y="3655836"/>
              <a:ext cx="77193" cy="62973"/>
            </a:xfrm>
            <a:custGeom>
              <a:avLst/>
              <a:gdLst>
                <a:gd name="T0" fmla="*/ 66 w 66"/>
                <a:gd name="T1" fmla="*/ 25 h 53"/>
                <a:gd name="T2" fmla="*/ 19 w 66"/>
                <a:gd name="T3" fmla="*/ 50 h 53"/>
                <a:gd name="T4" fmla="*/ 7 w 66"/>
                <a:gd name="T5" fmla="*/ 48 h 53"/>
                <a:gd name="T6" fmla="*/ 0 w 66"/>
                <a:gd name="T7" fmla="*/ 31 h 53"/>
                <a:gd name="T8" fmla="*/ 8 w 66"/>
                <a:gd name="T9" fmla="*/ 31 h 53"/>
                <a:gd name="T10" fmla="*/ 66 w 66"/>
                <a:gd name="T11" fmla="*/ 0 h 53"/>
                <a:gd name="T12" fmla="*/ 66 w 66"/>
                <a:gd name="T13" fmla="*/ 2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53">
                  <a:moveTo>
                    <a:pt x="66" y="25"/>
                  </a:moveTo>
                  <a:cubicBezTo>
                    <a:pt x="66" y="25"/>
                    <a:pt x="28" y="47"/>
                    <a:pt x="19" y="50"/>
                  </a:cubicBezTo>
                  <a:cubicBezTo>
                    <a:pt x="11" y="53"/>
                    <a:pt x="8" y="49"/>
                    <a:pt x="7" y="48"/>
                  </a:cubicBezTo>
                  <a:cubicBezTo>
                    <a:pt x="4" y="44"/>
                    <a:pt x="1" y="33"/>
                    <a:pt x="0" y="31"/>
                  </a:cubicBezTo>
                  <a:cubicBezTo>
                    <a:pt x="1" y="31"/>
                    <a:pt x="3" y="32"/>
                    <a:pt x="8" y="31"/>
                  </a:cubicBezTo>
                  <a:cubicBezTo>
                    <a:pt x="13" y="29"/>
                    <a:pt x="66" y="0"/>
                    <a:pt x="66" y="0"/>
                  </a:cubicBezTo>
                  <a:cubicBezTo>
                    <a:pt x="66" y="25"/>
                    <a:pt x="66" y="25"/>
                    <a:pt x="66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0" name="Freeform 8">
              <a:extLst>
                <a:ext uri="{FF2B5EF4-FFF2-40B4-BE49-F238E27FC236}">
                  <a16:creationId xmlns:a16="http://schemas.microsoft.com/office/drawing/2014/main" id="{3477BBFC-6F1A-4732-8921-084059AE21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458" y="3669040"/>
              <a:ext cx="318930" cy="18384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1" name="Freeform 9">
              <a:extLst>
                <a:ext uri="{FF2B5EF4-FFF2-40B4-BE49-F238E27FC236}">
                  <a16:creationId xmlns:a16="http://schemas.microsoft.com/office/drawing/2014/main" id="{4180CFA5-4674-4F54-A56F-7DBCA98133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3550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5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8C98B6B1-9B1F-41AF-8DCC-D70515F8F9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8481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D16C6842-702B-46AE-A25A-EFE79AC23F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4271" y="3696464"/>
              <a:ext cx="90398" cy="126963"/>
            </a:xfrm>
            <a:custGeom>
              <a:avLst/>
              <a:gdLst>
                <a:gd name="T0" fmla="*/ 0 w 77"/>
                <a:gd name="T1" fmla="*/ 83 h 107"/>
                <a:gd name="T2" fmla="*/ 0 w 77"/>
                <a:gd name="T3" fmla="*/ 24 h 107"/>
                <a:gd name="T4" fmla="*/ 75 w 77"/>
                <a:gd name="T5" fmla="*/ 24 h 107"/>
                <a:gd name="T6" fmla="*/ 75 w 77"/>
                <a:gd name="T7" fmla="*/ 37 h 107"/>
                <a:gd name="T8" fmla="*/ 18 w 77"/>
                <a:gd name="T9" fmla="*/ 37 h 107"/>
                <a:gd name="T10" fmla="*/ 18 w 77"/>
                <a:gd name="T11" fmla="*/ 57 h 107"/>
                <a:gd name="T12" fmla="*/ 70 w 77"/>
                <a:gd name="T13" fmla="*/ 57 h 107"/>
                <a:gd name="T14" fmla="*/ 70 w 77"/>
                <a:gd name="T15" fmla="*/ 70 h 107"/>
                <a:gd name="T16" fmla="*/ 18 w 77"/>
                <a:gd name="T17" fmla="*/ 70 h 107"/>
                <a:gd name="T18" fmla="*/ 18 w 77"/>
                <a:gd name="T19" fmla="*/ 83 h 107"/>
                <a:gd name="T20" fmla="*/ 28 w 77"/>
                <a:gd name="T21" fmla="*/ 93 h 107"/>
                <a:gd name="T22" fmla="*/ 77 w 77"/>
                <a:gd name="T23" fmla="*/ 93 h 107"/>
                <a:gd name="T24" fmla="*/ 77 w 77"/>
                <a:gd name="T25" fmla="*/ 107 h 107"/>
                <a:gd name="T26" fmla="*/ 24 w 77"/>
                <a:gd name="T27" fmla="*/ 107 h 107"/>
                <a:gd name="T28" fmla="*/ 0 w 77"/>
                <a:gd name="T29" fmla="*/ 83 h 107"/>
                <a:gd name="T30" fmla="*/ 57 w 77"/>
                <a:gd name="T31" fmla="*/ 0 h 107"/>
                <a:gd name="T32" fmla="*/ 43 w 77"/>
                <a:gd name="T33" fmla="*/ 15 h 107"/>
                <a:gd name="T34" fmla="*/ 28 w 77"/>
                <a:gd name="T35" fmla="*/ 15 h 107"/>
                <a:gd name="T36" fmla="*/ 39 w 77"/>
                <a:gd name="T37" fmla="*/ 0 h 107"/>
                <a:gd name="T38" fmla="*/ 57 w 77"/>
                <a:gd name="T39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" h="107">
                  <a:moveTo>
                    <a:pt x="0" y="83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90"/>
                    <a:pt x="21" y="93"/>
                    <a:pt x="28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107"/>
                    <a:pt x="77" y="107"/>
                    <a:pt x="77" y="107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9" y="107"/>
                    <a:pt x="0" y="98"/>
                    <a:pt x="0" y="83"/>
                  </a:cubicBezTo>
                  <a:close/>
                  <a:moveTo>
                    <a:pt x="57" y="0"/>
                  </a:moveTo>
                  <a:cubicBezTo>
                    <a:pt x="43" y="15"/>
                    <a:pt x="43" y="15"/>
                    <a:pt x="43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9" y="0"/>
                    <a:pt x="39" y="0"/>
                    <a:pt x="39" y="0"/>
                  </a:cubicBez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4" name="Freeform 12">
              <a:extLst>
                <a:ext uri="{FF2B5EF4-FFF2-40B4-BE49-F238E27FC236}">
                  <a16:creationId xmlns:a16="http://schemas.microsoft.com/office/drawing/2014/main" id="{86D7E326-191E-4CB7-A484-A4D5DB6230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7014" y="3724904"/>
              <a:ext cx="105633" cy="98523"/>
            </a:xfrm>
            <a:custGeom>
              <a:avLst/>
              <a:gdLst>
                <a:gd name="T0" fmla="*/ 0 w 90"/>
                <a:gd name="T1" fmla="*/ 0 h 83"/>
                <a:gd name="T2" fmla="*/ 37 w 90"/>
                <a:gd name="T3" fmla="*/ 0 h 83"/>
                <a:gd name="T4" fmla="*/ 90 w 90"/>
                <a:gd name="T5" fmla="*/ 41 h 83"/>
                <a:gd name="T6" fmla="*/ 37 w 90"/>
                <a:gd name="T7" fmla="*/ 83 h 83"/>
                <a:gd name="T8" fmla="*/ 0 w 90"/>
                <a:gd name="T9" fmla="*/ 83 h 83"/>
                <a:gd name="T10" fmla="*/ 0 w 90"/>
                <a:gd name="T11" fmla="*/ 0 h 83"/>
                <a:gd name="T12" fmla="*/ 38 w 90"/>
                <a:gd name="T13" fmla="*/ 69 h 83"/>
                <a:gd name="T14" fmla="*/ 71 w 90"/>
                <a:gd name="T15" fmla="*/ 41 h 83"/>
                <a:gd name="T16" fmla="*/ 38 w 90"/>
                <a:gd name="T17" fmla="*/ 13 h 83"/>
                <a:gd name="T18" fmla="*/ 17 w 90"/>
                <a:gd name="T19" fmla="*/ 13 h 83"/>
                <a:gd name="T20" fmla="*/ 17 w 90"/>
                <a:gd name="T21" fmla="*/ 69 h 83"/>
                <a:gd name="T22" fmla="*/ 38 w 90"/>
                <a:gd name="T23" fmla="*/ 6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3">
                  <a:moveTo>
                    <a:pt x="0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69" y="0"/>
                    <a:pt x="90" y="17"/>
                    <a:pt x="90" y="41"/>
                  </a:cubicBezTo>
                  <a:cubicBezTo>
                    <a:pt x="90" y="66"/>
                    <a:pt x="69" y="83"/>
                    <a:pt x="3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38" y="69"/>
                  </a:moveTo>
                  <a:cubicBezTo>
                    <a:pt x="58" y="69"/>
                    <a:pt x="71" y="58"/>
                    <a:pt x="71" y="41"/>
                  </a:cubicBezTo>
                  <a:cubicBezTo>
                    <a:pt x="71" y="25"/>
                    <a:pt x="58" y="13"/>
                    <a:pt x="3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69"/>
                    <a:pt x="17" y="69"/>
                    <a:pt x="17" y="69"/>
                  </a:cubicBezTo>
                  <a:lnTo>
                    <a:pt x="38" y="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6" name="Rectangle 13">
              <a:extLst>
                <a:ext uri="{FF2B5EF4-FFF2-40B4-BE49-F238E27FC236}">
                  <a16:creationId xmlns:a16="http://schemas.microsoft.com/office/drawing/2014/main" id="{C196DFAF-59FE-4ADF-95F9-2B43FA8FC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929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9D460BFA-2FDB-4152-B0E8-E2193B30D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557" y="3724904"/>
              <a:ext cx="94460" cy="98523"/>
            </a:xfrm>
            <a:custGeom>
              <a:avLst/>
              <a:gdLst>
                <a:gd name="T0" fmla="*/ 0 w 93"/>
                <a:gd name="T1" fmla="*/ 15 h 97"/>
                <a:gd name="T2" fmla="*/ 0 w 93"/>
                <a:gd name="T3" fmla="*/ 0 h 97"/>
                <a:gd name="T4" fmla="*/ 93 w 93"/>
                <a:gd name="T5" fmla="*/ 0 h 97"/>
                <a:gd name="T6" fmla="*/ 93 w 93"/>
                <a:gd name="T7" fmla="*/ 15 h 97"/>
                <a:gd name="T8" fmla="*/ 56 w 93"/>
                <a:gd name="T9" fmla="*/ 15 h 97"/>
                <a:gd name="T10" fmla="*/ 56 w 93"/>
                <a:gd name="T11" fmla="*/ 97 h 97"/>
                <a:gd name="T12" fmla="*/ 36 w 93"/>
                <a:gd name="T13" fmla="*/ 97 h 97"/>
                <a:gd name="T14" fmla="*/ 36 w 93"/>
                <a:gd name="T15" fmla="*/ 15 h 97"/>
                <a:gd name="T16" fmla="*/ 0 w 93"/>
                <a:gd name="T17" fmla="*/ 1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97">
                  <a:moveTo>
                    <a:pt x="0" y="15"/>
                  </a:moveTo>
                  <a:lnTo>
                    <a:pt x="0" y="0"/>
                  </a:lnTo>
                  <a:lnTo>
                    <a:pt x="93" y="0"/>
                  </a:lnTo>
                  <a:lnTo>
                    <a:pt x="93" y="15"/>
                  </a:lnTo>
                  <a:lnTo>
                    <a:pt x="56" y="15"/>
                  </a:lnTo>
                  <a:lnTo>
                    <a:pt x="56" y="97"/>
                  </a:lnTo>
                  <a:lnTo>
                    <a:pt x="36" y="97"/>
                  </a:lnTo>
                  <a:lnTo>
                    <a:pt x="36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8" name="Freeform 15">
              <a:extLst>
                <a:ext uri="{FF2B5EF4-FFF2-40B4-BE49-F238E27FC236}">
                  <a16:creationId xmlns:a16="http://schemas.microsoft.com/office/drawing/2014/main" id="{E65A9BC6-89CB-4F5C-A024-FD91B2348E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70552" y="3724904"/>
              <a:ext cx="121884" cy="98523"/>
            </a:xfrm>
            <a:custGeom>
              <a:avLst/>
              <a:gdLst>
                <a:gd name="T0" fmla="*/ 85 w 120"/>
                <a:gd name="T1" fmla="*/ 73 h 97"/>
                <a:gd name="T2" fmla="*/ 32 w 120"/>
                <a:gd name="T3" fmla="*/ 73 h 97"/>
                <a:gd name="T4" fmla="*/ 21 w 120"/>
                <a:gd name="T5" fmla="*/ 97 h 97"/>
                <a:gd name="T6" fmla="*/ 0 w 120"/>
                <a:gd name="T7" fmla="*/ 97 h 97"/>
                <a:gd name="T8" fmla="*/ 50 w 120"/>
                <a:gd name="T9" fmla="*/ 0 h 97"/>
                <a:gd name="T10" fmla="*/ 70 w 120"/>
                <a:gd name="T11" fmla="*/ 0 h 97"/>
                <a:gd name="T12" fmla="*/ 120 w 120"/>
                <a:gd name="T13" fmla="*/ 97 h 97"/>
                <a:gd name="T14" fmla="*/ 97 w 120"/>
                <a:gd name="T15" fmla="*/ 97 h 97"/>
                <a:gd name="T16" fmla="*/ 85 w 120"/>
                <a:gd name="T17" fmla="*/ 73 h 97"/>
                <a:gd name="T18" fmla="*/ 77 w 120"/>
                <a:gd name="T19" fmla="*/ 58 h 97"/>
                <a:gd name="T20" fmla="*/ 59 w 120"/>
                <a:gd name="T21" fmla="*/ 20 h 97"/>
                <a:gd name="T22" fmla="*/ 40 w 120"/>
                <a:gd name="T23" fmla="*/ 58 h 97"/>
                <a:gd name="T24" fmla="*/ 77 w 120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7">
                  <a:moveTo>
                    <a:pt x="85" y="73"/>
                  </a:moveTo>
                  <a:lnTo>
                    <a:pt x="32" y="73"/>
                  </a:lnTo>
                  <a:lnTo>
                    <a:pt x="21" y="97"/>
                  </a:lnTo>
                  <a:lnTo>
                    <a:pt x="0" y="97"/>
                  </a:lnTo>
                  <a:lnTo>
                    <a:pt x="50" y="0"/>
                  </a:lnTo>
                  <a:lnTo>
                    <a:pt x="70" y="0"/>
                  </a:lnTo>
                  <a:lnTo>
                    <a:pt x="120" y="97"/>
                  </a:lnTo>
                  <a:lnTo>
                    <a:pt x="97" y="97"/>
                  </a:lnTo>
                  <a:lnTo>
                    <a:pt x="85" y="73"/>
                  </a:lnTo>
                  <a:close/>
                  <a:moveTo>
                    <a:pt x="77" y="58"/>
                  </a:moveTo>
                  <a:lnTo>
                    <a:pt x="59" y="20"/>
                  </a:lnTo>
                  <a:lnTo>
                    <a:pt x="40" y="58"/>
                  </a:lnTo>
                  <a:lnTo>
                    <a:pt x="77" y="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9" name="Freeform 16">
              <a:extLst>
                <a:ext uri="{FF2B5EF4-FFF2-40B4-BE49-F238E27FC236}">
                  <a16:creationId xmlns:a16="http://schemas.microsoft.com/office/drawing/2014/main" id="{8B06C4E4-A631-4685-AB29-80B506C92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498" y="3723888"/>
              <a:ext cx="108680" cy="100555"/>
            </a:xfrm>
            <a:custGeom>
              <a:avLst/>
              <a:gdLst>
                <a:gd name="T0" fmla="*/ 52 w 93"/>
                <a:gd name="T1" fmla="*/ 0 h 85"/>
                <a:gd name="T2" fmla="*/ 89 w 93"/>
                <a:gd name="T3" fmla="*/ 11 h 85"/>
                <a:gd name="T4" fmla="*/ 80 w 93"/>
                <a:gd name="T5" fmla="*/ 22 h 85"/>
                <a:gd name="T6" fmla="*/ 53 w 93"/>
                <a:gd name="T7" fmla="*/ 12 h 85"/>
                <a:gd name="T8" fmla="*/ 18 w 93"/>
                <a:gd name="T9" fmla="*/ 42 h 85"/>
                <a:gd name="T10" fmla="*/ 52 w 93"/>
                <a:gd name="T11" fmla="*/ 72 h 85"/>
                <a:gd name="T12" fmla="*/ 76 w 93"/>
                <a:gd name="T13" fmla="*/ 66 h 85"/>
                <a:gd name="T14" fmla="*/ 76 w 93"/>
                <a:gd name="T15" fmla="*/ 50 h 85"/>
                <a:gd name="T16" fmla="*/ 51 w 93"/>
                <a:gd name="T17" fmla="*/ 50 h 85"/>
                <a:gd name="T18" fmla="*/ 51 w 93"/>
                <a:gd name="T19" fmla="*/ 37 h 85"/>
                <a:gd name="T20" fmla="*/ 93 w 93"/>
                <a:gd name="T21" fmla="*/ 37 h 85"/>
                <a:gd name="T22" fmla="*/ 93 w 93"/>
                <a:gd name="T23" fmla="*/ 72 h 85"/>
                <a:gd name="T24" fmla="*/ 52 w 93"/>
                <a:gd name="T25" fmla="*/ 85 h 85"/>
                <a:gd name="T26" fmla="*/ 0 w 93"/>
                <a:gd name="T27" fmla="*/ 42 h 85"/>
                <a:gd name="T28" fmla="*/ 52 w 93"/>
                <a:gd name="T2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4"/>
                    <a:pt x="18" y="42"/>
                  </a:cubicBezTo>
                  <a:cubicBezTo>
                    <a:pt x="18" y="59"/>
                    <a:pt x="32" y="72"/>
                    <a:pt x="52" y="72"/>
                  </a:cubicBezTo>
                  <a:cubicBezTo>
                    <a:pt x="61" y="72"/>
                    <a:pt x="70" y="70"/>
                    <a:pt x="76" y="66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3" y="72"/>
                    <a:pt x="93" y="72"/>
                    <a:pt x="93" y="72"/>
                  </a:cubicBezTo>
                  <a:cubicBezTo>
                    <a:pt x="83" y="79"/>
                    <a:pt x="69" y="85"/>
                    <a:pt x="52" y="85"/>
                  </a:cubicBezTo>
                  <a:cubicBezTo>
                    <a:pt x="21" y="85"/>
                    <a:pt x="0" y="67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0" name="Freeform 17">
              <a:extLst>
                <a:ext uri="{FF2B5EF4-FFF2-40B4-BE49-F238E27FC236}">
                  <a16:creationId xmlns:a16="http://schemas.microsoft.com/office/drawing/2014/main" id="{019DDF7F-A171-47CB-8461-BDA6263222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9555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1" name="Rectangle 18">
              <a:extLst>
                <a:ext uri="{FF2B5EF4-FFF2-40B4-BE49-F238E27FC236}">
                  <a16:creationId xmlns:a16="http://schemas.microsoft.com/office/drawing/2014/main" id="{204F3F6C-046A-48DB-BA3D-50FA73A170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9408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2" name="Freeform 19">
              <a:extLst>
                <a:ext uri="{FF2B5EF4-FFF2-40B4-BE49-F238E27FC236}">
                  <a16:creationId xmlns:a16="http://schemas.microsoft.com/office/drawing/2014/main" id="{6FDE67A1-3DB5-42D9-93BA-AACD991C4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2067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8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8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4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3" name="Freeform 20">
              <a:extLst>
                <a:ext uri="{FF2B5EF4-FFF2-40B4-BE49-F238E27FC236}">
                  <a16:creationId xmlns:a16="http://schemas.microsoft.com/office/drawing/2014/main" id="{BB925ED0-CAB9-418F-88FC-031CDC1BB1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1763" y="3723888"/>
              <a:ext cx="123915" cy="100555"/>
            </a:xfrm>
            <a:custGeom>
              <a:avLst/>
              <a:gdLst>
                <a:gd name="T0" fmla="*/ 0 w 105"/>
                <a:gd name="T1" fmla="*/ 42 h 85"/>
                <a:gd name="T2" fmla="*/ 52 w 105"/>
                <a:gd name="T3" fmla="*/ 0 h 85"/>
                <a:gd name="T4" fmla="*/ 105 w 105"/>
                <a:gd name="T5" fmla="*/ 42 h 85"/>
                <a:gd name="T6" fmla="*/ 52 w 105"/>
                <a:gd name="T7" fmla="*/ 85 h 85"/>
                <a:gd name="T8" fmla="*/ 0 w 105"/>
                <a:gd name="T9" fmla="*/ 42 h 85"/>
                <a:gd name="T10" fmla="*/ 19 w 105"/>
                <a:gd name="T11" fmla="*/ 42 h 85"/>
                <a:gd name="T12" fmla="*/ 52 w 105"/>
                <a:gd name="T13" fmla="*/ 72 h 85"/>
                <a:gd name="T14" fmla="*/ 86 w 105"/>
                <a:gd name="T15" fmla="*/ 42 h 85"/>
                <a:gd name="T16" fmla="*/ 52 w 105"/>
                <a:gd name="T17" fmla="*/ 12 h 85"/>
                <a:gd name="T18" fmla="*/ 19 w 105"/>
                <a:gd name="T19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" h="85">
                  <a:moveTo>
                    <a:pt x="0" y="42"/>
                  </a:moveTo>
                  <a:cubicBezTo>
                    <a:pt x="0" y="19"/>
                    <a:pt x="22" y="0"/>
                    <a:pt x="52" y="0"/>
                  </a:cubicBezTo>
                  <a:cubicBezTo>
                    <a:pt x="83" y="0"/>
                    <a:pt x="105" y="19"/>
                    <a:pt x="105" y="42"/>
                  </a:cubicBezTo>
                  <a:cubicBezTo>
                    <a:pt x="105" y="66"/>
                    <a:pt x="83" y="85"/>
                    <a:pt x="52" y="85"/>
                  </a:cubicBezTo>
                  <a:cubicBezTo>
                    <a:pt x="22" y="85"/>
                    <a:pt x="0" y="66"/>
                    <a:pt x="0" y="42"/>
                  </a:cubicBezTo>
                  <a:close/>
                  <a:moveTo>
                    <a:pt x="19" y="42"/>
                  </a:moveTo>
                  <a:cubicBezTo>
                    <a:pt x="19" y="59"/>
                    <a:pt x="32" y="72"/>
                    <a:pt x="52" y="72"/>
                  </a:cubicBezTo>
                  <a:cubicBezTo>
                    <a:pt x="72" y="72"/>
                    <a:pt x="86" y="59"/>
                    <a:pt x="86" y="42"/>
                  </a:cubicBezTo>
                  <a:cubicBezTo>
                    <a:pt x="86" y="26"/>
                    <a:pt x="72" y="12"/>
                    <a:pt x="52" y="12"/>
                  </a:cubicBezTo>
                  <a:cubicBezTo>
                    <a:pt x="32" y="12"/>
                    <a:pt x="19" y="26"/>
                    <a:pt x="19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4" name="Freeform 21">
              <a:extLst>
                <a:ext uri="{FF2B5EF4-FFF2-40B4-BE49-F238E27FC236}">
                  <a16:creationId xmlns:a16="http://schemas.microsoft.com/office/drawing/2014/main" id="{CAF285F7-9220-4718-8059-2B4346460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1929" y="3724904"/>
              <a:ext cx="82272" cy="98523"/>
            </a:xfrm>
            <a:custGeom>
              <a:avLst/>
              <a:gdLst>
                <a:gd name="T0" fmla="*/ 0 w 81"/>
                <a:gd name="T1" fmla="*/ 0 h 97"/>
                <a:gd name="T2" fmla="*/ 20 w 81"/>
                <a:gd name="T3" fmla="*/ 0 h 97"/>
                <a:gd name="T4" fmla="*/ 20 w 81"/>
                <a:gd name="T5" fmla="*/ 81 h 97"/>
                <a:gd name="T6" fmla="*/ 81 w 81"/>
                <a:gd name="T7" fmla="*/ 81 h 97"/>
                <a:gd name="T8" fmla="*/ 81 w 81"/>
                <a:gd name="T9" fmla="*/ 97 h 97"/>
                <a:gd name="T10" fmla="*/ 0 w 81"/>
                <a:gd name="T11" fmla="*/ 97 h 97"/>
                <a:gd name="T12" fmla="*/ 0 w 81"/>
                <a:gd name="T13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97">
                  <a:moveTo>
                    <a:pt x="0" y="0"/>
                  </a:moveTo>
                  <a:lnTo>
                    <a:pt x="20" y="0"/>
                  </a:lnTo>
                  <a:lnTo>
                    <a:pt x="20" y="81"/>
                  </a:lnTo>
                  <a:lnTo>
                    <a:pt x="81" y="81"/>
                  </a:lnTo>
                  <a:lnTo>
                    <a:pt x="81" y="97"/>
                  </a:lnTo>
                  <a:lnTo>
                    <a:pt x="0" y="9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5" name="Freeform 22">
              <a:extLst>
                <a:ext uri="{FF2B5EF4-FFF2-40B4-BE49-F238E27FC236}">
                  <a16:creationId xmlns:a16="http://schemas.microsoft.com/office/drawing/2014/main" id="{CE6A2FD1-A3FD-456F-ABEE-55424543063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4359" y="3724904"/>
              <a:ext cx="89382" cy="98523"/>
            </a:xfrm>
            <a:custGeom>
              <a:avLst/>
              <a:gdLst>
                <a:gd name="T0" fmla="*/ 0 w 76"/>
                <a:gd name="T1" fmla="*/ 59 h 83"/>
                <a:gd name="T2" fmla="*/ 0 w 76"/>
                <a:gd name="T3" fmla="*/ 0 h 83"/>
                <a:gd name="T4" fmla="*/ 75 w 76"/>
                <a:gd name="T5" fmla="*/ 0 h 83"/>
                <a:gd name="T6" fmla="*/ 75 w 76"/>
                <a:gd name="T7" fmla="*/ 13 h 83"/>
                <a:gd name="T8" fmla="*/ 18 w 76"/>
                <a:gd name="T9" fmla="*/ 13 h 83"/>
                <a:gd name="T10" fmla="*/ 18 w 76"/>
                <a:gd name="T11" fmla="*/ 33 h 83"/>
                <a:gd name="T12" fmla="*/ 70 w 76"/>
                <a:gd name="T13" fmla="*/ 33 h 83"/>
                <a:gd name="T14" fmla="*/ 70 w 76"/>
                <a:gd name="T15" fmla="*/ 46 h 83"/>
                <a:gd name="T16" fmla="*/ 18 w 76"/>
                <a:gd name="T17" fmla="*/ 46 h 83"/>
                <a:gd name="T18" fmla="*/ 18 w 76"/>
                <a:gd name="T19" fmla="*/ 59 h 83"/>
                <a:gd name="T20" fmla="*/ 28 w 76"/>
                <a:gd name="T21" fmla="*/ 69 h 83"/>
                <a:gd name="T22" fmla="*/ 76 w 76"/>
                <a:gd name="T23" fmla="*/ 69 h 83"/>
                <a:gd name="T24" fmla="*/ 76 w 76"/>
                <a:gd name="T25" fmla="*/ 83 h 83"/>
                <a:gd name="T26" fmla="*/ 24 w 76"/>
                <a:gd name="T27" fmla="*/ 83 h 83"/>
                <a:gd name="T28" fmla="*/ 0 w 76"/>
                <a:gd name="T29" fmla="*/ 5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83">
                  <a:moveTo>
                    <a:pt x="0" y="5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66"/>
                    <a:pt x="21" y="69"/>
                    <a:pt x="28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9" y="83"/>
                    <a:pt x="0" y="74"/>
                    <a:pt x="0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6" name="Freeform 23">
              <a:extLst>
                <a:ext uri="{FF2B5EF4-FFF2-40B4-BE49-F238E27FC236}">
                  <a16:creationId xmlns:a16="http://schemas.microsoft.com/office/drawing/2014/main" id="{093A0DF7-DA2F-4002-B7FF-841F2470B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2651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5"/>
                    <a:pt x="18" y="42"/>
                  </a:cubicBezTo>
                  <a:cubicBezTo>
                    <a:pt x="18" y="60"/>
                    <a:pt x="34" y="72"/>
                    <a:pt x="53" y="72"/>
                  </a:cubicBezTo>
                  <a:cubicBezTo>
                    <a:pt x="65" y="72"/>
                    <a:pt x="73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7" name="Rectangle 24">
              <a:extLst>
                <a:ext uri="{FF2B5EF4-FFF2-40B4-BE49-F238E27FC236}">
                  <a16:creationId xmlns:a16="http://schemas.microsoft.com/office/drawing/2014/main" id="{8690F9DC-C1A1-4DC9-A870-AEE98192C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6566" y="3724904"/>
              <a:ext cx="20314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8" name="Freeform 25">
              <a:extLst>
                <a:ext uri="{FF2B5EF4-FFF2-40B4-BE49-F238E27FC236}">
                  <a16:creationId xmlns:a16="http://schemas.microsoft.com/office/drawing/2014/main" id="{49ABA312-B945-4944-9F2D-37210CC97F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6335" y="3724904"/>
              <a:ext cx="100555" cy="98523"/>
            </a:xfrm>
            <a:custGeom>
              <a:avLst/>
              <a:gdLst>
                <a:gd name="T0" fmla="*/ 86 w 86"/>
                <a:gd name="T1" fmla="*/ 59 h 83"/>
                <a:gd name="T2" fmla="*/ 51 w 86"/>
                <a:gd name="T3" fmla="*/ 83 h 83"/>
                <a:gd name="T4" fmla="*/ 0 w 86"/>
                <a:gd name="T5" fmla="*/ 83 h 83"/>
                <a:gd name="T6" fmla="*/ 0 w 86"/>
                <a:gd name="T7" fmla="*/ 0 h 83"/>
                <a:gd name="T8" fmla="*/ 48 w 86"/>
                <a:gd name="T9" fmla="*/ 0 h 83"/>
                <a:gd name="T10" fmla="*/ 82 w 86"/>
                <a:gd name="T11" fmla="*/ 23 h 83"/>
                <a:gd name="T12" fmla="*/ 69 w 86"/>
                <a:gd name="T13" fmla="*/ 40 h 83"/>
                <a:gd name="T14" fmla="*/ 86 w 86"/>
                <a:gd name="T15" fmla="*/ 59 h 83"/>
                <a:gd name="T16" fmla="*/ 17 w 86"/>
                <a:gd name="T17" fmla="*/ 13 h 83"/>
                <a:gd name="T18" fmla="*/ 17 w 86"/>
                <a:gd name="T19" fmla="*/ 34 h 83"/>
                <a:gd name="T20" fmla="*/ 47 w 86"/>
                <a:gd name="T21" fmla="*/ 34 h 83"/>
                <a:gd name="T22" fmla="*/ 63 w 86"/>
                <a:gd name="T23" fmla="*/ 24 h 83"/>
                <a:gd name="T24" fmla="*/ 46 w 86"/>
                <a:gd name="T25" fmla="*/ 13 h 83"/>
                <a:gd name="T26" fmla="*/ 17 w 86"/>
                <a:gd name="T27" fmla="*/ 13 h 83"/>
                <a:gd name="T28" fmla="*/ 67 w 86"/>
                <a:gd name="T29" fmla="*/ 58 h 83"/>
                <a:gd name="T30" fmla="*/ 50 w 86"/>
                <a:gd name="T31" fmla="*/ 47 h 83"/>
                <a:gd name="T32" fmla="*/ 17 w 86"/>
                <a:gd name="T33" fmla="*/ 47 h 83"/>
                <a:gd name="T34" fmla="*/ 17 w 86"/>
                <a:gd name="T35" fmla="*/ 69 h 83"/>
                <a:gd name="T36" fmla="*/ 50 w 86"/>
                <a:gd name="T37" fmla="*/ 69 h 83"/>
                <a:gd name="T38" fmla="*/ 67 w 86"/>
                <a:gd name="T39" fmla="*/ 5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" h="83">
                  <a:moveTo>
                    <a:pt x="86" y="59"/>
                  </a:moveTo>
                  <a:cubicBezTo>
                    <a:pt x="86" y="74"/>
                    <a:pt x="70" y="83"/>
                    <a:pt x="51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7" y="0"/>
                    <a:pt x="82" y="8"/>
                    <a:pt x="82" y="23"/>
                  </a:cubicBezTo>
                  <a:cubicBezTo>
                    <a:pt x="82" y="31"/>
                    <a:pt x="77" y="37"/>
                    <a:pt x="69" y="40"/>
                  </a:cubicBezTo>
                  <a:cubicBezTo>
                    <a:pt x="79" y="43"/>
                    <a:pt x="86" y="49"/>
                    <a:pt x="86" y="59"/>
                  </a:cubicBezTo>
                  <a:close/>
                  <a:moveTo>
                    <a:pt x="17" y="13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57" y="34"/>
                    <a:pt x="63" y="31"/>
                    <a:pt x="63" y="24"/>
                  </a:cubicBezTo>
                  <a:cubicBezTo>
                    <a:pt x="63" y="17"/>
                    <a:pt x="57" y="13"/>
                    <a:pt x="46" y="13"/>
                  </a:cubicBezTo>
                  <a:lnTo>
                    <a:pt x="17" y="13"/>
                  </a:lnTo>
                  <a:close/>
                  <a:moveTo>
                    <a:pt x="67" y="58"/>
                  </a:moveTo>
                  <a:cubicBezTo>
                    <a:pt x="67" y="51"/>
                    <a:pt x="60" y="47"/>
                    <a:pt x="50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60" y="69"/>
                    <a:pt x="67" y="65"/>
                    <a:pt x="67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69095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locks_4 Columns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BCF5F30-D370-4466-83E8-53B40DAB5648}"/>
              </a:ext>
            </a:extLst>
          </p:cNvPr>
          <p:cNvSpPr/>
          <p:nvPr userDrawn="1"/>
        </p:nvSpPr>
        <p:spPr>
          <a:xfrm>
            <a:off x="96000" y="111627"/>
            <a:ext cx="12000000" cy="6492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noProof="0">
              <a:solidFill>
                <a:schemeClr val="accent1"/>
              </a:solidFill>
            </a:endParaRPr>
          </a:p>
        </p:txBody>
      </p:sp>
      <p:sp>
        <p:nvSpPr>
          <p:cNvPr id="45" name="Title 13">
            <a:extLst>
              <a:ext uri="{FF2B5EF4-FFF2-40B4-BE49-F238E27FC236}">
                <a16:creationId xmlns:a16="http://schemas.microsoft.com/office/drawing/2014/main" id="{D112AC07-9248-4648-9D69-E1265AB203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320" y="277913"/>
            <a:ext cx="10967359" cy="86177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28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This is the slide title </a:t>
            </a:r>
            <a:br>
              <a:rPr lang="en-US" noProof="0" dirty="0"/>
            </a:br>
            <a:r>
              <a:rPr lang="en-US" noProof="0" dirty="0"/>
              <a:t>in 2 lines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EB7CAC-DAA2-457B-A482-FE1445D93314}"/>
              </a:ext>
            </a:extLst>
          </p:cNvPr>
          <p:cNvCxnSpPr>
            <a:cxnSpLocks/>
          </p:cNvCxnSpPr>
          <p:nvPr userDrawn="1"/>
        </p:nvCxnSpPr>
        <p:spPr>
          <a:xfrm>
            <a:off x="3241058" y="2063439"/>
            <a:ext cx="0" cy="3718800"/>
          </a:xfrm>
          <a:prstGeom prst="line">
            <a:avLst/>
          </a:prstGeom>
          <a:ln w="9525">
            <a:solidFill>
              <a:schemeClr val="bg2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7FE814C-4A5E-48CD-AEE6-112F480880E9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063439"/>
            <a:ext cx="0" cy="3717088"/>
          </a:xfrm>
          <a:prstGeom prst="line">
            <a:avLst/>
          </a:prstGeom>
          <a:ln w="9525">
            <a:solidFill>
              <a:schemeClr val="bg2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B60E0BD-7E5B-458B-A09E-9698FE371E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311" y="2631440"/>
            <a:ext cx="2406551" cy="50328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2ADB9FB4-C977-46D3-971C-D7CC1DEE7A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65253" y="2631440"/>
            <a:ext cx="2406551" cy="50328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87E3D9A8-EEC4-4B33-ABCD-39E1AA5C2D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20195" y="2631440"/>
            <a:ext cx="2406551" cy="50328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20AEC6D9-517D-4606-8128-7567ED2C48E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461980" y="1785600"/>
            <a:ext cx="703213" cy="7032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8C265F78-A85B-45A2-A32F-D9197BA77E7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16922" y="1785600"/>
            <a:ext cx="703213" cy="7032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DC38B81B-57D9-4530-BDFE-09861986E88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171864" y="1785600"/>
            <a:ext cx="703213" cy="7032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FD54FA2-D3A1-446A-9263-346EB89CFF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AEEB37-C3B4-D24C-B106-A5EF35DCA9BE}"/>
              </a:ext>
            </a:extLst>
          </p:cNvPr>
          <p:cNvSpPr/>
          <p:nvPr userDrawn="1"/>
        </p:nvSpPr>
        <p:spPr>
          <a:xfrm>
            <a:off x="610311" y="1259335"/>
            <a:ext cx="823380" cy="99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E0C817D-6E5F-9247-A961-9BBDFF36F7D9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5F3D6892-36B9-884C-8198-B05E40A2F8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43859D6E-A744-411E-BB1B-4F38470E05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75137" y="2637599"/>
            <a:ext cx="2406551" cy="50328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8A944242-B661-4EA8-982F-75E220A3BA4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0026806" y="1791759"/>
            <a:ext cx="703213" cy="7032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Icon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795B7F8-19D4-499C-9219-7581537556C3}"/>
              </a:ext>
            </a:extLst>
          </p:cNvPr>
          <p:cNvCxnSpPr>
            <a:cxnSpLocks/>
          </p:cNvCxnSpPr>
          <p:nvPr userDrawn="1"/>
        </p:nvCxnSpPr>
        <p:spPr>
          <a:xfrm>
            <a:off x="8950941" y="2063439"/>
            <a:ext cx="0" cy="3717088"/>
          </a:xfrm>
          <a:prstGeom prst="line">
            <a:avLst/>
          </a:prstGeom>
          <a:ln w="9525">
            <a:solidFill>
              <a:schemeClr val="bg2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C94538E5-9390-4DA5-A405-B22EC6E162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312" y="3241338"/>
            <a:ext cx="2406550" cy="2739211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defRPr sz="14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10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FA83E966-0A76-401F-8B34-76C1F5D3DD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65253" y="3241338"/>
            <a:ext cx="2406550" cy="2739211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defRPr sz="14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10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DA784F79-53F1-4BF6-9816-C00749A5F7B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20195" y="3241338"/>
            <a:ext cx="2406550" cy="2739211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defRPr sz="14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10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F5A6734B-8019-42F9-949E-A58FDBAD484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75137" y="3241338"/>
            <a:ext cx="2406550" cy="2739211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defRPr sz="14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10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37" name="Date Placeholder 3">
            <a:extLst>
              <a:ext uri="{FF2B5EF4-FFF2-40B4-BE49-F238E27FC236}">
                <a16:creationId xmlns:a16="http://schemas.microsoft.com/office/drawing/2014/main" id="{706E5642-E0F5-4A39-AAFC-34431A36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31A9EC69-5CF4-4ECF-9761-6672080293F5}" type="datetime3">
              <a:rPr lang="en-US" smtClean="0"/>
              <a:t>3 November 2025</a:t>
            </a:fld>
            <a:endParaRPr lang="fr-FR" dirty="0"/>
          </a:p>
        </p:txBody>
      </p:sp>
      <p:grpSp>
        <p:nvGrpSpPr>
          <p:cNvPr id="39" name="Groupe 250">
            <a:extLst>
              <a:ext uri="{FF2B5EF4-FFF2-40B4-BE49-F238E27FC236}">
                <a16:creationId xmlns:a16="http://schemas.microsoft.com/office/drawing/2014/main" id="{E5FAD115-A3FB-4DC2-8441-96D5AB6C28E6}"/>
              </a:ext>
            </a:extLst>
          </p:cNvPr>
          <p:cNvGrpSpPr/>
          <p:nvPr userDrawn="1"/>
        </p:nvGrpSpPr>
        <p:grpSpPr>
          <a:xfrm>
            <a:off x="5456917" y="6670035"/>
            <a:ext cx="1278167" cy="125311"/>
            <a:chOff x="5629458" y="3655836"/>
            <a:chExt cx="2227432" cy="218376"/>
          </a:xfrm>
          <a:solidFill>
            <a:srgbClr val="5E6A71"/>
          </a:solidFill>
        </p:grpSpPr>
        <p:sp>
          <p:nvSpPr>
            <p:cNvPr id="40" name="Freeform 5">
              <a:extLst>
                <a:ext uri="{FF2B5EF4-FFF2-40B4-BE49-F238E27FC236}">
                  <a16:creationId xmlns:a16="http://schemas.microsoft.com/office/drawing/2014/main" id="{BF1144E6-07A0-4AA7-931B-65268495C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975" y="3775689"/>
              <a:ext cx="61958" cy="55864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1" name="Rectangle 6">
              <a:extLst>
                <a:ext uri="{FF2B5EF4-FFF2-40B4-BE49-F238E27FC236}">
                  <a16:creationId xmlns:a16="http://schemas.microsoft.com/office/drawing/2014/main" id="{CB0B6CBA-2E0A-4161-88B7-EB0CAB0E4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662" y="3849835"/>
              <a:ext cx="284396" cy="2437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3" name="Freeform 7">
              <a:extLst>
                <a:ext uri="{FF2B5EF4-FFF2-40B4-BE49-F238E27FC236}">
                  <a16:creationId xmlns:a16="http://schemas.microsoft.com/office/drawing/2014/main" id="{F47667B2-FD31-48F5-AE2A-8DFA58E5B6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1195" y="3655836"/>
              <a:ext cx="77193" cy="62973"/>
            </a:xfrm>
            <a:custGeom>
              <a:avLst/>
              <a:gdLst>
                <a:gd name="T0" fmla="*/ 66 w 66"/>
                <a:gd name="T1" fmla="*/ 25 h 53"/>
                <a:gd name="T2" fmla="*/ 19 w 66"/>
                <a:gd name="T3" fmla="*/ 50 h 53"/>
                <a:gd name="T4" fmla="*/ 7 w 66"/>
                <a:gd name="T5" fmla="*/ 48 h 53"/>
                <a:gd name="T6" fmla="*/ 0 w 66"/>
                <a:gd name="T7" fmla="*/ 31 h 53"/>
                <a:gd name="T8" fmla="*/ 8 w 66"/>
                <a:gd name="T9" fmla="*/ 31 h 53"/>
                <a:gd name="T10" fmla="*/ 66 w 66"/>
                <a:gd name="T11" fmla="*/ 0 h 53"/>
                <a:gd name="T12" fmla="*/ 66 w 66"/>
                <a:gd name="T13" fmla="*/ 2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53">
                  <a:moveTo>
                    <a:pt x="66" y="25"/>
                  </a:moveTo>
                  <a:cubicBezTo>
                    <a:pt x="66" y="25"/>
                    <a:pt x="28" y="47"/>
                    <a:pt x="19" y="50"/>
                  </a:cubicBezTo>
                  <a:cubicBezTo>
                    <a:pt x="11" y="53"/>
                    <a:pt x="8" y="49"/>
                    <a:pt x="7" y="48"/>
                  </a:cubicBezTo>
                  <a:cubicBezTo>
                    <a:pt x="4" y="44"/>
                    <a:pt x="1" y="33"/>
                    <a:pt x="0" y="31"/>
                  </a:cubicBezTo>
                  <a:cubicBezTo>
                    <a:pt x="1" y="31"/>
                    <a:pt x="3" y="32"/>
                    <a:pt x="8" y="31"/>
                  </a:cubicBezTo>
                  <a:cubicBezTo>
                    <a:pt x="13" y="29"/>
                    <a:pt x="66" y="0"/>
                    <a:pt x="66" y="0"/>
                  </a:cubicBezTo>
                  <a:cubicBezTo>
                    <a:pt x="66" y="25"/>
                    <a:pt x="66" y="25"/>
                    <a:pt x="66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4" name="Freeform 8">
              <a:extLst>
                <a:ext uri="{FF2B5EF4-FFF2-40B4-BE49-F238E27FC236}">
                  <a16:creationId xmlns:a16="http://schemas.microsoft.com/office/drawing/2014/main" id="{EA17836D-6C74-4E71-838F-816EE977FA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458" y="3669040"/>
              <a:ext cx="318930" cy="18384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6" name="Freeform 9">
              <a:extLst>
                <a:ext uri="{FF2B5EF4-FFF2-40B4-BE49-F238E27FC236}">
                  <a16:creationId xmlns:a16="http://schemas.microsoft.com/office/drawing/2014/main" id="{EA8C5F51-C94E-44EF-AC7B-9E5633EB383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3550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5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7" name="Freeform 10">
              <a:extLst>
                <a:ext uri="{FF2B5EF4-FFF2-40B4-BE49-F238E27FC236}">
                  <a16:creationId xmlns:a16="http://schemas.microsoft.com/office/drawing/2014/main" id="{5CB776CC-63D4-47AC-B806-003CE520E8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8481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8" name="Freeform 11">
              <a:extLst>
                <a:ext uri="{FF2B5EF4-FFF2-40B4-BE49-F238E27FC236}">
                  <a16:creationId xmlns:a16="http://schemas.microsoft.com/office/drawing/2014/main" id="{D0C7E140-5E95-4C4B-AEF3-E005B80CA1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4271" y="3696464"/>
              <a:ext cx="90398" cy="126963"/>
            </a:xfrm>
            <a:custGeom>
              <a:avLst/>
              <a:gdLst>
                <a:gd name="T0" fmla="*/ 0 w 77"/>
                <a:gd name="T1" fmla="*/ 83 h 107"/>
                <a:gd name="T2" fmla="*/ 0 w 77"/>
                <a:gd name="T3" fmla="*/ 24 h 107"/>
                <a:gd name="T4" fmla="*/ 75 w 77"/>
                <a:gd name="T5" fmla="*/ 24 h 107"/>
                <a:gd name="T6" fmla="*/ 75 w 77"/>
                <a:gd name="T7" fmla="*/ 37 h 107"/>
                <a:gd name="T8" fmla="*/ 18 w 77"/>
                <a:gd name="T9" fmla="*/ 37 h 107"/>
                <a:gd name="T10" fmla="*/ 18 w 77"/>
                <a:gd name="T11" fmla="*/ 57 h 107"/>
                <a:gd name="T12" fmla="*/ 70 w 77"/>
                <a:gd name="T13" fmla="*/ 57 h 107"/>
                <a:gd name="T14" fmla="*/ 70 w 77"/>
                <a:gd name="T15" fmla="*/ 70 h 107"/>
                <a:gd name="T16" fmla="*/ 18 w 77"/>
                <a:gd name="T17" fmla="*/ 70 h 107"/>
                <a:gd name="T18" fmla="*/ 18 w 77"/>
                <a:gd name="T19" fmla="*/ 83 h 107"/>
                <a:gd name="T20" fmla="*/ 28 w 77"/>
                <a:gd name="T21" fmla="*/ 93 h 107"/>
                <a:gd name="T22" fmla="*/ 77 w 77"/>
                <a:gd name="T23" fmla="*/ 93 h 107"/>
                <a:gd name="T24" fmla="*/ 77 w 77"/>
                <a:gd name="T25" fmla="*/ 107 h 107"/>
                <a:gd name="T26" fmla="*/ 24 w 77"/>
                <a:gd name="T27" fmla="*/ 107 h 107"/>
                <a:gd name="T28" fmla="*/ 0 w 77"/>
                <a:gd name="T29" fmla="*/ 83 h 107"/>
                <a:gd name="T30" fmla="*/ 57 w 77"/>
                <a:gd name="T31" fmla="*/ 0 h 107"/>
                <a:gd name="T32" fmla="*/ 43 w 77"/>
                <a:gd name="T33" fmla="*/ 15 h 107"/>
                <a:gd name="T34" fmla="*/ 28 w 77"/>
                <a:gd name="T35" fmla="*/ 15 h 107"/>
                <a:gd name="T36" fmla="*/ 39 w 77"/>
                <a:gd name="T37" fmla="*/ 0 h 107"/>
                <a:gd name="T38" fmla="*/ 57 w 77"/>
                <a:gd name="T39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" h="107">
                  <a:moveTo>
                    <a:pt x="0" y="83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90"/>
                    <a:pt x="21" y="93"/>
                    <a:pt x="28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107"/>
                    <a:pt x="77" y="107"/>
                    <a:pt x="77" y="107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9" y="107"/>
                    <a:pt x="0" y="98"/>
                    <a:pt x="0" y="83"/>
                  </a:cubicBezTo>
                  <a:close/>
                  <a:moveTo>
                    <a:pt x="57" y="0"/>
                  </a:moveTo>
                  <a:cubicBezTo>
                    <a:pt x="43" y="15"/>
                    <a:pt x="43" y="15"/>
                    <a:pt x="43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9" y="0"/>
                    <a:pt x="39" y="0"/>
                    <a:pt x="39" y="0"/>
                  </a:cubicBez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9" name="Freeform 12">
              <a:extLst>
                <a:ext uri="{FF2B5EF4-FFF2-40B4-BE49-F238E27FC236}">
                  <a16:creationId xmlns:a16="http://schemas.microsoft.com/office/drawing/2014/main" id="{43B0907E-79A0-4C69-B5F3-DE320D0B66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7014" y="3724904"/>
              <a:ext cx="105633" cy="98523"/>
            </a:xfrm>
            <a:custGeom>
              <a:avLst/>
              <a:gdLst>
                <a:gd name="T0" fmla="*/ 0 w 90"/>
                <a:gd name="T1" fmla="*/ 0 h 83"/>
                <a:gd name="T2" fmla="*/ 37 w 90"/>
                <a:gd name="T3" fmla="*/ 0 h 83"/>
                <a:gd name="T4" fmla="*/ 90 w 90"/>
                <a:gd name="T5" fmla="*/ 41 h 83"/>
                <a:gd name="T6" fmla="*/ 37 w 90"/>
                <a:gd name="T7" fmla="*/ 83 h 83"/>
                <a:gd name="T8" fmla="*/ 0 w 90"/>
                <a:gd name="T9" fmla="*/ 83 h 83"/>
                <a:gd name="T10" fmla="*/ 0 w 90"/>
                <a:gd name="T11" fmla="*/ 0 h 83"/>
                <a:gd name="T12" fmla="*/ 38 w 90"/>
                <a:gd name="T13" fmla="*/ 69 h 83"/>
                <a:gd name="T14" fmla="*/ 71 w 90"/>
                <a:gd name="T15" fmla="*/ 41 h 83"/>
                <a:gd name="T16" fmla="*/ 38 w 90"/>
                <a:gd name="T17" fmla="*/ 13 h 83"/>
                <a:gd name="T18" fmla="*/ 17 w 90"/>
                <a:gd name="T19" fmla="*/ 13 h 83"/>
                <a:gd name="T20" fmla="*/ 17 w 90"/>
                <a:gd name="T21" fmla="*/ 69 h 83"/>
                <a:gd name="T22" fmla="*/ 38 w 90"/>
                <a:gd name="T23" fmla="*/ 6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3">
                  <a:moveTo>
                    <a:pt x="0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69" y="0"/>
                    <a:pt x="90" y="17"/>
                    <a:pt x="90" y="41"/>
                  </a:cubicBezTo>
                  <a:cubicBezTo>
                    <a:pt x="90" y="66"/>
                    <a:pt x="69" y="83"/>
                    <a:pt x="3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38" y="69"/>
                  </a:moveTo>
                  <a:cubicBezTo>
                    <a:pt x="58" y="69"/>
                    <a:pt x="71" y="58"/>
                    <a:pt x="71" y="41"/>
                  </a:cubicBezTo>
                  <a:cubicBezTo>
                    <a:pt x="71" y="25"/>
                    <a:pt x="58" y="13"/>
                    <a:pt x="3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69"/>
                    <a:pt x="17" y="69"/>
                    <a:pt x="17" y="69"/>
                  </a:cubicBezTo>
                  <a:lnTo>
                    <a:pt x="38" y="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0" name="Rectangle 13">
              <a:extLst>
                <a:ext uri="{FF2B5EF4-FFF2-40B4-BE49-F238E27FC236}">
                  <a16:creationId xmlns:a16="http://schemas.microsoft.com/office/drawing/2014/main" id="{5B4D01C8-311B-48F8-9D65-0ED98365D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929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1" name="Freeform 14">
              <a:extLst>
                <a:ext uri="{FF2B5EF4-FFF2-40B4-BE49-F238E27FC236}">
                  <a16:creationId xmlns:a16="http://schemas.microsoft.com/office/drawing/2014/main" id="{FAC8CBE5-9D4E-4E8C-8B9D-C1F3FC1F6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557" y="3724904"/>
              <a:ext cx="94460" cy="98523"/>
            </a:xfrm>
            <a:custGeom>
              <a:avLst/>
              <a:gdLst>
                <a:gd name="T0" fmla="*/ 0 w 93"/>
                <a:gd name="T1" fmla="*/ 15 h 97"/>
                <a:gd name="T2" fmla="*/ 0 w 93"/>
                <a:gd name="T3" fmla="*/ 0 h 97"/>
                <a:gd name="T4" fmla="*/ 93 w 93"/>
                <a:gd name="T5" fmla="*/ 0 h 97"/>
                <a:gd name="T6" fmla="*/ 93 w 93"/>
                <a:gd name="T7" fmla="*/ 15 h 97"/>
                <a:gd name="T8" fmla="*/ 56 w 93"/>
                <a:gd name="T9" fmla="*/ 15 h 97"/>
                <a:gd name="T10" fmla="*/ 56 w 93"/>
                <a:gd name="T11" fmla="*/ 97 h 97"/>
                <a:gd name="T12" fmla="*/ 36 w 93"/>
                <a:gd name="T13" fmla="*/ 97 h 97"/>
                <a:gd name="T14" fmla="*/ 36 w 93"/>
                <a:gd name="T15" fmla="*/ 15 h 97"/>
                <a:gd name="T16" fmla="*/ 0 w 93"/>
                <a:gd name="T17" fmla="*/ 1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97">
                  <a:moveTo>
                    <a:pt x="0" y="15"/>
                  </a:moveTo>
                  <a:lnTo>
                    <a:pt x="0" y="0"/>
                  </a:lnTo>
                  <a:lnTo>
                    <a:pt x="93" y="0"/>
                  </a:lnTo>
                  <a:lnTo>
                    <a:pt x="93" y="15"/>
                  </a:lnTo>
                  <a:lnTo>
                    <a:pt x="56" y="15"/>
                  </a:lnTo>
                  <a:lnTo>
                    <a:pt x="56" y="97"/>
                  </a:lnTo>
                  <a:lnTo>
                    <a:pt x="36" y="97"/>
                  </a:lnTo>
                  <a:lnTo>
                    <a:pt x="36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2" name="Freeform 15">
              <a:extLst>
                <a:ext uri="{FF2B5EF4-FFF2-40B4-BE49-F238E27FC236}">
                  <a16:creationId xmlns:a16="http://schemas.microsoft.com/office/drawing/2014/main" id="{182DD9BA-DBAB-4D15-93CA-D109FFEA97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70552" y="3724904"/>
              <a:ext cx="121884" cy="98523"/>
            </a:xfrm>
            <a:custGeom>
              <a:avLst/>
              <a:gdLst>
                <a:gd name="T0" fmla="*/ 85 w 120"/>
                <a:gd name="T1" fmla="*/ 73 h 97"/>
                <a:gd name="T2" fmla="*/ 32 w 120"/>
                <a:gd name="T3" fmla="*/ 73 h 97"/>
                <a:gd name="T4" fmla="*/ 21 w 120"/>
                <a:gd name="T5" fmla="*/ 97 h 97"/>
                <a:gd name="T6" fmla="*/ 0 w 120"/>
                <a:gd name="T7" fmla="*/ 97 h 97"/>
                <a:gd name="T8" fmla="*/ 50 w 120"/>
                <a:gd name="T9" fmla="*/ 0 h 97"/>
                <a:gd name="T10" fmla="*/ 70 w 120"/>
                <a:gd name="T11" fmla="*/ 0 h 97"/>
                <a:gd name="T12" fmla="*/ 120 w 120"/>
                <a:gd name="T13" fmla="*/ 97 h 97"/>
                <a:gd name="T14" fmla="*/ 97 w 120"/>
                <a:gd name="T15" fmla="*/ 97 h 97"/>
                <a:gd name="T16" fmla="*/ 85 w 120"/>
                <a:gd name="T17" fmla="*/ 73 h 97"/>
                <a:gd name="T18" fmla="*/ 77 w 120"/>
                <a:gd name="T19" fmla="*/ 58 h 97"/>
                <a:gd name="T20" fmla="*/ 59 w 120"/>
                <a:gd name="T21" fmla="*/ 20 h 97"/>
                <a:gd name="T22" fmla="*/ 40 w 120"/>
                <a:gd name="T23" fmla="*/ 58 h 97"/>
                <a:gd name="T24" fmla="*/ 77 w 120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7">
                  <a:moveTo>
                    <a:pt x="85" y="73"/>
                  </a:moveTo>
                  <a:lnTo>
                    <a:pt x="32" y="73"/>
                  </a:lnTo>
                  <a:lnTo>
                    <a:pt x="21" y="97"/>
                  </a:lnTo>
                  <a:lnTo>
                    <a:pt x="0" y="97"/>
                  </a:lnTo>
                  <a:lnTo>
                    <a:pt x="50" y="0"/>
                  </a:lnTo>
                  <a:lnTo>
                    <a:pt x="70" y="0"/>
                  </a:lnTo>
                  <a:lnTo>
                    <a:pt x="120" y="97"/>
                  </a:lnTo>
                  <a:lnTo>
                    <a:pt x="97" y="97"/>
                  </a:lnTo>
                  <a:lnTo>
                    <a:pt x="85" y="73"/>
                  </a:lnTo>
                  <a:close/>
                  <a:moveTo>
                    <a:pt x="77" y="58"/>
                  </a:moveTo>
                  <a:lnTo>
                    <a:pt x="59" y="20"/>
                  </a:lnTo>
                  <a:lnTo>
                    <a:pt x="40" y="58"/>
                  </a:lnTo>
                  <a:lnTo>
                    <a:pt x="77" y="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3" name="Freeform 16">
              <a:extLst>
                <a:ext uri="{FF2B5EF4-FFF2-40B4-BE49-F238E27FC236}">
                  <a16:creationId xmlns:a16="http://schemas.microsoft.com/office/drawing/2014/main" id="{9E0C9252-3181-4359-B53D-8715AA596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498" y="3723888"/>
              <a:ext cx="108680" cy="100555"/>
            </a:xfrm>
            <a:custGeom>
              <a:avLst/>
              <a:gdLst>
                <a:gd name="T0" fmla="*/ 52 w 93"/>
                <a:gd name="T1" fmla="*/ 0 h 85"/>
                <a:gd name="T2" fmla="*/ 89 w 93"/>
                <a:gd name="T3" fmla="*/ 11 h 85"/>
                <a:gd name="T4" fmla="*/ 80 w 93"/>
                <a:gd name="T5" fmla="*/ 22 h 85"/>
                <a:gd name="T6" fmla="*/ 53 w 93"/>
                <a:gd name="T7" fmla="*/ 12 h 85"/>
                <a:gd name="T8" fmla="*/ 18 w 93"/>
                <a:gd name="T9" fmla="*/ 42 h 85"/>
                <a:gd name="T10" fmla="*/ 52 w 93"/>
                <a:gd name="T11" fmla="*/ 72 h 85"/>
                <a:gd name="T12" fmla="*/ 76 w 93"/>
                <a:gd name="T13" fmla="*/ 66 h 85"/>
                <a:gd name="T14" fmla="*/ 76 w 93"/>
                <a:gd name="T15" fmla="*/ 50 h 85"/>
                <a:gd name="T16" fmla="*/ 51 w 93"/>
                <a:gd name="T17" fmla="*/ 50 h 85"/>
                <a:gd name="T18" fmla="*/ 51 w 93"/>
                <a:gd name="T19" fmla="*/ 37 h 85"/>
                <a:gd name="T20" fmla="*/ 93 w 93"/>
                <a:gd name="T21" fmla="*/ 37 h 85"/>
                <a:gd name="T22" fmla="*/ 93 w 93"/>
                <a:gd name="T23" fmla="*/ 72 h 85"/>
                <a:gd name="T24" fmla="*/ 52 w 93"/>
                <a:gd name="T25" fmla="*/ 85 h 85"/>
                <a:gd name="T26" fmla="*/ 0 w 93"/>
                <a:gd name="T27" fmla="*/ 42 h 85"/>
                <a:gd name="T28" fmla="*/ 52 w 93"/>
                <a:gd name="T2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4"/>
                    <a:pt x="18" y="42"/>
                  </a:cubicBezTo>
                  <a:cubicBezTo>
                    <a:pt x="18" y="59"/>
                    <a:pt x="32" y="72"/>
                    <a:pt x="52" y="72"/>
                  </a:cubicBezTo>
                  <a:cubicBezTo>
                    <a:pt x="61" y="72"/>
                    <a:pt x="70" y="70"/>
                    <a:pt x="76" y="66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3" y="72"/>
                    <a:pt x="93" y="72"/>
                    <a:pt x="93" y="72"/>
                  </a:cubicBezTo>
                  <a:cubicBezTo>
                    <a:pt x="83" y="79"/>
                    <a:pt x="69" y="85"/>
                    <a:pt x="52" y="85"/>
                  </a:cubicBezTo>
                  <a:cubicBezTo>
                    <a:pt x="21" y="85"/>
                    <a:pt x="0" y="67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4" name="Freeform 17">
              <a:extLst>
                <a:ext uri="{FF2B5EF4-FFF2-40B4-BE49-F238E27FC236}">
                  <a16:creationId xmlns:a16="http://schemas.microsoft.com/office/drawing/2014/main" id="{B523581B-D367-4DB0-AABB-1DD6DBB9CE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9555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5" name="Rectangle 18">
              <a:extLst>
                <a:ext uri="{FF2B5EF4-FFF2-40B4-BE49-F238E27FC236}">
                  <a16:creationId xmlns:a16="http://schemas.microsoft.com/office/drawing/2014/main" id="{6886C3F2-FDA3-49BB-8839-2B9ADC71DC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9408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6" name="Freeform 19">
              <a:extLst>
                <a:ext uri="{FF2B5EF4-FFF2-40B4-BE49-F238E27FC236}">
                  <a16:creationId xmlns:a16="http://schemas.microsoft.com/office/drawing/2014/main" id="{8A92D0BD-7182-4985-91EA-71D8BE200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2067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8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8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4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7" name="Freeform 20">
              <a:extLst>
                <a:ext uri="{FF2B5EF4-FFF2-40B4-BE49-F238E27FC236}">
                  <a16:creationId xmlns:a16="http://schemas.microsoft.com/office/drawing/2014/main" id="{461F9DB7-5DD9-457C-9CC8-F9C80CD9F1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1763" y="3723888"/>
              <a:ext cx="123915" cy="100555"/>
            </a:xfrm>
            <a:custGeom>
              <a:avLst/>
              <a:gdLst>
                <a:gd name="T0" fmla="*/ 0 w 105"/>
                <a:gd name="T1" fmla="*/ 42 h 85"/>
                <a:gd name="T2" fmla="*/ 52 w 105"/>
                <a:gd name="T3" fmla="*/ 0 h 85"/>
                <a:gd name="T4" fmla="*/ 105 w 105"/>
                <a:gd name="T5" fmla="*/ 42 h 85"/>
                <a:gd name="T6" fmla="*/ 52 w 105"/>
                <a:gd name="T7" fmla="*/ 85 h 85"/>
                <a:gd name="T8" fmla="*/ 0 w 105"/>
                <a:gd name="T9" fmla="*/ 42 h 85"/>
                <a:gd name="T10" fmla="*/ 19 w 105"/>
                <a:gd name="T11" fmla="*/ 42 h 85"/>
                <a:gd name="T12" fmla="*/ 52 w 105"/>
                <a:gd name="T13" fmla="*/ 72 h 85"/>
                <a:gd name="T14" fmla="*/ 86 w 105"/>
                <a:gd name="T15" fmla="*/ 42 h 85"/>
                <a:gd name="T16" fmla="*/ 52 w 105"/>
                <a:gd name="T17" fmla="*/ 12 h 85"/>
                <a:gd name="T18" fmla="*/ 19 w 105"/>
                <a:gd name="T19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" h="85">
                  <a:moveTo>
                    <a:pt x="0" y="42"/>
                  </a:moveTo>
                  <a:cubicBezTo>
                    <a:pt x="0" y="19"/>
                    <a:pt x="22" y="0"/>
                    <a:pt x="52" y="0"/>
                  </a:cubicBezTo>
                  <a:cubicBezTo>
                    <a:pt x="83" y="0"/>
                    <a:pt x="105" y="19"/>
                    <a:pt x="105" y="42"/>
                  </a:cubicBezTo>
                  <a:cubicBezTo>
                    <a:pt x="105" y="66"/>
                    <a:pt x="83" y="85"/>
                    <a:pt x="52" y="85"/>
                  </a:cubicBezTo>
                  <a:cubicBezTo>
                    <a:pt x="22" y="85"/>
                    <a:pt x="0" y="66"/>
                    <a:pt x="0" y="42"/>
                  </a:cubicBezTo>
                  <a:close/>
                  <a:moveTo>
                    <a:pt x="19" y="42"/>
                  </a:moveTo>
                  <a:cubicBezTo>
                    <a:pt x="19" y="59"/>
                    <a:pt x="32" y="72"/>
                    <a:pt x="52" y="72"/>
                  </a:cubicBezTo>
                  <a:cubicBezTo>
                    <a:pt x="72" y="72"/>
                    <a:pt x="86" y="59"/>
                    <a:pt x="86" y="42"/>
                  </a:cubicBezTo>
                  <a:cubicBezTo>
                    <a:pt x="86" y="26"/>
                    <a:pt x="72" y="12"/>
                    <a:pt x="52" y="12"/>
                  </a:cubicBezTo>
                  <a:cubicBezTo>
                    <a:pt x="32" y="12"/>
                    <a:pt x="19" y="26"/>
                    <a:pt x="19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8" name="Freeform 21">
              <a:extLst>
                <a:ext uri="{FF2B5EF4-FFF2-40B4-BE49-F238E27FC236}">
                  <a16:creationId xmlns:a16="http://schemas.microsoft.com/office/drawing/2014/main" id="{3B9E5BB0-40BC-4838-A753-E9AFB13AB27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1929" y="3724904"/>
              <a:ext cx="82272" cy="98523"/>
            </a:xfrm>
            <a:custGeom>
              <a:avLst/>
              <a:gdLst>
                <a:gd name="T0" fmla="*/ 0 w 81"/>
                <a:gd name="T1" fmla="*/ 0 h 97"/>
                <a:gd name="T2" fmla="*/ 20 w 81"/>
                <a:gd name="T3" fmla="*/ 0 h 97"/>
                <a:gd name="T4" fmla="*/ 20 w 81"/>
                <a:gd name="T5" fmla="*/ 81 h 97"/>
                <a:gd name="T6" fmla="*/ 81 w 81"/>
                <a:gd name="T7" fmla="*/ 81 h 97"/>
                <a:gd name="T8" fmla="*/ 81 w 81"/>
                <a:gd name="T9" fmla="*/ 97 h 97"/>
                <a:gd name="T10" fmla="*/ 0 w 81"/>
                <a:gd name="T11" fmla="*/ 97 h 97"/>
                <a:gd name="T12" fmla="*/ 0 w 81"/>
                <a:gd name="T13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97">
                  <a:moveTo>
                    <a:pt x="0" y="0"/>
                  </a:moveTo>
                  <a:lnTo>
                    <a:pt x="20" y="0"/>
                  </a:lnTo>
                  <a:lnTo>
                    <a:pt x="20" y="81"/>
                  </a:lnTo>
                  <a:lnTo>
                    <a:pt x="81" y="81"/>
                  </a:lnTo>
                  <a:lnTo>
                    <a:pt x="81" y="97"/>
                  </a:lnTo>
                  <a:lnTo>
                    <a:pt x="0" y="9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9" name="Freeform 22">
              <a:extLst>
                <a:ext uri="{FF2B5EF4-FFF2-40B4-BE49-F238E27FC236}">
                  <a16:creationId xmlns:a16="http://schemas.microsoft.com/office/drawing/2014/main" id="{8F800186-3998-4005-9372-E3FAEF713927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4359" y="3724904"/>
              <a:ext cx="89382" cy="98523"/>
            </a:xfrm>
            <a:custGeom>
              <a:avLst/>
              <a:gdLst>
                <a:gd name="T0" fmla="*/ 0 w 76"/>
                <a:gd name="T1" fmla="*/ 59 h 83"/>
                <a:gd name="T2" fmla="*/ 0 w 76"/>
                <a:gd name="T3" fmla="*/ 0 h 83"/>
                <a:gd name="T4" fmla="*/ 75 w 76"/>
                <a:gd name="T5" fmla="*/ 0 h 83"/>
                <a:gd name="T6" fmla="*/ 75 w 76"/>
                <a:gd name="T7" fmla="*/ 13 h 83"/>
                <a:gd name="T8" fmla="*/ 18 w 76"/>
                <a:gd name="T9" fmla="*/ 13 h 83"/>
                <a:gd name="T10" fmla="*/ 18 w 76"/>
                <a:gd name="T11" fmla="*/ 33 h 83"/>
                <a:gd name="T12" fmla="*/ 70 w 76"/>
                <a:gd name="T13" fmla="*/ 33 h 83"/>
                <a:gd name="T14" fmla="*/ 70 w 76"/>
                <a:gd name="T15" fmla="*/ 46 h 83"/>
                <a:gd name="T16" fmla="*/ 18 w 76"/>
                <a:gd name="T17" fmla="*/ 46 h 83"/>
                <a:gd name="T18" fmla="*/ 18 w 76"/>
                <a:gd name="T19" fmla="*/ 59 h 83"/>
                <a:gd name="T20" fmla="*/ 28 w 76"/>
                <a:gd name="T21" fmla="*/ 69 h 83"/>
                <a:gd name="T22" fmla="*/ 76 w 76"/>
                <a:gd name="T23" fmla="*/ 69 h 83"/>
                <a:gd name="T24" fmla="*/ 76 w 76"/>
                <a:gd name="T25" fmla="*/ 83 h 83"/>
                <a:gd name="T26" fmla="*/ 24 w 76"/>
                <a:gd name="T27" fmla="*/ 83 h 83"/>
                <a:gd name="T28" fmla="*/ 0 w 76"/>
                <a:gd name="T29" fmla="*/ 5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83">
                  <a:moveTo>
                    <a:pt x="0" y="5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66"/>
                    <a:pt x="21" y="69"/>
                    <a:pt x="28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9" y="83"/>
                    <a:pt x="0" y="74"/>
                    <a:pt x="0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0" name="Freeform 23">
              <a:extLst>
                <a:ext uri="{FF2B5EF4-FFF2-40B4-BE49-F238E27FC236}">
                  <a16:creationId xmlns:a16="http://schemas.microsoft.com/office/drawing/2014/main" id="{0226A635-5D6C-4873-898D-B0DC5B125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2651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5"/>
                    <a:pt x="18" y="42"/>
                  </a:cubicBezTo>
                  <a:cubicBezTo>
                    <a:pt x="18" y="60"/>
                    <a:pt x="34" y="72"/>
                    <a:pt x="53" y="72"/>
                  </a:cubicBezTo>
                  <a:cubicBezTo>
                    <a:pt x="65" y="72"/>
                    <a:pt x="73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1" name="Rectangle 24">
              <a:extLst>
                <a:ext uri="{FF2B5EF4-FFF2-40B4-BE49-F238E27FC236}">
                  <a16:creationId xmlns:a16="http://schemas.microsoft.com/office/drawing/2014/main" id="{F6C622AD-C39C-49BD-A851-1683AAADF1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6566" y="3724904"/>
              <a:ext cx="20314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2" name="Freeform 25">
              <a:extLst>
                <a:ext uri="{FF2B5EF4-FFF2-40B4-BE49-F238E27FC236}">
                  <a16:creationId xmlns:a16="http://schemas.microsoft.com/office/drawing/2014/main" id="{E06026A4-63B8-47CB-984E-CDB6232AC0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6335" y="3724904"/>
              <a:ext cx="100555" cy="98523"/>
            </a:xfrm>
            <a:custGeom>
              <a:avLst/>
              <a:gdLst>
                <a:gd name="T0" fmla="*/ 86 w 86"/>
                <a:gd name="T1" fmla="*/ 59 h 83"/>
                <a:gd name="T2" fmla="*/ 51 w 86"/>
                <a:gd name="T3" fmla="*/ 83 h 83"/>
                <a:gd name="T4" fmla="*/ 0 w 86"/>
                <a:gd name="T5" fmla="*/ 83 h 83"/>
                <a:gd name="T6" fmla="*/ 0 w 86"/>
                <a:gd name="T7" fmla="*/ 0 h 83"/>
                <a:gd name="T8" fmla="*/ 48 w 86"/>
                <a:gd name="T9" fmla="*/ 0 h 83"/>
                <a:gd name="T10" fmla="*/ 82 w 86"/>
                <a:gd name="T11" fmla="*/ 23 h 83"/>
                <a:gd name="T12" fmla="*/ 69 w 86"/>
                <a:gd name="T13" fmla="*/ 40 h 83"/>
                <a:gd name="T14" fmla="*/ 86 w 86"/>
                <a:gd name="T15" fmla="*/ 59 h 83"/>
                <a:gd name="T16" fmla="*/ 17 w 86"/>
                <a:gd name="T17" fmla="*/ 13 h 83"/>
                <a:gd name="T18" fmla="*/ 17 w 86"/>
                <a:gd name="T19" fmla="*/ 34 h 83"/>
                <a:gd name="T20" fmla="*/ 47 w 86"/>
                <a:gd name="T21" fmla="*/ 34 h 83"/>
                <a:gd name="T22" fmla="*/ 63 w 86"/>
                <a:gd name="T23" fmla="*/ 24 h 83"/>
                <a:gd name="T24" fmla="*/ 46 w 86"/>
                <a:gd name="T25" fmla="*/ 13 h 83"/>
                <a:gd name="T26" fmla="*/ 17 w 86"/>
                <a:gd name="T27" fmla="*/ 13 h 83"/>
                <a:gd name="T28" fmla="*/ 67 w 86"/>
                <a:gd name="T29" fmla="*/ 58 h 83"/>
                <a:gd name="T30" fmla="*/ 50 w 86"/>
                <a:gd name="T31" fmla="*/ 47 h 83"/>
                <a:gd name="T32" fmla="*/ 17 w 86"/>
                <a:gd name="T33" fmla="*/ 47 h 83"/>
                <a:gd name="T34" fmla="*/ 17 w 86"/>
                <a:gd name="T35" fmla="*/ 69 h 83"/>
                <a:gd name="T36" fmla="*/ 50 w 86"/>
                <a:gd name="T37" fmla="*/ 69 h 83"/>
                <a:gd name="T38" fmla="*/ 67 w 86"/>
                <a:gd name="T39" fmla="*/ 5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" h="83">
                  <a:moveTo>
                    <a:pt x="86" y="59"/>
                  </a:moveTo>
                  <a:cubicBezTo>
                    <a:pt x="86" y="74"/>
                    <a:pt x="70" y="83"/>
                    <a:pt x="51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7" y="0"/>
                    <a:pt x="82" y="8"/>
                    <a:pt x="82" y="23"/>
                  </a:cubicBezTo>
                  <a:cubicBezTo>
                    <a:pt x="82" y="31"/>
                    <a:pt x="77" y="37"/>
                    <a:pt x="69" y="40"/>
                  </a:cubicBezTo>
                  <a:cubicBezTo>
                    <a:pt x="79" y="43"/>
                    <a:pt x="86" y="49"/>
                    <a:pt x="86" y="59"/>
                  </a:cubicBezTo>
                  <a:close/>
                  <a:moveTo>
                    <a:pt x="17" y="13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57" y="34"/>
                    <a:pt x="63" y="31"/>
                    <a:pt x="63" y="24"/>
                  </a:cubicBezTo>
                  <a:cubicBezTo>
                    <a:pt x="63" y="17"/>
                    <a:pt x="57" y="13"/>
                    <a:pt x="46" y="13"/>
                  </a:cubicBezTo>
                  <a:lnTo>
                    <a:pt x="17" y="13"/>
                  </a:lnTo>
                  <a:close/>
                  <a:moveTo>
                    <a:pt x="67" y="58"/>
                  </a:moveTo>
                  <a:cubicBezTo>
                    <a:pt x="67" y="51"/>
                    <a:pt x="60" y="47"/>
                    <a:pt x="50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60" y="69"/>
                    <a:pt x="67" y="65"/>
                    <a:pt x="67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44794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locks_3 Rows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BCF5F30-D370-4466-83E8-53B40DAB5648}"/>
              </a:ext>
            </a:extLst>
          </p:cNvPr>
          <p:cNvSpPr/>
          <p:nvPr userDrawn="1"/>
        </p:nvSpPr>
        <p:spPr>
          <a:xfrm>
            <a:off x="96000" y="111627"/>
            <a:ext cx="12000000" cy="6492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noProof="0">
              <a:solidFill>
                <a:schemeClr val="accent1"/>
              </a:solidFill>
            </a:endParaRPr>
          </a:p>
        </p:txBody>
      </p:sp>
      <p:sp>
        <p:nvSpPr>
          <p:cNvPr id="45" name="Title 13">
            <a:extLst>
              <a:ext uri="{FF2B5EF4-FFF2-40B4-BE49-F238E27FC236}">
                <a16:creationId xmlns:a16="http://schemas.microsoft.com/office/drawing/2014/main" id="{D112AC07-9248-4648-9D69-E1265AB203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320" y="277913"/>
            <a:ext cx="10652355" cy="86177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28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This is the slide title </a:t>
            </a:r>
            <a:br>
              <a:rPr lang="en-US" noProof="0"/>
            </a:br>
            <a:r>
              <a:rPr lang="en-US" noProof="0"/>
              <a:t>in 2 lines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B60E0BD-7E5B-458B-A09E-9698FE371E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33691" y="1785601"/>
            <a:ext cx="9832985" cy="246221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20AEC6D9-517D-4606-8128-7567ED2C48E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14322" y="1785601"/>
            <a:ext cx="540000" cy="54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FD54FA2-D3A1-446A-9263-346EB89CFF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AEEB37-C3B4-D24C-B106-A5EF35DCA9BE}"/>
              </a:ext>
            </a:extLst>
          </p:cNvPr>
          <p:cNvSpPr/>
          <p:nvPr userDrawn="1"/>
        </p:nvSpPr>
        <p:spPr>
          <a:xfrm>
            <a:off x="610311" y="1259335"/>
            <a:ext cx="823380" cy="99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E0C817D-6E5F-9247-A961-9BBDFF36F7D9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5F3D6892-36B9-884C-8198-B05E40A2F8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D2E43A6E-6CEB-4739-BD40-0504932B85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33691" y="3293080"/>
            <a:ext cx="9832985" cy="246221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10F076BC-9E46-45E1-9204-8D71A2AC1E1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14322" y="3293080"/>
            <a:ext cx="540000" cy="54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41" name="Text Placeholder 18">
            <a:extLst>
              <a:ext uri="{FF2B5EF4-FFF2-40B4-BE49-F238E27FC236}">
                <a16:creationId xmlns:a16="http://schemas.microsoft.com/office/drawing/2014/main" id="{0478A504-7B68-46F2-90B1-D617BBDFF75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33691" y="4800559"/>
            <a:ext cx="9832985" cy="246221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43" name="Picture Placeholder 2">
            <a:extLst>
              <a:ext uri="{FF2B5EF4-FFF2-40B4-BE49-F238E27FC236}">
                <a16:creationId xmlns:a16="http://schemas.microsoft.com/office/drawing/2014/main" id="{61211EED-68FC-4C94-89AD-17FC2D2A27C5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14322" y="4800559"/>
            <a:ext cx="540000" cy="54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62197F0-30AD-46DA-BE4B-E6E574C142C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3691" y="2117492"/>
            <a:ext cx="9832983" cy="99257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defRPr sz="12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05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»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EFB04C25-0F3B-485E-9FC3-F076D309474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33691" y="3624971"/>
            <a:ext cx="9832983" cy="99257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defRPr sz="12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05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»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6DA5D48F-B168-4B2A-8689-6800120448A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433691" y="5132450"/>
            <a:ext cx="9832983" cy="99257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defRPr sz="12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05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»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8B660EA4-E875-423B-9829-814B10E9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540CE5D4-EC11-4BC9-8C82-394186D3A57B}" type="datetime3">
              <a:rPr lang="en-US" smtClean="0"/>
              <a:t>3 November 2025</a:t>
            </a:fld>
            <a:endParaRPr lang="fr-FR" dirty="0"/>
          </a:p>
        </p:txBody>
      </p:sp>
      <p:grpSp>
        <p:nvGrpSpPr>
          <p:cNvPr id="22" name="Groupe 250">
            <a:extLst>
              <a:ext uri="{FF2B5EF4-FFF2-40B4-BE49-F238E27FC236}">
                <a16:creationId xmlns:a16="http://schemas.microsoft.com/office/drawing/2014/main" id="{4597C40C-6A4F-48DB-9C8B-4E2121FEC9BB}"/>
              </a:ext>
            </a:extLst>
          </p:cNvPr>
          <p:cNvGrpSpPr/>
          <p:nvPr userDrawn="1"/>
        </p:nvGrpSpPr>
        <p:grpSpPr>
          <a:xfrm>
            <a:off x="5456917" y="6670035"/>
            <a:ext cx="1278167" cy="125311"/>
            <a:chOff x="5629458" y="3655836"/>
            <a:chExt cx="2227432" cy="218376"/>
          </a:xfrm>
          <a:solidFill>
            <a:srgbClr val="5E6A71"/>
          </a:solidFill>
        </p:grpSpPr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BAB058AD-A50A-4CAE-B688-098A2479DB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975" y="3775689"/>
              <a:ext cx="61958" cy="55864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" name="Rectangle 6">
              <a:extLst>
                <a:ext uri="{FF2B5EF4-FFF2-40B4-BE49-F238E27FC236}">
                  <a16:creationId xmlns:a16="http://schemas.microsoft.com/office/drawing/2014/main" id="{CDAE7688-A6B1-4D33-9C69-EBAC0B5CD3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662" y="3849835"/>
              <a:ext cx="284396" cy="2437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5D05A4F7-4BF3-4349-94B8-E34472828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1195" y="3655836"/>
              <a:ext cx="77193" cy="62973"/>
            </a:xfrm>
            <a:custGeom>
              <a:avLst/>
              <a:gdLst>
                <a:gd name="T0" fmla="*/ 66 w 66"/>
                <a:gd name="T1" fmla="*/ 25 h 53"/>
                <a:gd name="T2" fmla="*/ 19 w 66"/>
                <a:gd name="T3" fmla="*/ 50 h 53"/>
                <a:gd name="T4" fmla="*/ 7 w 66"/>
                <a:gd name="T5" fmla="*/ 48 h 53"/>
                <a:gd name="T6" fmla="*/ 0 w 66"/>
                <a:gd name="T7" fmla="*/ 31 h 53"/>
                <a:gd name="T8" fmla="*/ 8 w 66"/>
                <a:gd name="T9" fmla="*/ 31 h 53"/>
                <a:gd name="T10" fmla="*/ 66 w 66"/>
                <a:gd name="T11" fmla="*/ 0 h 53"/>
                <a:gd name="T12" fmla="*/ 66 w 66"/>
                <a:gd name="T13" fmla="*/ 2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53">
                  <a:moveTo>
                    <a:pt x="66" y="25"/>
                  </a:moveTo>
                  <a:cubicBezTo>
                    <a:pt x="66" y="25"/>
                    <a:pt x="28" y="47"/>
                    <a:pt x="19" y="50"/>
                  </a:cubicBezTo>
                  <a:cubicBezTo>
                    <a:pt x="11" y="53"/>
                    <a:pt x="8" y="49"/>
                    <a:pt x="7" y="48"/>
                  </a:cubicBezTo>
                  <a:cubicBezTo>
                    <a:pt x="4" y="44"/>
                    <a:pt x="1" y="33"/>
                    <a:pt x="0" y="31"/>
                  </a:cubicBezTo>
                  <a:cubicBezTo>
                    <a:pt x="1" y="31"/>
                    <a:pt x="3" y="32"/>
                    <a:pt x="8" y="31"/>
                  </a:cubicBezTo>
                  <a:cubicBezTo>
                    <a:pt x="13" y="29"/>
                    <a:pt x="66" y="0"/>
                    <a:pt x="66" y="0"/>
                  </a:cubicBezTo>
                  <a:cubicBezTo>
                    <a:pt x="66" y="25"/>
                    <a:pt x="66" y="25"/>
                    <a:pt x="66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3" name="Freeform 8">
              <a:extLst>
                <a:ext uri="{FF2B5EF4-FFF2-40B4-BE49-F238E27FC236}">
                  <a16:creationId xmlns:a16="http://schemas.microsoft.com/office/drawing/2014/main" id="{05ADED16-1445-4539-9DA1-6A8A640E60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458" y="3669040"/>
              <a:ext cx="318930" cy="18384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6C7BC2D7-D46D-49B1-855C-38EE92634A9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3550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5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854EB5F3-5228-4458-96EB-3FAE2D85BB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8481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7C15926D-4D8E-4608-8FAA-E6BFE04E4D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4271" y="3696464"/>
              <a:ext cx="90398" cy="126963"/>
            </a:xfrm>
            <a:custGeom>
              <a:avLst/>
              <a:gdLst>
                <a:gd name="T0" fmla="*/ 0 w 77"/>
                <a:gd name="T1" fmla="*/ 83 h 107"/>
                <a:gd name="T2" fmla="*/ 0 w 77"/>
                <a:gd name="T3" fmla="*/ 24 h 107"/>
                <a:gd name="T4" fmla="*/ 75 w 77"/>
                <a:gd name="T5" fmla="*/ 24 h 107"/>
                <a:gd name="T6" fmla="*/ 75 w 77"/>
                <a:gd name="T7" fmla="*/ 37 h 107"/>
                <a:gd name="T8" fmla="*/ 18 w 77"/>
                <a:gd name="T9" fmla="*/ 37 h 107"/>
                <a:gd name="T10" fmla="*/ 18 w 77"/>
                <a:gd name="T11" fmla="*/ 57 h 107"/>
                <a:gd name="T12" fmla="*/ 70 w 77"/>
                <a:gd name="T13" fmla="*/ 57 h 107"/>
                <a:gd name="T14" fmla="*/ 70 w 77"/>
                <a:gd name="T15" fmla="*/ 70 h 107"/>
                <a:gd name="T16" fmla="*/ 18 w 77"/>
                <a:gd name="T17" fmla="*/ 70 h 107"/>
                <a:gd name="T18" fmla="*/ 18 w 77"/>
                <a:gd name="T19" fmla="*/ 83 h 107"/>
                <a:gd name="T20" fmla="*/ 28 w 77"/>
                <a:gd name="T21" fmla="*/ 93 h 107"/>
                <a:gd name="T22" fmla="*/ 77 w 77"/>
                <a:gd name="T23" fmla="*/ 93 h 107"/>
                <a:gd name="T24" fmla="*/ 77 w 77"/>
                <a:gd name="T25" fmla="*/ 107 h 107"/>
                <a:gd name="T26" fmla="*/ 24 w 77"/>
                <a:gd name="T27" fmla="*/ 107 h 107"/>
                <a:gd name="T28" fmla="*/ 0 w 77"/>
                <a:gd name="T29" fmla="*/ 83 h 107"/>
                <a:gd name="T30" fmla="*/ 57 w 77"/>
                <a:gd name="T31" fmla="*/ 0 h 107"/>
                <a:gd name="T32" fmla="*/ 43 w 77"/>
                <a:gd name="T33" fmla="*/ 15 h 107"/>
                <a:gd name="T34" fmla="*/ 28 w 77"/>
                <a:gd name="T35" fmla="*/ 15 h 107"/>
                <a:gd name="T36" fmla="*/ 39 w 77"/>
                <a:gd name="T37" fmla="*/ 0 h 107"/>
                <a:gd name="T38" fmla="*/ 57 w 77"/>
                <a:gd name="T39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" h="107">
                  <a:moveTo>
                    <a:pt x="0" y="83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90"/>
                    <a:pt x="21" y="93"/>
                    <a:pt x="28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107"/>
                    <a:pt x="77" y="107"/>
                    <a:pt x="77" y="107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9" y="107"/>
                    <a:pt x="0" y="98"/>
                    <a:pt x="0" y="83"/>
                  </a:cubicBezTo>
                  <a:close/>
                  <a:moveTo>
                    <a:pt x="57" y="0"/>
                  </a:moveTo>
                  <a:cubicBezTo>
                    <a:pt x="43" y="15"/>
                    <a:pt x="43" y="15"/>
                    <a:pt x="43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9" y="0"/>
                    <a:pt x="39" y="0"/>
                    <a:pt x="39" y="0"/>
                  </a:cubicBez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55387078-8F3C-4466-B953-44869786ED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7014" y="3724904"/>
              <a:ext cx="105633" cy="98523"/>
            </a:xfrm>
            <a:custGeom>
              <a:avLst/>
              <a:gdLst>
                <a:gd name="T0" fmla="*/ 0 w 90"/>
                <a:gd name="T1" fmla="*/ 0 h 83"/>
                <a:gd name="T2" fmla="*/ 37 w 90"/>
                <a:gd name="T3" fmla="*/ 0 h 83"/>
                <a:gd name="T4" fmla="*/ 90 w 90"/>
                <a:gd name="T5" fmla="*/ 41 h 83"/>
                <a:gd name="T6" fmla="*/ 37 w 90"/>
                <a:gd name="T7" fmla="*/ 83 h 83"/>
                <a:gd name="T8" fmla="*/ 0 w 90"/>
                <a:gd name="T9" fmla="*/ 83 h 83"/>
                <a:gd name="T10" fmla="*/ 0 w 90"/>
                <a:gd name="T11" fmla="*/ 0 h 83"/>
                <a:gd name="T12" fmla="*/ 38 w 90"/>
                <a:gd name="T13" fmla="*/ 69 h 83"/>
                <a:gd name="T14" fmla="*/ 71 w 90"/>
                <a:gd name="T15" fmla="*/ 41 h 83"/>
                <a:gd name="T16" fmla="*/ 38 w 90"/>
                <a:gd name="T17" fmla="*/ 13 h 83"/>
                <a:gd name="T18" fmla="*/ 17 w 90"/>
                <a:gd name="T19" fmla="*/ 13 h 83"/>
                <a:gd name="T20" fmla="*/ 17 w 90"/>
                <a:gd name="T21" fmla="*/ 69 h 83"/>
                <a:gd name="T22" fmla="*/ 38 w 90"/>
                <a:gd name="T23" fmla="*/ 6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3">
                  <a:moveTo>
                    <a:pt x="0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69" y="0"/>
                    <a:pt x="90" y="17"/>
                    <a:pt x="90" y="41"/>
                  </a:cubicBezTo>
                  <a:cubicBezTo>
                    <a:pt x="90" y="66"/>
                    <a:pt x="69" y="83"/>
                    <a:pt x="3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38" y="69"/>
                  </a:moveTo>
                  <a:cubicBezTo>
                    <a:pt x="58" y="69"/>
                    <a:pt x="71" y="58"/>
                    <a:pt x="71" y="41"/>
                  </a:cubicBezTo>
                  <a:cubicBezTo>
                    <a:pt x="71" y="25"/>
                    <a:pt x="58" y="13"/>
                    <a:pt x="3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69"/>
                    <a:pt x="17" y="69"/>
                    <a:pt x="17" y="69"/>
                  </a:cubicBezTo>
                  <a:lnTo>
                    <a:pt x="38" y="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2" name="Rectangle 13">
              <a:extLst>
                <a:ext uri="{FF2B5EF4-FFF2-40B4-BE49-F238E27FC236}">
                  <a16:creationId xmlns:a16="http://schemas.microsoft.com/office/drawing/2014/main" id="{8EA103A6-EF03-4963-8DF1-40F08C11CE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929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C6CA2BF4-A18C-4DFE-BA29-FB95A6320D6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557" y="3724904"/>
              <a:ext cx="94460" cy="98523"/>
            </a:xfrm>
            <a:custGeom>
              <a:avLst/>
              <a:gdLst>
                <a:gd name="T0" fmla="*/ 0 w 93"/>
                <a:gd name="T1" fmla="*/ 15 h 97"/>
                <a:gd name="T2" fmla="*/ 0 w 93"/>
                <a:gd name="T3" fmla="*/ 0 h 97"/>
                <a:gd name="T4" fmla="*/ 93 w 93"/>
                <a:gd name="T5" fmla="*/ 0 h 97"/>
                <a:gd name="T6" fmla="*/ 93 w 93"/>
                <a:gd name="T7" fmla="*/ 15 h 97"/>
                <a:gd name="T8" fmla="*/ 56 w 93"/>
                <a:gd name="T9" fmla="*/ 15 h 97"/>
                <a:gd name="T10" fmla="*/ 56 w 93"/>
                <a:gd name="T11" fmla="*/ 97 h 97"/>
                <a:gd name="T12" fmla="*/ 36 w 93"/>
                <a:gd name="T13" fmla="*/ 97 h 97"/>
                <a:gd name="T14" fmla="*/ 36 w 93"/>
                <a:gd name="T15" fmla="*/ 15 h 97"/>
                <a:gd name="T16" fmla="*/ 0 w 93"/>
                <a:gd name="T17" fmla="*/ 1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97">
                  <a:moveTo>
                    <a:pt x="0" y="15"/>
                  </a:moveTo>
                  <a:lnTo>
                    <a:pt x="0" y="0"/>
                  </a:lnTo>
                  <a:lnTo>
                    <a:pt x="93" y="0"/>
                  </a:lnTo>
                  <a:lnTo>
                    <a:pt x="93" y="15"/>
                  </a:lnTo>
                  <a:lnTo>
                    <a:pt x="56" y="15"/>
                  </a:lnTo>
                  <a:lnTo>
                    <a:pt x="56" y="97"/>
                  </a:lnTo>
                  <a:lnTo>
                    <a:pt x="36" y="97"/>
                  </a:lnTo>
                  <a:lnTo>
                    <a:pt x="36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6" name="Freeform 15">
              <a:extLst>
                <a:ext uri="{FF2B5EF4-FFF2-40B4-BE49-F238E27FC236}">
                  <a16:creationId xmlns:a16="http://schemas.microsoft.com/office/drawing/2014/main" id="{C3E315EF-E0E8-4857-A9B3-2397FA3247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70552" y="3724904"/>
              <a:ext cx="121884" cy="98523"/>
            </a:xfrm>
            <a:custGeom>
              <a:avLst/>
              <a:gdLst>
                <a:gd name="T0" fmla="*/ 85 w 120"/>
                <a:gd name="T1" fmla="*/ 73 h 97"/>
                <a:gd name="T2" fmla="*/ 32 w 120"/>
                <a:gd name="T3" fmla="*/ 73 h 97"/>
                <a:gd name="T4" fmla="*/ 21 w 120"/>
                <a:gd name="T5" fmla="*/ 97 h 97"/>
                <a:gd name="T6" fmla="*/ 0 w 120"/>
                <a:gd name="T7" fmla="*/ 97 h 97"/>
                <a:gd name="T8" fmla="*/ 50 w 120"/>
                <a:gd name="T9" fmla="*/ 0 h 97"/>
                <a:gd name="T10" fmla="*/ 70 w 120"/>
                <a:gd name="T11" fmla="*/ 0 h 97"/>
                <a:gd name="T12" fmla="*/ 120 w 120"/>
                <a:gd name="T13" fmla="*/ 97 h 97"/>
                <a:gd name="T14" fmla="*/ 97 w 120"/>
                <a:gd name="T15" fmla="*/ 97 h 97"/>
                <a:gd name="T16" fmla="*/ 85 w 120"/>
                <a:gd name="T17" fmla="*/ 73 h 97"/>
                <a:gd name="T18" fmla="*/ 77 w 120"/>
                <a:gd name="T19" fmla="*/ 58 h 97"/>
                <a:gd name="T20" fmla="*/ 59 w 120"/>
                <a:gd name="T21" fmla="*/ 20 h 97"/>
                <a:gd name="T22" fmla="*/ 40 w 120"/>
                <a:gd name="T23" fmla="*/ 58 h 97"/>
                <a:gd name="T24" fmla="*/ 77 w 120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7">
                  <a:moveTo>
                    <a:pt x="85" y="73"/>
                  </a:moveTo>
                  <a:lnTo>
                    <a:pt x="32" y="73"/>
                  </a:lnTo>
                  <a:lnTo>
                    <a:pt x="21" y="97"/>
                  </a:lnTo>
                  <a:lnTo>
                    <a:pt x="0" y="97"/>
                  </a:lnTo>
                  <a:lnTo>
                    <a:pt x="50" y="0"/>
                  </a:lnTo>
                  <a:lnTo>
                    <a:pt x="70" y="0"/>
                  </a:lnTo>
                  <a:lnTo>
                    <a:pt x="120" y="97"/>
                  </a:lnTo>
                  <a:lnTo>
                    <a:pt x="97" y="97"/>
                  </a:lnTo>
                  <a:lnTo>
                    <a:pt x="85" y="73"/>
                  </a:lnTo>
                  <a:close/>
                  <a:moveTo>
                    <a:pt x="77" y="58"/>
                  </a:moveTo>
                  <a:lnTo>
                    <a:pt x="59" y="20"/>
                  </a:lnTo>
                  <a:lnTo>
                    <a:pt x="40" y="58"/>
                  </a:lnTo>
                  <a:lnTo>
                    <a:pt x="77" y="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7" name="Freeform 16">
              <a:extLst>
                <a:ext uri="{FF2B5EF4-FFF2-40B4-BE49-F238E27FC236}">
                  <a16:creationId xmlns:a16="http://schemas.microsoft.com/office/drawing/2014/main" id="{7EF9EFE0-A133-4A99-850F-AE8FF53A7C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498" y="3723888"/>
              <a:ext cx="108680" cy="100555"/>
            </a:xfrm>
            <a:custGeom>
              <a:avLst/>
              <a:gdLst>
                <a:gd name="T0" fmla="*/ 52 w 93"/>
                <a:gd name="T1" fmla="*/ 0 h 85"/>
                <a:gd name="T2" fmla="*/ 89 w 93"/>
                <a:gd name="T3" fmla="*/ 11 h 85"/>
                <a:gd name="T4" fmla="*/ 80 w 93"/>
                <a:gd name="T5" fmla="*/ 22 h 85"/>
                <a:gd name="T6" fmla="*/ 53 w 93"/>
                <a:gd name="T7" fmla="*/ 12 h 85"/>
                <a:gd name="T8" fmla="*/ 18 w 93"/>
                <a:gd name="T9" fmla="*/ 42 h 85"/>
                <a:gd name="T10" fmla="*/ 52 w 93"/>
                <a:gd name="T11" fmla="*/ 72 h 85"/>
                <a:gd name="T12" fmla="*/ 76 w 93"/>
                <a:gd name="T13" fmla="*/ 66 h 85"/>
                <a:gd name="T14" fmla="*/ 76 w 93"/>
                <a:gd name="T15" fmla="*/ 50 h 85"/>
                <a:gd name="T16" fmla="*/ 51 w 93"/>
                <a:gd name="T17" fmla="*/ 50 h 85"/>
                <a:gd name="T18" fmla="*/ 51 w 93"/>
                <a:gd name="T19" fmla="*/ 37 h 85"/>
                <a:gd name="T20" fmla="*/ 93 w 93"/>
                <a:gd name="T21" fmla="*/ 37 h 85"/>
                <a:gd name="T22" fmla="*/ 93 w 93"/>
                <a:gd name="T23" fmla="*/ 72 h 85"/>
                <a:gd name="T24" fmla="*/ 52 w 93"/>
                <a:gd name="T25" fmla="*/ 85 h 85"/>
                <a:gd name="T26" fmla="*/ 0 w 93"/>
                <a:gd name="T27" fmla="*/ 42 h 85"/>
                <a:gd name="T28" fmla="*/ 52 w 93"/>
                <a:gd name="T2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4"/>
                    <a:pt x="18" y="42"/>
                  </a:cubicBezTo>
                  <a:cubicBezTo>
                    <a:pt x="18" y="59"/>
                    <a:pt x="32" y="72"/>
                    <a:pt x="52" y="72"/>
                  </a:cubicBezTo>
                  <a:cubicBezTo>
                    <a:pt x="61" y="72"/>
                    <a:pt x="70" y="70"/>
                    <a:pt x="76" y="66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3" y="72"/>
                    <a:pt x="93" y="72"/>
                    <a:pt x="93" y="72"/>
                  </a:cubicBezTo>
                  <a:cubicBezTo>
                    <a:pt x="83" y="79"/>
                    <a:pt x="69" y="85"/>
                    <a:pt x="52" y="85"/>
                  </a:cubicBezTo>
                  <a:cubicBezTo>
                    <a:pt x="21" y="85"/>
                    <a:pt x="0" y="67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8" name="Freeform 17">
              <a:extLst>
                <a:ext uri="{FF2B5EF4-FFF2-40B4-BE49-F238E27FC236}">
                  <a16:creationId xmlns:a16="http://schemas.microsoft.com/office/drawing/2014/main" id="{4E9A358F-39BD-4BA3-8920-126F247FE7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9555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9" name="Rectangle 18">
              <a:extLst>
                <a:ext uri="{FF2B5EF4-FFF2-40B4-BE49-F238E27FC236}">
                  <a16:creationId xmlns:a16="http://schemas.microsoft.com/office/drawing/2014/main" id="{5BAEB6B2-C4F9-4FAC-AFC7-E334C7725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9408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0" name="Freeform 19">
              <a:extLst>
                <a:ext uri="{FF2B5EF4-FFF2-40B4-BE49-F238E27FC236}">
                  <a16:creationId xmlns:a16="http://schemas.microsoft.com/office/drawing/2014/main" id="{B60889C3-0218-442A-A7CB-71D2697D8D7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2067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8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8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4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1" name="Freeform 20">
              <a:extLst>
                <a:ext uri="{FF2B5EF4-FFF2-40B4-BE49-F238E27FC236}">
                  <a16:creationId xmlns:a16="http://schemas.microsoft.com/office/drawing/2014/main" id="{E9B5C528-CAD4-4ADF-BE5C-42C25EA782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1763" y="3723888"/>
              <a:ext cx="123915" cy="100555"/>
            </a:xfrm>
            <a:custGeom>
              <a:avLst/>
              <a:gdLst>
                <a:gd name="T0" fmla="*/ 0 w 105"/>
                <a:gd name="T1" fmla="*/ 42 h 85"/>
                <a:gd name="T2" fmla="*/ 52 w 105"/>
                <a:gd name="T3" fmla="*/ 0 h 85"/>
                <a:gd name="T4" fmla="*/ 105 w 105"/>
                <a:gd name="T5" fmla="*/ 42 h 85"/>
                <a:gd name="T6" fmla="*/ 52 w 105"/>
                <a:gd name="T7" fmla="*/ 85 h 85"/>
                <a:gd name="T8" fmla="*/ 0 w 105"/>
                <a:gd name="T9" fmla="*/ 42 h 85"/>
                <a:gd name="T10" fmla="*/ 19 w 105"/>
                <a:gd name="T11" fmla="*/ 42 h 85"/>
                <a:gd name="T12" fmla="*/ 52 w 105"/>
                <a:gd name="T13" fmla="*/ 72 h 85"/>
                <a:gd name="T14" fmla="*/ 86 w 105"/>
                <a:gd name="T15" fmla="*/ 42 h 85"/>
                <a:gd name="T16" fmla="*/ 52 w 105"/>
                <a:gd name="T17" fmla="*/ 12 h 85"/>
                <a:gd name="T18" fmla="*/ 19 w 105"/>
                <a:gd name="T19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" h="85">
                  <a:moveTo>
                    <a:pt x="0" y="42"/>
                  </a:moveTo>
                  <a:cubicBezTo>
                    <a:pt x="0" y="19"/>
                    <a:pt x="22" y="0"/>
                    <a:pt x="52" y="0"/>
                  </a:cubicBezTo>
                  <a:cubicBezTo>
                    <a:pt x="83" y="0"/>
                    <a:pt x="105" y="19"/>
                    <a:pt x="105" y="42"/>
                  </a:cubicBezTo>
                  <a:cubicBezTo>
                    <a:pt x="105" y="66"/>
                    <a:pt x="83" y="85"/>
                    <a:pt x="52" y="85"/>
                  </a:cubicBezTo>
                  <a:cubicBezTo>
                    <a:pt x="22" y="85"/>
                    <a:pt x="0" y="66"/>
                    <a:pt x="0" y="42"/>
                  </a:cubicBezTo>
                  <a:close/>
                  <a:moveTo>
                    <a:pt x="19" y="42"/>
                  </a:moveTo>
                  <a:cubicBezTo>
                    <a:pt x="19" y="59"/>
                    <a:pt x="32" y="72"/>
                    <a:pt x="52" y="72"/>
                  </a:cubicBezTo>
                  <a:cubicBezTo>
                    <a:pt x="72" y="72"/>
                    <a:pt x="86" y="59"/>
                    <a:pt x="86" y="42"/>
                  </a:cubicBezTo>
                  <a:cubicBezTo>
                    <a:pt x="86" y="26"/>
                    <a:pt x="72" y="12"/>
                    <a:pt x="52" y="12"/>
                  </a:cubicBezTo>
                  <a:cubicBezTo>
                    <a:pt x="32" y="12"/>
                    <a:pt x="19" y="26"/>
                    <a:pt x="19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2" name="Freeform 21">
              <a:extLst>
                <a:ext uri="{FF2B5EF4-FFF2-40B4-BE49-F238E27FC236}">
                  <a16:creationId xmlns:a16="http://schemas.microsoft.com/office/drawing/2014/main" id="{84680235-9162-48A7-AD0D-1E20E35672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1929" y="3724904"/>
              <a:ext cx="82272" cy="98523"/>
            </a:xfrm>
            <a:custGeom>
              <a:avLst/>
              <a:gdLst>
                <a:gd name="T0" fmla="*/ 0 w 81"/>
                <a:gd name="T1" fmla="*/ 0 h 97"/>
                <a:gd name="T2" fmla="*/ 20 w 81"/>
                <a:gd name="T3" fmla="*/ 0 h 97"/>
                <a:gd name="T4" fmla="*/ 20 w 81"/>
                <a:gd name="T5" fmla="*/ 81 h 97"/>
                <a:gd name="T6" fmla="*/ 81 w 81"/>
                <a:gd name="T7" fmla="*/ 81 h 97"/>
                <a:gd name="T8" fmla="*/ 81 w 81"/>
                <a:gd name="T9" fmla="*/ 97 h 97"/>
                <a:gd name="T10" fmla="*/ 0 w 81"/>
                <a:gd name="T11" fmla="*/ 97 h 97"/>
                <a:gd name="T12" fmla="*/ 0 w 81"/>
                <a:gd name="T13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97">
                  <a:moveTo>
                    <a:pt x="0" y="0"/>
                  </a:moveTo>
                  <a:lnTo>
                    <a:pt x="20" y="0"/>
                  </a:lnTo>
                  <a:lnTo>
                    <a:pt x="20" y="81"/>
                  </a:lnTo>
                  <a:lnTo>
                    <a:pt x="81" y="81"/>
                  </a:lnTo>
                  <a:lnTo>
                    <a:pt x="81" y="97"/>
                  </a:lnTo>
                  <a:lnTo>
                    <a:pt x="0" y="9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3" name="Freeform 22">
              <a:extLst>
                <a:ext uri="{FF2B5EF4-FFF2-40B4-BE49-F238E27FC236}">
                  <a16:creationId xmlns:a16="http://schemas.microsoft.com/office/drawing/2014/main" id="{70B717D8-8FCE-4879-BAF6-DCC413B55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4359" y="3724904"/>
              <a:ext cx="89382" cy="98523"/>
            </a:xfrm>
            <a:custGeom>
              <a:avLst/>
              <a:gdLst>
                <a:gd name="T0" fmla="*/ 0 w 76"/>
                <a:gd name="T1" fmla="*/ 59 h 83"/>
                <a:gd name="T2" fmla="*/ 0 w 76"/>
                <a:gd name="T3" fmla="*/ 0 h 83"/>
                <a:gd name="T4" fmla="*/ 75 w 76"/>
                <a:gd name="T5" fmla="*/ 0 h 83"/>
                <a:gd name="T6" fmla="*/ 75 w 76"/>
                <a:gd name="T7" fmla="*/ 13 h 83"/>
                <a:gd name="T8" fmla="*/ 18 w 76"/>
                <a:gd name="T9" fmla="*/ 13 h 83"/>
                <a:gd name="T10" fmla="*/ 18 w 76"/>
                <a:gd name="T11" fmla="*/ 33 h 83"/>
                <a:gd name="T12" fmla="*/ 70 w 76"/>
                <a:gd name="T13" fmla="*/ 33 h 83"/>
                <a:gd name="T14" fmla="*/ 70 w 76"/>
                <a:gd name="T15" fmla="*/ 46 h 83"/>
                <a:gd name="T16" fmla="*/ 18 w 76"/>
                <a:gd name="T17" fmla="*/ 46 h 83"/>
                <a:gd name="T18" fmla="*/ 18 w 76"/>
                <a:gd name="T19" fmla="*/ 59 h 83"/>
                <a:gd name="T20" fmla="*/ 28 w 76"/>
                <a:gd name="T21" fmla="*/ 69 h 83"/>
                <a:gd name="T22" fmla="*/ 76 w 76"/>
                <a:gd name="T23" fmla="*/ 69 h 83"/>
                <a:gd name="T24" fmla="*/ 76 w 76"/>
                <a:gd name="T25" fmla="*/ 83 h 83"/>
                <a:gd name="T26" fmla="*/ 24 w 76"/>
                <a:gd name="T27" fmla="*/ 83 h 83"/>
                <a:gd name="T28" fmla="*/ 0 w 76"/>
                <a:gd name="T29" fmla="*/ 5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83">
                  <a:moveTo>
                    <a:pt x="0" y="5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66"/>
                    <a:pt x="21" y="69"/>
                    <a:pt x="28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9" y="83"/>
                    <a:pt x="0" y="74"/>
                    <a:pt x="0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4" name="Freeform 23">
              <a:extLst>
                <a:ext uri="{FF2B5EF4-FFF2-40B4-BE49-F238E27FC236}">
                  <a16:creationId xmlns:a16="http://schemas.microsoft.com/office/drawing/2014/main" id="{1EE00F7D-40BD-4614-ADD0-C30A71A9D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2651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5"/>
                    <a:pt x="18" y="42"/>
                  </a:cubicBezTo>
                  <a:cubicBezTo>
                    <a:pt x="18" y="60"/>
                    <a:pt x="34" y="72"/>
                    <a:pt x="53" y="72"/>
                  </a:cubicBezTo>
                  <a:cubicBezTo>
                    <a:pt x="65" y="72"/>
                    <a:pt x="73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5" name="Rectangle 24">
              <a:extLst>
                <a:ext uri="{FF2B5EF4-FFF2-40B4-BE49-F238E27FC236}">
                  <a16:creationId xmlns:a16="http://schemas.microsoft.com/office/drawing/2014/main" id="{6911FD69-265B-4ABA-85C8-C79C77B531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6566" y="3724904"/>
              <a:ext cx="20314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6" name="Freeform 25">
              <a:extLst>
                <a:ext uri="{FF2B5EF4-FFF2-40B4-BE49-F238E27FC236}">
                  <a16:creationId xmlns:a16="http://schemas.microsoft.com/office/drawing/2014/main" id="{E064829A-526D-447F-B94E-CEA680FD6D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6335" y="3724904"/>
              <a:ext cx="100555" cy="98523"/>
            </a:xfrm>
            <a:custGeom>
              <a:avLst/>
              <a:gdLst>
                <a:gd name="T0" fmla="*/ 86 w 86"/>
                <a:gd name="T1" fmla="*/ 59 h 83"/>
                <a:gd name="T2" fmla="*/ 51 w 86"/>
                <a:gd name="T3" fmla="*/ 83 h 83"/>
                <a:gd name="T4" fmla="*/ 0 w 86"/>
                <a:gd name="T5" fmla="*/ 83 h 83"/>
                <a:gd name="T6" fmla="*/ 0 w 86"/>
                <a:gd name="T7" fmla="*/ 0 h 83"/>
                <a:gd name="T8" fmla="*/ 48 w 86"/>
                <a:gd name="T9" fmla="*/ 0 h 83"/>
                <a:gd name="T10" fmla="*/ 82 w 86"/>
                <a:gd name="T11" fmla="*/ 23 h 83"/>
                <a:gd name="T12" fmla="*/ 69 w 86"/>
                <a:gd name="T13" fmla="*/ 40 h 83"/>
                <a:gd name="T14" fmla="*/ 86 w 86"/>
                <a:gd name="T15" fmla="*/ 59 h 83"/>
                <a:gd name="T16" fmla="*/ 17 w 86"/>
                <a:gd name="T17" fmla="*/ 13 h 83"/>
                <a:gd name="T18" fmla="*/ 17 w 86"/>
                <a:gd name="T19" fmla="*/ 34 h 83"/>
                <a:gd name="T20" fmla="*/ 47 w 86"/>
                <a:gd name="T21" fmla="*/ 34 h 83"/>
                <a:gd name="T22" fmla="*/ 63 w 86"/>
                <a:gd name="T23" fmla="*/ 24 h 83"/>
                <a:gd name="T24" fmla="*/ 46 w 86"/>
                <a:gd name="T25" fmla="*/ 13 h 83"/>
                <a:gd name="T26" fmla="*/ 17 w 86"/>
                <a:gd name="T27" fmla="*/ 13 h 83"/>
                <a:gd name="T28" fmla="*/ 67 w 86"/>
                <a:gd name="T29" fmla="*/ 58 h 83"/>
                <a:gd name="T30" fmla="*/ 50 w 86"/>
                <a:gd name="T31" fmla="*/ 47 h 83"/>
                <a:gd name="T32" fmla="*/ 17 w 86"/>
                <a:gd name="T33" fmla="*/ 47 h 83"/>
                <a:gd name="T34" fmla="*/ 17 w 86"/>
                <a:gd name="T35" fmla="*/ 69 h 83"/>
                <a:gd name="T36" fmla="*/ 50 w 86"/>
                <a:gd name="T37" fmla="*/ 69 h 83"/>
                <a:gd name="T38" fmla="*/ 67 w 86"/>
                <a:gd name="T39" fmla="*/ 5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" h="83">
                  <a:moveTo>
                    <a:pt x="86" y="59"/>
                  </a:moveTo>
                  <a:cubicBezTo>
                    <a:pt x="86" y="74"/>
                    <a:pt x="70" y="83"/>
                    <a:pt x="51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7" y="0"/>
                    <a:pt x="82" y="8"/>
                    <a:pt x="82" y="23"/>
                  </a:cubicBezTo>
                  <a:cubicBezTo>
                    <a:pt x="82" y="31"/>
                    <a:pt x="77" y="37"/>
                    <a:pt x="69" y="40"/>
                  </a:cubicBezTo>
                  <a:cubicBezTo>
                    <a:pt x="79" y="43"/>
                    <a:pt x="86" y="49"/>
                    <a:pt x="86" y="59"/>
                  </a:cubicBezTo>
                  <a:close/>
                  <a:moveTo>
                    <a:pt x="17" y="13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57" y="34"/>
                    <a:pt x="63" y="31"/>
                    <a:pt x="63" y="24"/>
                  </a:cubicBezTo>
                  <a:cubicBezTo>
                    <a:pt x="63" y="17"/>
                    <a:pt x="57" y="13"/>
                    <a:pt x="46" y="13"/>
                  </a:cubicBezTo>
                  <a:lnTo>
                    <a:pt x="17" y="13"/>
                  </a:lnTo>
                  <a:close/>
                  <a:moveTo>
                    <a:pt x="67" y="58"/>
                  </a:moveTo>
                  <a:cubicBezTo>
                    <a:pt x="67" y="51"/>
                    <a:pt x="60" y="47"/>
                    <a:pt x="50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60" y="69"/>
                    <a:pt x="67" y="65"/>
                    <a:pt x="67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99113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locks_4 Rows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BCF5F30-D370-4466-83E8-53B40DAB5648}"/>
              </a:ext>
            </a:extLst>
          </p:cNvPr>
          <p:cNvSpPr/>
          <p:nvPr userDrawn="1"/>
        </p:nvSpPr>
        <p:spPr>
          <a:xfrm>
            <a:off x="96000" y="111627"/>
            <a:ext cx="12000000" cy="6492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noProof="0">
              <a:solidFill>
                <a:schemeClr val="accent1"/>
              </a:solidFill>
            </a:endParaRPr>
          </a:p>
        </p:txBody>
      </p:sp>
      <p:sp>
        <p:nvSpPr>
          <p:cNvPr id="45" name="Title 13">
            <a:extLst>
              <a:ext uri="{FF2B5EF4-FFF2-40B4-BE49-F238E27FC236}">
                <a16:creationId xmlns:a16="http://schemas.microsoft.com/office/drawing/2014/main" id="{D112AC07-9248-4648-9D69-E1265AB203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320" y="277913"/>
            <a:ext cx="10652355" cy="86177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28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This is the slide title </a:t>
            </a:r>
            <a:br>
              <a:rPr lang="en-US" noProof="0" dirty="0"/>
            </a:br>
            <a:r>
              <a:rPr lang="en-US" noProof="0" dirty="0"/>
              <a:t>in 2 lines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B60E0BD-7E5B-458B-A09E-9698FE371E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33691" y="1782154"/>
            <a:ext cx="9832985" cy="21544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20AEC6D9-517D-4606-8128-7567ED2C48E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14320" y="1785599"/>
            <a:ext cx="540000" cy="54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FD54FA2-D3A1-446A-9263-346EB89CFF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AEEB37-C3B4-D24C-B106-A5EF35DCA9BE}"/>
              </a:ext>
            </a:extLst>
          </p:cNvPr>
          <p:cNvSpPr/>
          <p:nvPr userDrawn="1"/>
        </p:nvSpPr>
        <p:spPr>
          <a:xfrm>
            <a:off x="610311" y="1259335"/>
            <a:ext cx="823380" cy="99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E0C817D-6E5F-9247-A961-9BBDFF36F7D9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5F3D6892-36B9-884C-8198-B05E40A2F8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D2E43A6E-6CEB-4739-BD40-0504932B85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33691" y="2967647"/>
            <a:ext cx="9832985" cy="21544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10F076BC-9E46-45E1-9204-8D71A2AC1E1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14320" y="2969943"/>
            <a:ext cx="540000" cy="54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41" name="Text Placeholder 18">
            <a:extLst>
              <a:ext uri="{FF2B5EF4-FFF2-40B4-BE49-F238E27FC236}">
                <a16:creationId xmlns:a16="http://schemas.microsoft.com/office/drawing/2014/main" id="{0478A504-7B68-46F2-90B1-D617BBDFF75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33691" y="4153140"/>
            <a:ext cx="9832985" cy="21544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43" name="Picture Placeholder 2">
            <a:extLst>
              <a:ext uri="{FF2B5EF4-FFF2-40B4-BE49-F238E27FC236}">
                <a16:creationId xmlns:a16="http://schemas.microsoft.com/office/drawing/2014/main" id="{61211EED-68FC-4C94-89AD-17FC2D2A27C5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14320" y="4154287"/>
            <a:ext cx="540000" cy="54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187F7E-5932-406E-8B66-F44FF5DFD93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33691" y="5338632"/>
            <a:ext cx="9832985" cy="21544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54F82A02-6446-4FAF-955F-E78885A2617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14320" y="5338631"/>
            <a:ext cx="540000" cy="54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179029CF-9526-4E61-98EE-FF87FCF5A4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3692" y="2070568"/>
            <a:ext cx="9832983" cy="8079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defRPr sz="12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05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»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5BBC35CE-26B9-4C07-87E7-D67A4980D82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33692" y="3256061"/>
            <a:ext cx="9832983" cy="8079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defRPr sz="12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05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»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7A309192-D81D-4ED3-821E-BE1F83B4602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433692" y="4441554"/>
            <a:ext cx="9832983" cy="8079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defRPr sz="12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05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»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37DDF9CD-EBEC-4CB0-90FC-897601AF8D2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433692" y="5627046"/>
            <a:ext cx="9832983" cy="8079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defRPr sz="12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1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05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»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2F61257A-D1F8-4B2C-96B5-6D7C07B088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A31FB515-7910-4308-A0CC-7802AD118B81}" type="datetime3">
              <a:rPr lang="en-US" smtClean="0"/>
              <a:t>3 November 2025</a:t>
            </a:fld>
            <a:endParaRPr lang="fr-FR" dirty="0"/>
          </a:p>
        </p:txBody>
      </p:sp>
      <p:grpSp>
        <p:nvGrpSpPr>
          <p:cNvPr id="27" name="Groupe 250">
            <a:extLst>
              <a:ext uri="{FF2B5EF4-FFF2-40B4-BE49-F238E27FC236}">
                <a16:creationId xmlns:a16="http://schemas.microsoft.com/office/drawing/2014/main" id="{4F769660-496E-41AF-950A-7A8216104704}"/>
              </a:ext>
            </a:extLst>
          </p:cNvPr>
          <p:cNvGrpSpPr/>
          <p:nvPr userDrawn="1"/>
        </p:nvGrpSpPr>
        <p:grpSpPr>
          <a:xfrm>
            <a:off x="5456917" y="6670035"/>
            <a:ext cx="1278167" cy="125311"/>
            <a:chOff x="5629458" y="3655836"/>
            <a:chExt cx="2227432" cy="218376"/>
          </a:xfrm>
          <a:solidFill>
            <a:srgbClr val="5E6A71"/>
          </a:solidFill>
        </p:grpSpPr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142CAD24-04E3-434E-B9E6-60FBDE20B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975" y="3775689"/>
              <a:ext cx="61958" cy="55864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" name="Rectangle 6">
              <a:extLst>
                <a:ext uri="{FF2B5EF4-FFF2-40B4-BE49-F238E27FC236}">
                  <a16:creationId xmlns:a16="http://schemas.microsoft.com/office/drawing/2014/main" id="{9C8ACE5F-CDA0-4269-B2E3-88F03A26D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662" y="3849835"/>
              <a:ext cx="284396" cy="2437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" name="Freeform 7">
              <a:extLst>
                <a:ext uri="{FF2B5EF4-FFF2-40B4-BE49-F238E27FC236}">
                  <a16:creationId xmlns:a16="http://schemas.microsoft.com/office/drawing/2014/main" id="{B23FE78C-0F04-4E03-A420-FD6918D26B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1195" y="3655836"/>
              <a:ext cx="77193" cy="62973"/>
            </a:xfrm>
            <a:custGeom>
              <a:avLst/>
              <a:gdLst>
                <a:gd name="T0" fmla="*/ 66 w 66"/>
                <a:gd name="T1" fmla="*/ 25 h 53"/>
                <a:gd name="T2" fmla="*/ 19 w 66"/>
                <a:gd name="T3" fmla="*/ 50 h 53"/>
                <a:gd name="T4" fmla="*/ 7 w 66"/>
                <a:gd name="T5" fmla="*/ 48 h 53"/>
                <a:gd name="T6" fmla="*/ 0 w 66"/>
                <a:gd name="T7" fmla="*/ 31 h 53"/>
                <a:gd name="T8" fmla="*/ 8 w 66"/>
                <a:gd name="T9" fmla="*/ 31 h 53"/>
                <a:gd name="T10" fmla="*/ 66 w 66"/>
                <a:gd name="T11" fmla="*/ 0 h 53"/>
                <a:gd name="T12" fmla="*/ 66 w 66"/>
                <a:gd name="T13" fmla="*/ 2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53">
                  <a:moveTo>
                    <a:pt x="66" y="25"/>
                  </a:moveTo>
                  <a:cubicBezTo>
                    <a:pt x="66" y="25"/>
                    <a:pt x="28" y="47"/>
                    <a:pt x="19" y="50"/>
                  </a:cubicBezTo>
                  <a:cubicBezTo>
                    <a:pt x="11" y="53"/>
                    <a:pt x="8" y="49"/>
                    <a:pt x="7" y="48"/>
                  </a:cubicBezTo>
                  <a:cubicBezTo>
                    <a:pt x="4" y="44"/>
                    <a:pt x="1" y="33"/>
                    <a:pt x="0" y="31"/>
                  </a:cubicBezTo>
                  <a:cubicBezTo>
                    <a:pt x="1" y="31"/>
                    <a:pt x="3" y="32"/>
                    <a:pt x="8" y="31"/>
                  </a:cubicBezTo>
                  <a:cubicBezTo>
                    <a:pt x="13" y="29"/>
                    <a:pt x="66" y="0"/>
                    <a:pt x="66" y="0"/>
                  </a:cubicBezTo>
                  <a:cubicBezTo>
                    <a:pt x="66" y="25"/>
                    <a:pt x="66" y="25"/>
                    <a:pt x="66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0" name="Freeform 8">
              <a:extLst>
                <a:ext uri="{FF2B5EF4-FFF2-40B4-BE49-F238E27FC236}">
                  <a16:creationId xmlns:a16="http://schemas.microsoft.com/office/drawing/2014/main" id="{80759D9B-97E4-4A82-BCCF-F44A38EB3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458" y="3669040"/>
              <a:ext cx="318930" cy="18384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2" name="Freeform 9">
              <a:extLst>
                <a:ext uri="{FF2B5EF4-FFF2-40B4-BE49-F238E27FC236}">
                  <a16:creationId xmlns:a16="http://schemas.microsoft.com/office/drawing/2014/main" id="{7A3F0578-99AD-4FBF-8B29-EBE3D25B6C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3550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5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4" name="Freeform 10">
              <a:extLst>
                <a:ext uri="{FF2B5EF4-FFF2-40B4-BE49-F238E27FC236}">
                  <a16:creationId xmlns:a16="http://schemas.microsoft.com/office/drawing/2014/main" id="{56F3DAC9-B7D0-45B1-BE8B-2F440037C7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8481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6" name="Freeform 11">
              <a:extLst>
                <a:ext uri="{FF2B5EF4-FFF2-40B4-BE49-F238E27FC236}">
                  <a16:creationId xmlns:a16="http://schemas.microsoft.com/office/drawing/2014/main" id="{D72EE7F8-1CBE-4367-8AAA-D431F0A1AF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4271" y="3696464"/>
              <a:ext cx="90398" cy="126963"/>
            </a:xfrm>
            <a:custGeom>
              <a:avLst/>
              <a:gdLst>
                <a:gd name="T0" fmla="*/ 0 w 77"/>
                <a:gd name="T1" fmla="*/ 83 h 107"/>
                <a:gd name="T2" fmla="*/ 0 w 77"/>
                <a:gd name="T3" fmla="*/ 24 h 107"/>
                <a:gd name="T4" fmla="*/ 75 w 77"/>
                <a:gd name="T5" fmla="*/ 24 h 107"/>
                <a:gd name="T6" fmla="*/ 75 w 77"/>
                <a:gd name="T7" fmla="*/ 37 h 107"/>
                <a:gd name="T8" fmla="*/ 18 w 77"/>
                <a:gd name="T9" fmla="*/ 37 h 107"/>
                <a:gd name="T10" fmla="*/ 18 w 77"/>
                <a:gd name="T11" fmla="*/ 57 h 107"/>
                <a:gd name="T12" fmla="*/ 70 w 77"/>
                <a:gd name="T13" fmla="*/ 57 h 107"/>
                <a:gd name="T14" fmla="*/ 70 w 77"/>
                <a:gd name="T15" fmla="*/ 70 h 107"/>
                <a:gd name="T16" fmla="*/ 18 w 77"/>
                <a:gd name="T17" fmla="*/ 70 h 107"/>
                <a:gd name="T18" fmla="*/ 18 w 77"/>
                <a:gd name="T19" fmla="*/ 83 h 107"/>
                <a:gd name="T20" fmla="*/ 28 w 77"/>
                <a:gd name="T21" fmla="*/ 93 h 107"/>
                <a:gd name="T22" fmla="*/ 77 w 77"/>
                <a:gd name="T23" fmla="*/ 93 h 107"/>
                <a:gd name="T24" fmla="*/ 77 w 77"/>
                <a:gd name="T25" fmla="*/ 107 h 107"/>
                <a:gd name="T26" fmla="*/ 24 w 77"/>
                <a:gd name="T27" fmla="*/ 107 h 107"/>
                <a:gd name="T28" fmla="*/ 0 w 77"/>
                <a:gd name="T29" fmla="*/ 83 h 107"/>
                <a:gd name="T30" fmla="*/ 57 w 77"/>
                <a:gd name="T31" fmla="*/ 0 h 107"/>
                <a:gd name="T32" fmla="*/ 43 w 77"/>
                <a:gd name="T33" fmla="*/ 15 h 107"/>
                <a:gd name="T34" fmla="*/ 28 w 77"/>
                <a:gd name="T35" fmla="*/ 15 h 107"/>
                <a:gd name="T36" fmla="*/ 39 w 77"/>
                <a:gd name="T37" fmla="*/ 0 h 107"/>
                <a:gd name="T38" fmla="*/ 57 w 77"/>
                <a:gd name="T39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" h="107">
                  <a:moveTo>
                    <a:pt x="0" y="83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90"/>
                    <a:pt x="21" y="93"/>
                    <a:pt x="28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107"/>
                    <a:pt x="77" y="107"/>
                    <a:pt x="77" y="107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9" y="107"/>
                    <a:pt x="0" y="98"/>
                    <a:pt x="0" y="83"/>
                  </a:cubicBezTo>
                  <a:close/>
                  <a:moveTo>
                    <a:pt x="57" y="0"/>
                  </a:moveTo>
                  <a:cubicBezTo>
                    <a:pt x="43" y="15"/>
                    <a:pt x="43" y="15"/>
                    <a:pt x="43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9" y="0"/>
                    <a:pt x="39" y="0"/>
                    <a:pt x="39" y="0"/>
                  </a:cubicBez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7" name="Freeform 12">
              <a:extLst>
                <a:ext uri="{FF2B5EF4-FFF2-40B4-BE49-F238E27FC236}">
                  <a16:creationId xmlns:a16="http://schemas.microsoft.com/office/drawing/2014/main" id="{54ABBBD2-536D-4179-A713-5A027FC9B1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7014" y="3724904"/>
              <a:ext cx="105633" cy="98523"/>
            </a:xfrm>
            <a:custGeom>
              <a:avLst/>
              <a:gdLst>
                <a:gd name="T0" fmla="*/ 0 w 90"/>
                <a:gd name="T1" fmla="*/ 0 h 83"/>
                <a:gd name="T2" fmla="*/ 37 w 90"/>
                <a:gd name="T3" fmla="*/ 0 h 83"/>
                <a:gd name="T4" fmla="*/ 90 w 90"/>
                <a:gd name="T5" fmla="*/ 41 h 83"/>
                <a:gd name="T6" fmla="*/ 37 w 90"/>
                <a:gd name="T7" fmla="*/ 83 h 83"/>
                <a:gd name="T8" fmla="*/ 0 w 90"/>
                <a:gd name="T9" fmla="*/ 83 h 83"/>
                <a:gd name="T10" fmla="*/ 0 w 90"/>
                <a:gd name="T11" fmla="*/ 0 h 83"/>
                <a:gd name="T12" fmla="*/ 38 w 90"/>
                <a:gd name="T13" fmla="*/ 69 h 83"/>
                <a:gd name="T14" fmla="*/ 71 w 90"/>
                <a:gd name="T15" fmla="*/ 41 h 83"/>
                <a:gd name="T16" fmla="*/ 38 w 90"/>
                <a:gd name="T17" fmla="*/ 13 h 83"/>
                <a:gd name="T18" fmla="*/ 17 w 90"/>
                <a:gd name="T19" fmla="*/ 13 h 83"/>
                <a:gd name="T20" fmla="*/ 17 w 90"/>
                <a:gd name="T21" fmla="*/ 69 h 83"/>
                <a:gd name="T22" fmla="*/ 38 w 90"/>
                <a:gd name="T23" fmla="*/ 6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3">
                  <a:moveTo>
                    <a:pt x="0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69" y="0"/>
                    <a:pt x="90" y="17"/>
                    <a:pt x="90" y="41"/>
                  </a:cubicBezTo>
                  <a:cubicBezTo>
                    <a:pt x="90" y="66"/>
                    <a:pt x="69" y="83"/>
                    <a:pt x="3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38" y="69"/>
                  </a:moveTo>
                  <a:cubicBezTo>
                    <a:pt x="58" y="69"/>
                    <a:pt x="71" y="58"/>
                    <a:pt x="71" y="41"/>
                  </a:cubicBezTo>
                  <a:cubicBezTo>
                    <a:pt x="71" y="25"/>
                    <a:pt x="58" y="13"/>
                    <a:pt x="3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69"/>
                    <a:pt x="17" y="69"/>
                    <a:pt x="17" y="69"/>
                  </a:cubicBezTo>
                  <a:lnTo>
                    <a:pt x="38" y="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8" name="Rectangle 13">
              <a:extLst>
                <a:ext uri="{FF2B5EF4-FFF2-40B4-BE49-F238E27FC236}">
                  <a16:creationId xmlns:a16="http://schemas.microsoft.com/office/drawing/2014/main" id="{29ABE3B8-A74B-4DE5-B34E-61DE2AF70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929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9" name="Freeform 14">
              <a:extLst>
                <a:ext uri="{FF2B5EF4-FFF2-40B4-BE49-F238E27FC236}">
                  <a16:creationId xmlns:a16="http://schemas.microsoft.com/office/drawing/2014/main" id="{DF3C0426-09DB-4F9D-9A33-A15CFFDDD3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557" y="3724904"/>
              <a:ext cx="94460" cy="98523"/>
            </a:xfrm>
            <a:custGeom>
              <a:avLst/>
              <a:gdLst>
                <a:gd name="T0" fmla="*/ 0 w 93"/>
                <a:gd name="T1" fmla="*/ 15 h 97"/>
                <a:gd name="T2" fmla="*/ 0 w 93"/>
                <a:gd name="T3" fmla="*/ 0 h 97"/>
                <a:gd name="T4" fmla="*/ 93 w 93"/>
                <a:gd name="T5" fmla="*/ 0 h 97"/>
                <a:gd name="T6" fmla="*/ 93 w 93"/>
                <a:gd name="T7" fmla="*/ 15 h 97"/>
                <a:gd name="T8" fmla="*/ 56 w 93"/>
                <a:gd name="T9" fmla="*/ 15 h 97"/>
                <a:gd name="T10" fmla="*/ 56 w 93"/>
                <a:gd name="T11" fmla="*/ 97 h 97"/>
                <a:gd name="T12" fmla="*/ 36 w 93"/>
                <a:gd name="T13" fmla="*/ 97 h 97"/>
                <a:gd name="T14" fmla="*/ 36 w 93"/>
                <a:gd name="T15" fmla="*/ 15 h 97"/>
                <a:gd name="T16" fmla="*/ 0 w 93"/>
                <a:gd name="T17" fmla="*/ 1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97">
                  <a:moveTo>
                    <a:pt x="0" y="15"/>
                  </a:moveTo>
                  <a:lnTo>
                    <a:pt x="0" y="0"/>
                  </a:lnTo>
                  <a:lnTo>
                    <a:pt x="93" y="0"/>
                  </a:lnTo>
                  <a:lnTo>
                    <a:pt x="93" y="15"/>
                  </a:lnTo>
                  <a:lnTo>
                    <a:pt x="56" y="15"/>
                  </a:lnTo>
                  <a:lnTo>
                    <a:pt x="56" y="97"/>
                  </a:lnTo>
                  <a:lnTo>
                    <a:pt x="36" y="97"/>
                  </a:lnTo>
                  <a:lnTo>
                    <a:pt x="36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0" name="Freeform 15">
              <a:extLst>
                <a:ext uri="{FF2B5EF4-FFF2-40B4-BE49-F238E27FC236}">
                  <a16:creationId xmlns:a16="http://schemas.microsoft.com/office/drawing/2014/main" id="{D1FC6B40-03C0-425F-9B64-3DAAB7CBEE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70552" y="3724904"/>
              <a:ext cx="121884" cy="98523"/>
            </a:xfrm>
            <a:custGeom>
              <a:avLst/>
              <a:gdLst>
                <a:gd name="T0" fmla="*/ 85 w 120"/>
                <a:gd name="T1" fmla="*/ 73 h 97"/>
                <a:gd name="T2" fmla="*/ 32 w 120"/>
                <a:gd name="T3" fmla="*/ 73 h 97"/>
                <a:gd name="T4" fmla="*/ 21 w 120"/>
                <a:gd name="T5" fmla="*/ 97 h 97"/>
                <a:gd name="T6" fmla="*/ 0 w 120"/>
                <a:gd name="T7" fmla="*/ 97 h 97"/>
                <a:gd name="T8" fmla="*/ 50 w 120"/>
                <a:gd name="T9" fmla="*/ 0 h 97"/>
                <a:gd name="T10" fmla="*/ 70 w 120"/>
                <a:gd name="T11" fmla="*/ 0 h 97"/>
                <a:gd name="T12" fmla="*/ 120 w 120"/>
                <a:gd name="T13" fmla="*/ 97 h 97"/>
                <a:gd name="T14" fmla="*/ 97 w 120"/>
                <a:gd name="T15" fmla="*/ 97 h 97"/>
                <a:gd name="T16" fmla="*/ 85 w 120"/>
                <a:gd name="T17" fmla="*/ 73 h 97"/>
                <a:gd name="T18" fmla="*/ 77 w 120"/>
                <a:gd name="T19" fmla="*/ 58 h 97"/>
                <a:gd name="T20" fmla="*/ 59 w 120"/>
                <a:gd name="T21" fmla="*/ 20 h 97"/>
                <a:gd name="T22" fmla="*/ 40 w 120"/>
                <a:gd name="T23" fmla="*/ 58 h 97"/>
                <a:gd name="T24" fmla="*/ 77 w 120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7">
                  <a:moveTo>
                    <a:pt x="85" y="73"/>
                  </a:moveTo>
                  <a:lnTo>
                    <a:pt x="32" y="73"/>
                  </a:lnTo>
                  <a:lnTo>
                    <a:pt x="21" y="97"/>
                  </a:lnTo>
                  <a:lnTo>
                    <a:pt x="0" y="97"/>
                  </a:lnTo>
                  <a:lnTo>
                    <a:pt x="50" y="0"/>
                  </a:lnTo>
                  <a:lnTo>
                    <a:pt x="70" y="0"/>
                  </a:lnTo>
                  <a:lnTo>
                    <a:pt x="120" y="97"/>
                  </a:lnTo>
                  <a:lnTo>
                    <a:pt x="97" y="97"/>
                  </a:lnTo>
                  <a:lnTo>
                    <a:pt x="85" y="73"/>
                  </a:lnTo>
                  <a:close/>
                  <a:moveTo>
                    <a:pt x="77" y="58"/>
                  </a:moveTo>
                  <a:lnTo>
                    <a:pt x="59" y="20"/>
                  </a:lnTo>
                  <a:lnTo>
                    <a:pt x="40" y="58"/>
                  </a:lnTo>
                  <a:lnTo>
                    <a:pt x="77" y="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9DB56BC7-ACD0-459D-B07B-1D95EA5D331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498" y="3723888"/>
              <a:ext cx="108680" cy="100555"/>
            </a:xfrm>
            <a:custGeom>
              <a:avLst/>
              <a:gdLst>
                <a:gd name="T0" fmla="*/ 52 w 93"/>
                <a:gd name="T1" fmla="*/ 0 h 85"/>
                <a:gd name="T2" fmla="*/ 89 w 93"/>
                <a:gd name="T3" fmla="*/ 11 h 85"/>
                <a:gd name="T4" fmla="*/ 80 w 93"/>
                <a:gd name="T5" fmla="*/ 22 h 85"/>
                <a:gd name="T6" fmla="*/ 53 w 93"/>
                <a:gd name="T7" fmla="*/ 12 h 85"/>
                <a:gd name="T8" fmla="*/ 18 w 93"/>
                <a:gd name="T9" fmla="*/ 42 h 85"/>
                <a:gd name="T10" fmla="*/ 52 w 93"/>
                <a:gd name="T11" fmla="*/ 72 h 85"/>
                <a:gd name="T12" fmla="*/ 76 w 93"/>
                <a:gd name="T13" fmla="*/ 66 h 85"/>
                <a:gd name="T14" fmla="*/ 76 w 93"/>
                <a:gd name="T15" fmla="*/ 50 h 85"/>
                <a:gd name="T16" fmla="*/ 51 w 93"/>
                <a:gd name="T17" fmla="*/ 50 h 85"/>
                <a:gd name="T18" fmla="*/ 51 w 93"/>
                <a:gd name="T19" fmla="*/ 37 h 85"/>
                <a:gd name="T20" fmla="*/ 93 w 93"/>
                <a:gd name="T21" fmla="*/ 37 h 85"/>
                <a:gd name="T22" fmla="*/ 93 w 93"/>
                <a:gd name="T23" fmla="*/ 72 h 85"/>
                <a:gd name="T24" fmla="*/ 52 w 93"/>
                <a:gd name="T25" fmla="*/ 85 h 85"/>
                <a:gd name="T26" fmla="*/ 0 w 93"/>
                <a:gd name="T27" fmla="*/ 42 h 85"/>
                <a:gd name="T28" fmla="*/ 52 w 93"/>
                <a:gd name="T2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4"/>
                    <a:pt x="18" y="42"/>
                  </a:cubicBezTo>
                  <a:cubicBezTo>
                    <a:pt x="18" y="59"/>
                    <a:pt x="32" y="72"/>
                    <a:pt x="52" y="72"/>
                  </a:cubicBezTo>
                  <a:cubicBezTo>
                    <a:pt x="61" y="72"/>
                    <a:pt x="70" y="70"/>
                    <a:pt x="76" y="66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3" y="72"/>
                    <a:pt x="93" y="72"/>
                    <a:pt x="93" y="72"/>
                  </a:cubicBezTo>
                  <a:cubicBezTo>
                    <a:pt x="83" y="79"/>
                    <a:pt x="69" y="85"/>
                    <a:pt x="52" y="85"/>
                  </a:cubicBezTo>
                  <a:cubicBezTo>
                    <a:pt x="21" y="85"/>
                    <a:pt x="0" y="67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2" name="Freeform 17">
              <a:extLst>
                <a:ext uri="{FF2B5EF4-FFF2-40B4-BE49-F238E27FC236}">
                  <a16:creationId xmlns:a16="http://schemas.microsoft.com/office/drawing/2014/main" id="{AF0C0CB0-171E-4D93-849D-523BDBA3B6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9555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3" name="Rectangle 18">
              <a:extLst>
                <a:ext uri="{FF2B5EF4-FFF2-40B4-BE49-F238E27FC236}">
                  <a16:creationId xmlns:a16="http://schemas.microsoft.com/office/drawing/2014/main" id="{291B592C-4634-463F-98A1-A1C1B1BF5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9408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F5287106-D63E-4AC4-B68B-2C06F0E887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2067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8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8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4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5" name="Freeform 20">
              <a:extLst>
                <a:ext uri="{FF2B5EF4-FFF2-40B4-BE49-F238E27FC236}">
                  <a16:creationId xmlns:a16="http://schemas.microsoft.com/office/drawing/2014/main" id="{4315B53D-9755-4D17-BE03-B55DFFC291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1763" y="3723888"/>
              <a:ext cx="123915" cy="100555"/>
            </a:xfrm>
            <a:custGeom>
              <a:avLst/>
              <a:gdLst>
                <a:gd name="T0" fmla="*/ 0 w 105"/>
                <a:gd name="T1" fmla="*/ 42 h 85"/>
                <a:gd name="T2" fmla="*/ 52 w 105"/>
                <a:gd name="T3" fmla="*/ 0 h 85"/>
                <a:gd name="T4" fmla="*/ 105 w 105"/>
                <a:gd name="T5" fmla="*/ 42 h 85"/>
                <a:gd name="T6" fmla="*/ 52 w 105"/>
                <a:gd name="T7" fmla="*/ 85 h 85"/>
                <a:gd name="T8" fmla="*/ 0 w 105"/>
                <a:gd name="T9" fmla="*/ 42 h 85"/>
                <a:gd name="T10" fmla="*/ 19 w 105"/>
                <a:gd name="T11" fmla="*/ 42 h 85"/>
                <a:gd name="T12" fmla="*/ 52 w 105"/>
                <a:gd name="T13" fmla="*/ 72 h 85"/>
                <a:gd name="T14" fmla="*/ 86 w 105"/>
                <a:gd name="T15" fmla="*/ 42 h 85"/>
                <a:gd name="T16" fmla="*/ 52 w 105"/>
                <a:gd name="T17" fmla="*/ 12 h 85"/>
                <a:gd name="T18" fmla="*/ 19 w 105"/>
                <a:gd name="T19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" h="85">
                  <a:moveTo>
                    <a:pt x="0" y="42"/>
                  </a:moveTo>
                  <a:cubicBezTo>
                    <a:pt x="0" y="19"/>
                    <a:pt x="22" y="0"/>
                    <a:pt x="52" y="0"/>
                  </a:cubicBezTo>
                  <a:cubicBezTo>
                    <a:pt x="83" y="0"/>
                    <a:pt x="105" y="19"/>
                    <a:pt x="105" y="42"/>
                  </a:cubicBezTo>
                  <a:cubicBezTo>
                    <a:pt x="105" y="66"/>
                    <a:pt x="83" y="85"/>
                    <a:pt x="52" y="85"/>
                  </a:cubicBezTo>
                  <a:cubicBezTo>
                    <a:pt x="22" y="85"/>
                    <a:pt x="0" y="66"/>
                    <a:pt x="0" y="42"/>
                  </a:cubicBezTo>
                  <a:close/>
                  <a:moveTo>
                    <a:pt x="19" y="42"/>
                  </a:moveTo>
                  <a:cubicBezTo>
                    <a:pt x="19" y="59"/>
                    <a:pt x="32" y="72"/>
                    <a:pt x="52" y="72"/>
                  </a:cubicBezTo>
                  <a:cubicBezTo>
                    <a:pt x="72" y="72"/>
                    <a:pt x="86" y="59"/>
                    <a:pt x="86" y="42"/>
                  </a:cubicBezTo>
                  <a:cubicBezTo>
                    <a:pt x="86" y="26"/>
                    <a:pt x="72" y="12"/>
                    <a:pt x="52" y="12"/>
                  </a:cubicBezTo>
                  <a:cubicBezTo>
                    <a:pt x="32" y="12"/>
                    <a:pt x="19" y="26"/>
                    <a:pt x="19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839DA0A7-8C38-45A1-B784-5EBA7CBEDD1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1929" y="3724904"/>
              <a:ext cx="82272" cy="98523"/>
            </a:xfrm>
            <a:custGeom>
              <a:avLst/>
              <a:gdLst>
                <a:gd name="T0" fmla="*/ 0 w 81"/>
                <a:gd name="T1" fmla="*/ 0 h 97"/>
                <a:gd name="T2" fmla="*/ 20 w 81"/>
                <a:gd name="T3" fmla="*/ 0 h 97"/>
                <a:gd name="T4" fmla="*/ 20 w 81"/>
                <a:gd name="T5" fmla="*/ 81 h 97"/>
                <a:gd name="T6" fmla="*/ 81 w 81"/>
                <a:gd name="T7" fmla="*/ 81 h 97"/>
                <a:gd name="T8" fmla="*/ 81 w 81"/>
                <a:gd name="T9" fmla="*/ 97 h 97"/>
                <a:gd name="T10" fmla="*/ 0 w 81"/>
                <a:gd name="T11" fmla="*/ 97 h 97"/>
                <a:gd name="T12" fmla="*/ 0 w 81"/>
                <a:gd name="T13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97">
                  <a:moveTo>
                    <a:pt x="0" y="0"/>
                  </a:moveTo>
                  <a:lnTo>
                    <a:pt x="20" y="0"/>
                  </a:lnTo>
                  <a:lnTo>
                    <a:pt x="20" y="81"/>
                  </a:lnTo>
                  <a:lnTo>
                    <a:pt x="81" y="81"/>
                  </a:lnTo>
                  <a:lnTo>
                    <a:pt x="81" y="97"/>
                  </a:lnTo>
                  <a:lnTo>
                    <a:pt x="0" y="9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322454DD-4B28-4207-83BD-1589D8AD3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4359" y="3724904"/>
              <a:ext cx="89382" cy="98523"/>
            </a:xfrm>
            <a:custGeom>
              <a:avLst/>
              <a:gdLst>
                <a:gd name="T0" fmla="*/ 0 w 76"/>
                <a:gd name="T1" fmla="*/ 59 h 83"/>
                <a:gd name="T2" fmla="*/ 0 w 76"/>
                <a:gd name="T3" fmla="*/ 0 h 83"/>
                <a:gd name="T4" fmla="*/ 75 w 76"/>
                <a:gd name="T5" fmla="*/ 0 h 83"/>
                <a:gd name="T6" fmla="*/ 75 w 76"/>
                <a:gd name="T7" fmla="*/ 13 h 83"/>
                <a:gd name="T8" fmla="*/ 18 w 76"/>
                <a:gd name="T9" fmla="*/ 13 h 83"/>
                <a:gd name="T10" fmla="*/ 18 w 76"/>
                <a:gd name="T11" fmla="*/ 33 h 83"/>
                <a:gd name="T12" fmla="*/ 70 w 76"/>
                <a:gd name="T13" fmla="*/ 33 h 83"/>
                <a:gd name="T14" fmla="*/ 70 w 76"/>
                <a:gd name="T15" fmla="*/ 46 h 83"/>
                <a:gd name="T16" fmla="*/ 18 w 76"/>
                <a:gd name="T17" fmla="*/ 46 h 83"/>
                <a:gd name="T18" fmla="*/ 18 w 76"/>
                <a:gd name="T19" fmla="*/ 59 h 83"/>
                <a:gd name="T20" fmla="*/ 28 w 76"/>
                <a:gd name="T21" fmla="*/ 69 h 83"/>
                <a:gd name="T22" fmla="*/ 76 w 76"/>
                <a:gd name="T23" fmla="*/ 69 h 83"/>
                <a:gd name="T24" fmla="*/ 76 w 76"/>
                <a:gd name="T25" fmla="*/ 83 h 83"/>
                <a:gd name="T26" fmla="*/ 24 w 76"/>
                <a:gd name="T27" fmla="*/ 83 h 83"/>
                <a:gd name="T28" fmla="*/ 0 w 76"/>
                <a:gd name="T29" fmla="*/ 5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83">
                  <a:moveTo>
                    <a:pt x="0" y="5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66"/>
                    <a:pt x="21" y="69"/>
                    <a:pt x="28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9" y="83"/>
                    <a:pt x="0" y="74"/>
                    <a:pt x="0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8" name="Freeform 23">
              <a:extLst>
                <a:ext uri="{FF2B5EF4-FFF2-40B4-BE49-F238E27FC236}">
                  <a16:creationId xmlns:a16="http://schemas.microsoft.com/office/drawing/2014/main" id="{2A8929BE-C5D4-41D9-A812-1D729349714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2651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5"/>
                    <a:pt x="18" y="42"/>
                  </a:cubicBezTo>
                  <a:cubicBezTo>
                    <a:pt x="18" y="60"/>
                    <a:pt x="34" y="72"/>
                    <a:pt x="53" y="72"/>
                  </a:cubicBezTo>
                  <a:cubicBezTo>
                    <a:pt x="65" y="72"/>
                    <a:pt x="73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9" name="Rectangle 24">
              <a:extLst>
                <a:ext uri="{FF2B5EF4-FFF2-40B4-BE49-F238E27FC236}">
                  <a16:creationId xmlns:a16="http://schemas.microsoft.com/office/drawing/2014/main" id="{8F855694-9DC4-4CA6-96A8-102C8FCA4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6566" y="3724904"/>
              <a:ext cx="20314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60" name="Freeform 25">
              <a:extLst>
                <a:ext uri="{FF2B5EF4-FFF2-40B4-BE49-F238E27FC236}">
                  <a16:creationId xmlns:a16="http://schemas.microsoft.com/office/drawing/2014/main" id="{597F875D-9D4C-4010-9C8A-864D732FF0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6335" y="3724904"/>
              <a:ext cx="100555" cy="98523"/>
            </a:xfrm>
            <a:custGeom>
              <a:avLst/>
              <a:gdLst>
                <a:gd name="T0" fmla="*/ 86 w 86"/>
                <a:gd name="T1" fmla="*/ 59 h 83"/>
                <a:gd name="T2" fmla="*/ 51 w 86"/>
                <a:gd name="T3" fmla="*/ 83 h 83"/>
                <a:gd name="T4" fmla="*/ 0 w 86"/>
                <a:gd name="T5" fmla="*/ 83 h 83"/>
                <a:gd name="T6" fmla="*/ 0 w 86"/>
                <a:gd name="T7" fmla="*/ 0 h 83"/>
                <a:gd name="T8" fmla="*/ 48 w 86"/>
                <a:gd name="T9" fmla="*/ 0 h 83"/>
                <a:gd name="T10" fmla="*/ 82 w 86"/>
                <a:gd name="T11" fmla="*/ 23 h 83"/>
                <a:gd name="T12" fmla="*/ 69 w 86"/>
                <a:gd name="T13" fmla="*/ 40 h 83"/>
                <a:gd name="T14" fmla="*/ 86 w 86"/>
                <a:gd name="T15" fmla="*/ 59 h 83"/>
                <a:gd name="T16" fmla="*/ 17 w 86"/>
                <a:gd name="T17" fmla="*/ 13 h 83"/>
                <a:gd name="T18" fmla="*/ 17 w 86"/>
                <a:gd name="T19" fmla="*/ 34 h 83"/>
                <a:gd name="T20" fmla="*/ 47 w 86"/>
                <a:gd name="T21" fmla="*/ 34 h 83"/>
                <a:gd name="T22" fmla="*/ 63 w 86"/>
                <a:gd name="T23" fmla="*/ 24 h 83"/>
                <a:gd name="T24" fmla="*/ 46 w 86"/>
                <a:gd name="T25" fmla="*/ 13 h 83"/>
                <a:gd name="T26" fmla="*/ 17 w 86"/>
                <a:gd name="T27" fmla="*/ 13 h 83"/>
                <a:gd name="T28" fmla="*/ 67 w 86"/>
                <a:gd name="T29" fmla="*/ 58 h 83"/>
                <a:gd name="T30" fmla="*/ 50 w 86"/>
                <a:gd name="T31" fmla="*/ 47 h 83"/>
                <a:gd name="T32" fmla="*/ 17 w 86"/>
                <a:gd name="T33" fmla="*/ 47 h 83"/>
                <a:gd name="T34" fmla="*/ 17 w 86"/>
                <a:gd name="T35" fmla="*/ 69 h 83"/>
                <a:gd name="T36" fmla="*/ 50 w 86"/>
                <a:gd name="T37" fmla="*/ 69 h 83"/>
                <a:gd name="T38" fmla="*/ 67 w 86"/>
                <a:gd name="T39" fmla="*/ 5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" h="83">
                  <a:moveTo>
                    <a:pt x="86" y="59"/>
                  </a:moveTo>
                  <a:cubicBezTo>
                    <a:pt x="86" y="74"/>
                    <a:pt x="70" y="83"/>
                    <a:pt x="51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7" y="0"/>
                    <a:pt x="82" y="8"/>
                    <a:pt x="82" y="23"/>
                  </a:cubicBezTo>
                  <a:cubicBezTo>
                    <a:pt x="82" y="31"/>
                    <a:pt x="77" y="37"/>
                    <a:pt x="69" y="40"/>
                  </a:cubicBezTo>
                  <a:cubicBezTo>
                    <a:pt x="79" y="43"/>
                    <a:pt x="86" y="49"/>
                    <a:pt x="86" y="59"/>
                  </a:cubicBezTo>
                  <a:close/>
                  <a:moveTo>
                    <a:pt x="17" y="13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57" y="34"/>
                    <a:pt x="63" y="31"/>
                    <a:pt x="63" y="24"/>
                  </a:cubicBezTo>
                  <a:cubicBezTo>
                    <a:pt x="63" y="17"/>
                    <a:pt x="57" y="13"/>
                    <a:pt x="46" y="13"/>
                  </a:cubicBezTo>
                  <a:lnTo>
                    <a:pt x="17" y="13"/>
                  </a:lnTo>
                  <a:close/>
                  <a:moveTo>
                    <a:pt x="67" y="58"/>
                  </a:moveTo>
                  <a:cubicBezTo>
                    <a:pt x="67" y="51"/>
                    <a:pt x="60" y="47"/>
                    <a:pt x="50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60" y="69"/>
                    <a:pt x="67" y="65"/>
                    <a:pt x="67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57020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1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BCF5F30-D370-4466-83E8-53B40DAB5648}"/>
              </a:ext>
            </a:extLst>
          </p:cNvPr>
          <p:cNvSpPr/>
          <p:nvPr userDrawn="1"/>
        </p:nvSpPr>
        <p:spPr>
          <a:xfrm>
            <a:off x="96000" y="111627"/>
            <a:ext cx="12000000" cy="6492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noProof="0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D6FB8667-1922-4114-9BF8-64A70753443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611511" y="2065391"/>
            <a:ext cx="6739200" cy="35808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Insert chart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03F271A-7E53-4E68-B4A5-68128725B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DF57AD-214E-3849-94DC-D3D9CA2C9EDB}"/>
              </a:ext>
            </a:extLst>
          </p:cNvPr>
          <p:cNvSpPr/>
          <p:nvPr userDrawn="1"/>
        </p:nvSpPr>
        <p:spPr>
          <a:xfrm>
            <a:off x="610311" y="1259335"/>
            <a:ext cx="823380" cy="99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83F50C-933D-2F43-85C5-F0D5764E92FE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BA995E6A-169B-3141-A081-43E5086C18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5" name="Title 13">
            <a:extLst>
              <a:ext uri="{FF2B5EF4-FFF2-40B4-BE49-F238E27FC236}">
                <a16:creationId xmlns:a16="http://schemas.microsoft.com/office/drawing/2014/main" id="{4F23F6A4-620E-4042-9F7D-7F4929F2E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321" y="277913"/>
            <a:ext cx="10966168" cy="86177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28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This is the slide title </a:t>
            </a:r>
            <a:br>
              <a:rPr lang="en-US" noProof="0" dirty="0"/>
            </a:br>
            <a:r>
              <a:rPr lang="en-US" noProof="0" dirty="0"/>
              <a:t>in 2 lines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30D4B0E3-9C3B-4503-8AB2-5575FC7BC7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39797" y="1381208"/>
            <a:ext cx="3640912" cy="4794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CC488F86-B3ED-42C4-A8DC-8DB9A2441D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39796" y="2035281"/>
            <a:ext cx="3640691" cy="3610910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defRPr sz="14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</a:defRPr>
            </a:lvl2pPr>
            <a:lvl3pPr marL="518400" indent="-228584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10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406DDEA8-4A66-4765-8520-15B86E5A82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FE5FD7B3-30B0-44BB-AFC3-62CD8E742E47}" type="datetime3">
              <a:rPr lang="en-US" smtClean="0"/>
              <a:t>3 November 2025</a:t>
            </a:fld>
            <a:endParaRPr lang="fr-FR" dirty="0"/>
          </a:p>
        </p:txBody>
      </p:sp>
      <p:grpSp>
        <p:nvGrpSpPr>
          <p:cNvPr id="20" name="Groupe 250">
            <a:extLst>
              <a:ext uri="{FF2B5EF4-FFF2-40B4-BE49-F238E27FC236}">
                <a16:creationId xmlns:a16="http://schemas.microsoft.com/office/drawing/2014/main" id="{6C4B2FB2-7D88-4C8F-8A49-92142ADFB2E5}"/>
              </a:ext>
            </a:extLst>
          </p:cNvPr>
          <p:cNvGrpSpPr/>
          <p:nvPr userDrawn="1"/>
        </p:nvGrpSpPr>
        <p:grpSpPr>
          <a:xfrm>
            <a:off x="5456917" y="6670035"/>
            <a:ext cx="1278167" cy="125311"/>
            <a:chOff x="5629458" y="3655836"/>
            <a:chExt cx="2227432" cy="218376"/>
          </a:xfrm>
          <a:solidFill>
            <a:srgbClr val="5E6A71"/>
          </a:solidFill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0286030A-85F9-4254-853D-DD0729ED9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975" y="3775689"/>
              <a:ext cx="61958" cy="55864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Rectangle 6">
              <a:extLst>
                <a:ext uri="{FF2B5EF4-FFF2-40B4-BE49-F238E27FC236}">
                  <a16:creationId xmlns:a16="http://schemas.microsoft.com/office/drawing/2014/main" id="{95029161-E61B-4DF6-A58D-8BBBE0582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662" y="3849835"/>
              <a:ext cx="284396" cy="2437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515DBD04-B8B6-46CB-B458-11907CC4C3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1195" y="3655836"/>
              <a:ext cx="77193" cy="62973"/>
            </a:xfrm>
            <a:custGeom>
              <a:avLst/>
              <a:gdLst>
                <a:gd name="T0" fmla="*/ 66 w 66"/>
                <a:gd name="T1" fmla="*/ 25 h 53"/>
                <a:gd name="T2" fmla="*/ 19 w 66"/>
                <a:gd name="T3" fmla="*/ 50 h 53"/>
                <a:gd name="T4" fmla="*/ 7 w 66"/>
                <a:gd name="T5" fmla="*/ 48 h 53"/>
                <a:gd name="T6" fmla="*/ 0 w 66"/>
                <a:gd name="T7" fmla="*/ 31 h 53"/>
                <a:gd name="T8" fmla="*/ 8 w 66"/>
                <a:gd name="T9" fmla="*/ 31 h 53"/>
                <a:gd name="T10" fmla="*/ 66 w 66"/>
                <a:gd name="T11" fmla="*/ 0 h 53"/>
                <a:gd name="T12" fmla="*/ 66 w 66"/>
                <a:gd name="T13" fmla="*/ 2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53">
                  <a:moveTo>
                    <a:pt x="66" y="25"/>
                  </a:moveTo>
                  <a:cubicBezTo>
                    <a:pt x="66" y="25"/>
                    <a:pt x="28" y="47"/>
                    <a:pt x="19" y="50"/>
                  </a:cubicBezTo>
                  <a:cubicBezTo>
                    <a:pt x="11" y="53"/>
                    <a:pt x="8" y="49"/>
                    <a:pt x="7" y="48"/>
                  </a:cubicBezTo>
                  <a:cubicBezTo>
                    <a:pt x="4" y="44"/>
                    <a:pt x="1" y="33"/>
                    <a:pt x="0" y="31"/>
                  </a:cubicBezTo>
                  <a:cubicBezTo>
                    <a:pt x="1" y="31"/>
                    <a:pt x="3" y="32"/>
                    <a:pt x="8" y="31"/>
                  </a:cubicBezTo>
                  <a:cubicBezTo>
                    <a:pt x="13" y="29"/>
                    <a:pt x="66" y="0"/>
                    <a:pt x="66" y="0"/>
                  </a:cubicBezTo>
                  <a:cubicBezTo>
                    <a:pt x="66" y="25"/>
                    <a:pt x="66" y="25"/>
                    <a:pt x="66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C17DEF91-2F77-4E63-8889-6D32ED9DE1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458" y="3669040"/>
              <a:ext cx="318930" cy="18384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FADD2736-B3E3-4A69-856F-477A1A33C4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3550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5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32C703BB-C92B-4C5A-BC81-3DAFCDD08D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8481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7298B2A0-9C0C-47B1-BA64-A678336E40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4271" y="3696464"/>
              <a:ext cx="90398" cy="126963"/>
            </a:xfrm>
            <a:custGeom>
              <a:avLst/>
              <a:gdLst>
                <a:gd name="T0" fmla="*/ 0 w 77"/>
                <a:gd name="T1" fmla="*/ 83 h 107"/>
                <a:gd name="T2" fmla="*/ 0 w 77"/>
                <a:gd name="T3" fmla="*/ 24 h 107"/>
                <a:gd name="T4" fmla="*/ 75 w 77"/>
                <a:gd name="T5" fmla="*/ 24 h 107"/>
                <a:gd name="T6" fmla="*/ 75 w 77"/>
                <a:gd name="T7" fmla="*/ 37 h 107"/>
                <a:gd name="T8" fmla="*/ 18 w 77"/>
                <a:gd name="T9" fmla="*/ 37 h 107"/>
                <a:gd name="T10" fmla="*/ 18 w 77"/>
                <a:gd name="T11" fmla="*/ 57 h 107"/>
                <a:gd name="T12" fmla="*/ 70 w 77"/>
                <a:gd name="T13" fmla="*/ 57 h 107"/>
                <a:gd name="T14" fmla="*/ 70 w 77"/>
                <a:gd name="T15" fmla="*/ 70 h 107"/>
                <a:gd name="T16" fmla="*/ 18 w 77"/>
                <a:gd name="T17" fmla="*/ 70 h 107"/>
                <a:gd name="T18" fmla="*/ 18 w 77"/>
                <a:gd name="T19" fmla="*/ 83 h 107"/>
                <a:gd name="T20" fmla="*/ 28 w 77"/>
                <a:gd name="T21" fmla="*/ 93 h 107"/>
                <a:gd name="T22" fmla="*/ 77 w 77"/>
                <a:gd name="T23" fmla="*/ 93 h 107"/>
                <a:gd name="T24" fmla="*/ 77 w 77"/>
                <a:gd name="T25" fmla="*/ 107 h 107"/>
                <a:gd name="T26" fmla="*/ 24 w 77"/>
                <a:gd name="T27" fmla="*/ 107 h 107"/>
                <a:gd name="T28" fmla="*/ 0 w 77"/>
                <a:gd name="T29" fmla="*/ 83 h 107"/>
                <a:gd name="T30" fmla="*/ 57 w 77"/>
                <a:gd name="T31" fmla="*/ 0 h 107"/>
                <a:gd name="T32" fmla="*/ 43 w 77"/>
                <a:gd name="T33" fmla="*/ 15 h 107"/>
                <a:gd name="T34" fmla="*/ 28 w 77"/>
                <a:gd name="T35" fmla="*/ 15 h 107"/>
                <a:gd name="T36" fmla="*/ 39 w 77"/>
                <a:gd name="T37" fmla="*/ 0 h 107"/>
                <a:gd name="T38" fmla="*/ 57 w 77"/>
                <a:gd name="T39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" h="107">
                  <a:moveTo>
                    <a:pt x="0" y="83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90"/>
                    <a:pt x="21" y="93"/>
                    <a:pt x="28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107"/>
                    <a:pt x="77" y="107"/>
                    <a:pt x="77" y="107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9" y="107"/>
                    <a:pt x="0" y="98"/>
                    <a:pt x="0" y="83"/>
                  </a:cubicBezTo>
                  <a:close/>
                  <a:moveTo>
                    <a:pt x="57" y="0"/>
                  </a:moveTo>
                  <a:cubicBezTo>
                    <a:pt x="43" y="15"/>
                    <a:pt x="43" y="15"/>
                    <a:pt x="43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9" y="0"/>
                    <a:pt x="39" y="0"/>
                    <a:pt x="39" y="0"/>
                  </a:cubicBez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9" name="Freeform 12">
              <a:extLst>
                <a:ext uri="{FF2B5EF4-FFF2-40B4-BE49-F238E27FC236}">
                  <a16:creationId xmlns:a16="http://schemas.microsoft.com/office/drawing/2014/main" id="{D602220D-607F-4ABF-BA25-D4FA34D54F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7014" y="3724904"/>
              <a:ext cx="105633" cy="98523"/>
            </a:xfrm>
            <a:custGeom>
              <a:avLst/>
              <a:gdLst>
                <a:gd name="T0" fmla="*/ 0 w 90"/>
                <a:gd name="T1" fmla="*/ 0 h 83"/>
                <a:gd name="T2" fmla="*/ 37 w 90"/>
                <a:gd name="T3" fmla="*/ 0 h 83"/>
                <a:gd name="T4" fmla="*/ 90 w 90"/>
                <a:gd name="T5" fmla="*/ 41 h 83"/>
                <a:gd name="T6" fmla="*/ 37 w 90"/>
                <a:gd name="T7" fmla="*/ 83 h 83"/>
                <a:gd name="T8" fmla="*/ 0 w 90"/>
                <a:gd name="T9" fmla="*/ 83 h 83"/>
                <a:gd name="T10" fmla="*/ 0 w 90"/>
                <a:gd name="T11" fmla="*/ 0 h 83"/>
                <a:gd name="T12" fmla="*/ 38 w 90"/>
                <a:gd name="T13" fmla="*/ 69 h 83"/>
                <a:gd name="T14" fmla="*/ 71 w 90"/>
                <a:gd name="T15" fmla="*/ 41 h 83"/>
                <a:gd name="T16" fmla="*/ 38 w 90"/>
                <a:gd name="T17" fmla="*/ 13 h 83"/>
                <a:gd name="T18" fmla="*/ 17 w 90"/>
                <a:gd name="T19" fmla="*/ 13 h 83"/>
                <a:gd name="T20" fmla="*/ 17 w 90"/>
                <a:gd name="T21" fmla="*/ 69 h 83"/>
                <a:gd name="T22" fmla="*/ 38 w 90"/>
                <a:gd name="T23" fmla="*/ 6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3">
                  <a:moveTo>
                    <a:pt x="0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69" y="0"/>
                    <a:pt x="90" y="17"/>
                    <a:pt x="90" y="41"/>
                  </a:cubicBezTo>
                  <a:cubicBezTo>
                    <a:pt x="90" y="66"/>
                    <a:pt x="69" y="83"/>
                    <a:pt x="3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38" y="69"/>
                  </a:moveTo>
                  <a:cubicBezTo>
                    <a:pt x="58" y="69"/>
                    <a:pt x="71" y="58"/>
                    <a:pt x="71" y="41"/>
                  </a:cubicBezTo>
                  <a:cubicBezTo>
                    <a:pt x="71" y="25"/>
                    <a:pt x="58" y="13"/>
                    <a:pt x="3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69"/>
                    <a:pt x="17" y="69"/>
                    <a:pt x="17" y="69"/>
                  </a:cubicBezTo>
                  <a:lnTo>
                    <a:pt x="38" y="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0" name="Rectangle 13">
              <a:extLst>
                <a:ext uri="{FF2B5EF4-FFF2-40B4-BE49-F238E27FC236}">
                  <a16:creationId xmlns:a16="http://schemas.microsoft.com/office/drawing/2014/main" id="{942DCDD0-2E0F-4439-B878-071A148ED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929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7A6FD22F-8F42-4127-AD08-9A0AA0E5BA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557" y="3724904"/>
              <a:ext cx="94460" cy="98523"/>
            </a:xfrm>
            <a:custGeom>
              <a:avLst/>
              <a:gdLst>
                <a:gd name="T0" fmla="*/ 0 w 93"/>
                <a:gd name="T1" fmla="*/ 15 h 97"/>
                <a:gd name="T2" fmla="*/ 0 w 93"/>
                <a:gd name="T3" fmla="*/ 0 h 97"/>
                <a:gd name="T4" fmla="*/ 93 w 93"/>
                <a:gd name="T5" fmla="*/ 0 h 97"/>
                <a:gd name="T6" fmla="*/ 93 w 93"/>
                <a:gd name="T7" fmla="*/ 15 h 97"/>
                <a:gd name="T8" fmla="*/ 56 w 93"/>
                <a:gd name="T9" fmla="*/ 15 h 97"/>
                <a:gd name="T10" fmla="*/ 56 w 93"/>
                <a:gd name="T11" fmla="*/ 97 h 97"/>
                <a:gd name="T12" fmla="*/ 36 w 93"/>
                <a:gd name="T13" fmla="*/ 97 h 97"/>
                <a:gd name="T14" fmla="*/ 36 w 93"/>
                <a:gd name="T15" fmla="*/ 15 h 97"/>
                <a:gd name="T16" fmla="*/ 0 w 93"/>
                <a:gd name="T17" fmla="*/ 1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97">
                  <a:moveTo>
                    <a:pt x="0" y="15"/>
                  </a:moveTo>
                  <a:lnTo>
                    <a:pt x="0" y="0"/>
                  </a:lnTo>
                  <a:lnTo>
                    <a:pt x="93" y="0"/>
                  </a:lnTo>
                  <a:lnTo>
                    <a:pt x="93" y="15"/>
                  </a:lnTo>
                  <a:lnTo>
                    <a:pt x="56" y="15"/>
                  </a:lnTo>
                  <a:lnTo>
                    <a:pt x="56" y="97"/>
                  </a:lnTo>
                  <a:lnTo>
                    <a:pt x="36" y="97"/>
                  </a:lnTo>
                  <a:lnTo>
                    <a:pt x="36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95BE2122-EE71-47B9-A924-AB7AD6EED9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70552" y="3724904"/>
              <a:ext cx="121884" cy="98523"/>
            </a:xfrm>
            <a:custGeom>
              <a:avLst/>
              <a:gdLst>
                <a:gd name="T0" fmla="*/ 85 w 120"/>
                <a:gd name="T1" fmla="*/ 73 h 97"/>
                <a:gd name="T2" fmla="*/ 32 w 120"/>
                <a:gd name="T3" fmla="*/ 73 h 97"/>
                <a:gd name="T4" fmla="*/ 21 w 120"/>
                <a:gd name="T5" fmla="*/ 97 h 97"/>
                <a:gd name="T6" fmla="*/ 0 w 120"/>
                <a:gd name="T7" fmla="*/ 97 h 97"/>
                <a:gd name="T8" fmla="*/ 50 w 120"/>
                <a:gd name="T9" fmla="*/ 0 h 97"/>
                <a:gd name="T10" fmla="*/ 70 w 120"/>
                <a:gd name="T11" fmla="*/ 0 h 97"/>
                <a:gd name="T12" fmla="*/ 120 w 120"/>
                <a:gd name="T13" fmla="*/ 97 h 97"/>
                <a:gd name="T14" fmla="*/ 97 w 120"/>
                <a:gd name="T15" fmla="*/ 97 h 97"/>
                <a:gd name="T16" fmla="*/ 85 w 120"/>
                <a:gd name="T17" fmla="*/ 73 h 97"/>
                <a:gd name="T18" fmla="*/ 77 w 120"/>
                <a:gd name="T19" fmla="*/ 58 h 97"/>
                <a:gd name="T20" fmla="*/ 59 w 120"/>
                <a:gd name="T21" fmla="*/ 20 h 97"/>
                <a:gd name="T22" fmla="*/ 40 w 120"/>
                <a:gd name="T23" fmla="*/ 58 h 97"/>
                <a:gd name="T24" fmla="*/ 77 w 120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7">
                  <a:moveTo>
                    <a:pt x="85" y="73"/>
                  </a:moveTo>
                  <a:lnTo>
                    <a:pt x="32" y="73"/>
                  </a:lnTo>
                  <a:lnTo>
                    <a:pt x="21" y="97"/>
                  </a:lnTo>
                  <a:lnTo>
                    <a:pt x="0" y="97"/>
                  </a:lnTo>
                  <a:lnTo>
                    <a:pt x="50" y="0"/>
                  </a:lnTo>
                  <a:lnTo>
                    <a:pt x="70" y="0"/>
                  </a:lnTo>
                  <a:lnTo>
                    <a:pt x="120" y="97"/>
                  </a:lnTo>
                  <a:lnTo>
                    <a:pt x="97" y="97"/>
                  </a:lnTo>
                  <a:lnTo>
                    <a:pt x="85" y="73"/>
                  </a:lnTo>
                  <a:close/>
                  <a:moveTo>
                    <a:pt x="77" y="58"/>
                  </a:moveTo>
                  <a:lnTo>
                    <a:pt x="59" y="20"/>
                  </a:lnTo>
                  <a:lnTo>
                    <a:pt x="40" y="58"/>
                  </a:lnTo>
                  <a:lnTo>
                    <a:pt x="77" y="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56E56126-C323-4C05-9BF3-D3C3AA37B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498" y="3723888"/>
              <a:ext cx="108680" cy="100555"/>
            </a:xfrm>
            <a:custGeom>
              <a:avLst/>
              <a:gdLst>
                <a:gd name="T0" fmla="*/ 52 w 93"/>
                <a:gd name="T1" fmla="*/ 0 h 85"/>
                <a:gd name="T2" fmla="*/ 89 w 93"/>
                <a:gd name="T3" fmla="*/ 11 h 85"/>
                <a:gd name="T4" fmla="*/ 80 w 93"/>
                <a:gd name="T5" fmla="*/ 22 h 85"/>
                <a:gd name="T6" fmla="*/ 53 w 93"/>
                <a:gd name="T7" fmla="*/ 12 h 85"/>
                <a:gd name="T8" fmla="*/ 18 w 93"/>
                <a:gd name="T9" fmla="*/ 42 h 85"/>
                <a:gd name="T10" fmla="*/ 52 w 93"/>
                <a:gd name="T11" fmla="*/ 72 h 85"/>
                <a:gd name="T12" fmla="*/ 76 w 93"/>
                <a:gd name="T13" fmla="*/ 66 h 85"/>
                <a:gd name="T14" fmla="*/ 76 w 93"/>
                <a:gd name="T15" fmla="*/ 50 h 85"/>
                <a:gd name="T16" fmla="*/ 51 w 93"/>
                <a:gd name="T17" fmla="*/ 50 h 85"/>
                <a:gd name="T18" fmla="*/ 51 w 93"/>
                <a:gd name="T19" fmla="*/ 37 h 85"/>
                <a:gd name="T20" fmla="*/ 93 w 93"/>
                <a:gd name="T21" fmla="*/ 37 h 85"/>
                <a:gd name="T22" fmla="*/ 93 w 93"/>
                <a:gd name="T23" fmla="*/ 72 h 85"/>
                <a:gd name="T24" fmla="*/ 52 w 93"/>
                <a:gd name="T25" fmla="*/ 85 h 85"/>
                <a:gd name="T26" fmla="*/ 0 w 93"/>
                <a:gd name="T27" fmla="*/ 42 h 85"/>
                <a:gd name="T28" fmla="*/ 52 w 93"/>
                <a:gd name="T2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4"/>
                    <a:pt x="18" y="42"/>
                  </a:cubicBezTo>
                  <a:cubicBezTo>
                    <a:pt x="18" y="59"/>
                    <a:pt x="32" y="72"/>
                    <a:pt x="52" y="72"/>
                  </a:cubicBezTo>
                  <a:cubicBezTo>
                    <a:pt x="61" y="72"/>
                    <a:pt x="70" y="70"/>
                    <a:pt x="76" y="66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3" y="72"/>
                    <a:pt x="93" y="72"/>
                    <a:pt x="93" y="72"/>
                  </a:cubicBezTo>
                  <a:cubicBezTo>
                    <a:pt x="83" y="79"/>
                    <a:pt x="69" y="85"/>
                    <a:pt x="52" y="85"/>
                  </a:cubicBezTo>
                  <a:cubicBezTo>
                    <a:pt x="21" y="85"/>
                    <a:pt x="0" y="67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5" name="Freeform 17">
              <a:extLst>
                <a:ext uri="{FF2B5EF4-FFF2-40B4-BE49-F238E27FC236}">
                  <a16:creationId xmlns:a16="http://schemas.microsoft.com/office/drawing/2014/main" id="{2B4E8F25-A637-4A4E-AB2A-CA31238AAC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9555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6" name="Rectangle 18">
              <a:extLst>
                <a:ext uri="{FF2B5EF4-FFF2-40B4-BE49-F238E27FC236}">
                  <a16:creationId xmlns:a16="http://schemas.microsoft.com/office/drawing/2014/main" id="{E5E37ACA-78A2-469D-89C2-F3BF4C9664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9408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43C724E1-AB2C-4BB4-8330-D080F0C5E70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2067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8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8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4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8" name="Freeform 20">
              <a:extLst>
                <a:ext uri="{FF2B5EF4-FFF2-40B4-BE49-F238E27FC236}">
                  <a16:creationId xmlns:a16="http://schemas.microsoft.com/office/drawing/2014/main" id="{DAFC59C4-66A4-4B79-B5DB-9EFF6D6924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1763" y="3723888"/>
              <a:ext cx="123915" cy="100555"/>
            </a:xfrm>
            <a:custGeom>
              <a:avLst/>
              <a:gdLst>
                <a:gd name="T0" fmla="*/ 0 w 105"/>
                <a:gd name="T1" fmla="*/ 42 h 85"/>
                <a:gd name="T2" fmla="*/ 52 w 105"/>
                <a:gd name="T3" fmla="*/ 0 h 85"/>
                <a:gd name="T4" fmla="*/ 105 w 105"/>
                <a:gd name="T5" fmla="*/ 42 h 85"/>
                <a:gd name="T6" fmla="*/ 52 w 105"/>
                <a:gd name="T7" fmla="*/ 85 h 85"/>
                <a:gd name="T8" fmla="*/ 0 w 105"/>
                <a:gd name="T9" fmla="*/ 42 h 85"/>
                <a:gd name="T10" fmla="*/ 19 w 105"/>
                <a:gd name="T11" fmla="*/ 42 h 85"/>
                <a:gd name="T12" fmla="*/ 52 w 105"/>
                <a:gd name="T13" fmla="*/ 72 h 85"/>
                <a:gd name="T14" fmla="*/ 86 w 105"/>
                <a:gd name="T15" fmla="*/ 42 h 85"/>
                <a:gd name="T16" fmla="*/ 52 w 105"/>
                <a:gd name="T17" fmla="*/ 12 h 85"/>
                <a:gd name="T18" fmla="*/ 19 w 105"/>
                <a:gd name="T19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" h="85">
                  <a:moveTo>
                    <a:pt x="0" y="42"/>
                  </a:moveTo>
                  <a:cubicBezTo>
                    <a:pt x="0" y="19"/>
                    <a:pt x="22" y="0"/>
                    <a:pt x="52" y="0"/>
                  </a:cubicBezTo>
                  <a:cubicBezTo>
                    <a:pt x="83" y="0"/>
                    <a:pt x="105" y="19"/>
                    <a:pt x="105" y="42"/>
                  </a:cubicBezTo>
                  <a:cubicBezTo>
                    <a:pt x="105" y="66"/>
                    <a:pt x="83" y="85"/>
                    <a:pt x="52" y="85"/>
                  </a:cubicBezTo>
                  <a:cubicBezTo>
                    <a:pt x="22" y="85"/>
                    <a:pt x="0" y="66"/>
                    <a:pt x="0" y="42"/>
                  </a:cubicBezTo>
                  <a:close/>
                  <a:moveTo>
                    <a:pt x="19" y="42"/>
                  </a:moveTo>
                  <a:cubicBezTo>
                    <a:pt x="19" y="59"/>
                    <a:pt x="32" y="72"/>
                    <a:pt x="52" y="72"/>
                  </a:cubicBezTo>
                  <a:cubicBezTo>
                    <a:pt x="72" y="72"/>
                    <a:pt x="86" y="59"/>
                    <a:pt x="86" y="42"/>
                  </a:cubicBezTo>
                  <a:cubicBezTo>
                    <a:pt x="86" y="26"/>
                    <a:pt x="72" y="12"/>
                    <a:pt x="52" y="12"/>
                  </a:cubicBezTo>
                  <a:cubicBezTo>
                    <a:pt x="32" y="12"/>
                    <a:pt x="19" y="26"/>
                    <a:pt x="19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9" name="Freeform 21">
              <a:extLst>
                <a:ext uri="{FF2B5EF4-FFF2-40B4-BE49-F238E27FC236}">
                  <a16:creationId xmlns:a16="http://schemas.microsoft.com/office/drawing/2014/main" id="{BD6C15EC-E194-4E25-90C5-AEB2EA7F11C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1929" y="3724904"/>
              <a:ext cx="82272" cy="98523"/>
            </a:xfrm>
            <a:custGeom>
              <a:avLst/>
              <a:gdLst>
                <a:gd name="T0" fmla="*/ 0 w 81"/>
                <a:gd name="T1" fmla="*/ 0 h 97"/>
                <a:gd name="T2" fmla="*/ 20 w 81"/>
                <a:gd name="T3" fmla="*/ 0 h 97"/>
                <a:gd name="T4" fmla="*/ 20 w 81"/>
                <a:gd name="T5" fmla="*/ 81 h 97"/>
                <a:gd name="T6" fmla="*/ 81 w 81"/>
                <a:gd name="T7" fmla="*/ 81 h 97"/>
                <a:gd name="T8" fmla="*/ 81 w 81"/>
                <a:gd name="T9" fmla="*/ 97 h 97"/>
                <a:gd name="T10" fmla="*/ 0 w 81"/>
                <a:gd name="T11" fmla="*/ 97 h 97"/>
                <a:gd name="T12" fmla="*/ 0 w 81"/>
                <a:gd name="T13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97">
                  <a:moveTo>
                    <a:pt x="0" y="0"/>
                  </a:moveTo>
                  <a:lnTo>
                    <a:pt x="20" y="0"/>
                  </a:lnTo>
                  <a:lnTo>
                    <a:pt x="20" y="81"/>
                  </a:lnTo>
                  <a:lnTo>
                    <a:pt x="81" y="81"/>
                  </a:lnTo>
                  <a:lnTo>
                    <a:pt x="81" y="97"/>
                  </a:lnTo>
                  <a:lnTo>
                    <a:pt x="0" y="9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0" name="Freeform 22">
              <a:extLst>
                <a:ext uri="{FF2B5EF4-FFF2-40B4-BE49-F238E27FC236}">
                  <a16:creationId xmlns:a16="http://schemas.microsoft.com/office/drawing/2014/main" id="{5BDF6F3C-BF04-417F-92CB-6FAD2963A09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4359" y="3724904"/>
              <a:ext cx="89382" cy="98523"/>
            </a:xfrm>
            <a:custGeom>
              <a:avLst/>
              <a:gdLst>
                <a:gd name="T0" fmla="*/ 0 w 76"/>
                <a:gd name="T1" fmla="*/ 59 h 83"/>
                <a:gd name="T2" fmla="*/ 0 w 76"/>
                <a:gd name="T3" fmla="*/ 0 h 83"/>
                <a:gd name="T4" fmla="*/ 75 w 76"/>
                <a:gd name="T5" fmla="*/ 0 h 83"/>
                <a:gd name="T6" fmla="*/ 75 w 76"/>
                <a:gd name="T7" fmla="*/ 13 h 83"/>
                <a:gd name="T8" fmla="*/ 18 w 76"/>
                <a:gd name="T9" fmla="*/ 13 h 83"/>
                <a:gd name="T10" fmla="*/ 18 w 76"/>
                <a:gd name="T11" fmla="*/ 33 h 83"/>
                <a:gd name="T12" fmla="*/ 70 w 76"/>
                <a:gd name="T13" fmla="*/ 33 h 83"/>
                <a:gd name="T14" fmla="*/ 70 w 76"/>
                <a:gd name="T15" fmla="*/ 46 h 83"/>
                <a:gd name="T16" fmla="*/ 18 w 76"/>
                <a:gd name="T17" fmla="*/ 46 h 83"/>
                <a:gd name="T18" fmla="*/ 18 w 76"/>
                <a:gd name="T19" fmla="*/ 59 h 83"/>
                <a:gd name="T20" fmla="*/ 28 w 76"/>
                <a:gd name="T21" fmla="*/ 69 h 83"/>
                <a:gd name="T22" fmla="*/ 76 w 76"/>
                <a:gd name="T23" fmla="*/ 69 h 83"/>
                <a:gd name="T24" fmla="*/ 76 w 76"/>
                <a:gd name="T25" fmla="*/ 83 h 83"/>
                <a:gd name="T26" fmla="*/ 24 w 76"/>
                <a:gd name="T27" fmla="*/ 83 h 83"/>
                <a:gd name="T28" fmla="*/ 0 w 76"/>
                <a:gd name="T29" fmla="*/ 5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83">
                  <a:moveTo>
                    <a:pt x="0" y="5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66"/>
                    <a:pt x="21" y="69"/>
                    <a:pt x="28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9" y="83"/>
                    <a:pt x="0" y="74"/>
                    <a:pt x="0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1" name="Freeform 23">
              <a:extLst>
                <a:ext uri="{FF2B5EF4-FFF2-40B4-BE49-F238E27FC236}">
                  <a16:creationId xmlns:a16="http://schemas.microsoft.com/office/drawing/2014/main" id="{A401AE6A-FE19-4A9A-9610-C2C8F772E912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2651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5"/>
                    <a:pt x="18" y="42"/>
                  </a:cubicBezTo>
                  <a:cubicBezTo>
                    <a:pt x="18" y="60"/>
                    <a:pt x="34" y="72"/>
                    <a:pt x="53" y="72"/>
                  </a:cubicBezTo>
                  <a:cubicBezTo>
                    <a:pt x="65" y="72"/>
                    <a:pt x="73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2" name="Rectangle 24">
              <a:extLst>
                <a:ext uri="{FF2B5EF4-FFF2-40B4-BE49-F238E27FC236}">
                  <a16:creationId xmlns:a16="http://schemas.microsoft.com/office/drawing/2014/main" id="{165F35E0-BA4B-411F-BC7B-F2AEFF2B9F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6566" y="3724904"/>
              <a:ext cx="20314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9E79216F-B20C-4EAC-BE8B-BB7A9AE8C4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6335" y="3724904"/>
              <a:ext cx="100555" cy="98523"/>
            </a:xfrm>
            <a:custGeom>
              <a:avLst/>
              <a:gdLst>
                <a:gd name="T0" fmla="*/ 86 w 86"/>
                <a:gd name="T1" fmla="*/ 59 h 83"/>
                <a:gd name="T2" fmla="*/ 51 w 86"/>
                <a:gd name="T3" fmla="*/ 83 h 83"/>
                <a:gd name="T4" fmla="*/ 0 w 86"/>
                <a:gd name="T5" fmla="*/ 83 h 83"/>
                <a:gd name="T6" fmla="*/ 0 w 86"/>
                <a:gd name="T7" fmla="*/ 0 h 83"/>
                <a:gd name="T8" fmla="*/ 48 w 86"/>
                <a:gd name="T9" fmla="*/ 0 h 83"/>
                <a:gd name="T10" fmla="*/ 82 w 86"/>
                <a:gd name="T11" fmla="*/ 23 h 83"/>
                <a:gd name="T12" fmla="*/ 69 w 86"/>
                <a:gd name="T13" fmla="*/ 40 h 83"/>
                <a:gd name="T14" fmla="*/ 86 w 86"/>
                <a:gd name="T15" fmla="*/ 59 h 83"/>
                <a:gd name="T16" fmla="*/ 17 w 86"/>
                <a:gd name="T17" fmla="*/ 13 h 83"/>
                <a:gd name="T18" fmla="*/ 17 w 86"/>
                <a:gd name="T19" fmla="*/ 34 h 83"/>
                <a:gd name="T20" fmla="*/ 47 w 86"/>
                <a:gd name="T21" fmla="*/ 34 h 83"/>
                <a:gd name="T22" fmla="*/ 63 w 86"/>
                <a:gd name="T23" fmla="*/ 24 h 83"/>
                <a:gd name="T24" fmla="*/ 46 w 86"/>
                <a:gd name="T25" fmla="*/ 13 h 83"/>
                <a:gd name="T26" fmla="*/ 17 w 86"/>
                <a:gd name="T27" fmla="*/ 13 h 83"/>
                <a:gd name="T28" fmla="*/ 67 w 86"/>
                <a:gd name="T29" fmla="*/ 58 h 83"/>
                <a:gd name="T30" fmla="*/ 50 w 86"/>
                <a:gd name="T31" fmla="*/ 47 h 83"/>
                <a:gd name="T32" fmla="*/ 17 w 86"/>
                <a:gd name="T33" fmla="*/ 47 h 83"/>
                <a:gd name="T34" fmla="*/ 17 w 86"/>
                <a:gd name="T35" fmla="*/ 69 h 83"/>
                <a:gd name="T36" fmla="*/ 50 w 86"/>
                <a:gd name="T37" fmla="*/ 69 h 83"/>
                <a:gd name="T38" fmla="*/ 67 w 86"/>
                <a:gd name="T39" fmla="*/ 5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" h="83">
                  <a:moveTo>
                    <a:pt x="86" y="59"/>
                  </a:moveTo>
                  <a:cubicBezTo>
                    <a:pt x="86" y="74"/>
                    <a:pt x="70" y="83"/>
                    <a:pt x="51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7" y="0"/>
                    <a:pt x="82" y="8"/>
                    <a:pt x="82" y="23"/>
                  </a:cubicBezTo>
                  <a:cubicBezTo>
                    <a:pt x="82" y="31"/>
                    <a:pt x="77" y="37"/>
                    <a:pt x="69" y="40"/>
                  </a:cubicBezTo>
                  <a:cubicBezTo>
                    <a:pt x="79" y="43"/>
                    <a:pt x="86" y="49"/>
                    <a:pt x="86" y="59"/>
                  </a:cubicBezTo>
                  <a:close/>
                  <a:moveTo>
                    <a:pt x="17" y="13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57" y="34"/>
                    <a:pt x="63" y="31"/>
                    <a:pt x="63" y="24"/>
                  </a:cubicBezTo>
                  <a:cubicBezTo>
                    <a:pt x="63" y="17"/>
                    <a:pt x="57" y="13"/>
                    <a:pt x="46" y="13"/>
                  </a:cubicBezTo>
                  <a:lnTo>
                    <a:pt x="17" y="13"/>
                  </a:lnTo>
                  <a:close/>
                  <a:moveTo>
                    <a:pt x="67" y="58"/>
                  </a:moveTo>
                  <a:cubicBezTo>
                    <a:pt x="67" y="51"/>
                    <a:pt x="60" y="47"/>
                    <a:pt x="50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60" y="69"/>
                    <a:pt x="67" y="65"/>
                    <a:pt x="67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95920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2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0AD0C94-B33A-1240-88B1-5527B99CE603}"/>
              </a:ext>
            </a:extLst>
          </p:cNvPr>
          <p:cNvSpPr/>
          <p:nvPr userDrawn="1"/>
        </p:nvSpPr>
        <p:spPr>
          <a:xfrm>
            <a:off x="7425267" y="117703"/>
            <a:ext cx="4669972" cy="64862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CF5F30-D370-4466-83E8-53B40DAB5648}"/>
              </a:ext>
            </a:extLst>
          </p:cNvPr>
          <p:cNvSpPr/>
          <p:nvPr userDrawn="1"/>
        </p:nvSpPr>
        <p:spPr>
          <a:xfrm>
            <a:off x="96000" y="111627"/>
            <a:ext cx="7329264" cy="6492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noProof="0"/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403B91A3-0FEC-43FB-9460-AFB1A5BC139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39797" y="1381208"/>
            <a:ext cx="3640912" cy="4794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D6FB8667-1922-4114-9BF8-64A70753443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611511" y="2065391"/>
            <a:ext cx="6739200" cy="35808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Insert chart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03F271A-7E53-4E68-B4A5-68128725B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592F96-EE7C-2F4D-8F20-FBD9AC36CF52}"/>
              </a:ext>
            </a:extLst>
          </p:cNvPr>
          <p:cNvSpPr/>
          <p:nvPr userDrawn="1"/>
        </p:nvSpPr>
        <p:spPr>
          <a:xfrm>
            <a:off x="610311" y="1259335"/>
            <a:ext cx="823380" cy="99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CA0680-9635-9340-89F3-33B027C0C623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1CAAB17-58D3-EA45-8E4D-82064B8CC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7" name="Title 13">
            <a:extLst>
              <a:ext uri="{FF2B5EF4-FFF2-40B4-BE49-F238E27FC236}">
                <a16:creationId xmlns:a16="http://schemas.microsoft.com/office/drawing/2014/main" id="{172EFE23-0723-4D00-B9E7-57E94E205B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321" y="277913"/>
            <a:ext cx="6736390" cy="86177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28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This is the slide title </a:t>
            </a:r>
            <a:br>
              <a:rPr lang="en-US" noProof="0" dirty="0"/>
            </a:br>
            <a:r>
              <a:rPr lang="en-US" noProof="0" dirty="0"/>
              <a:t>in 2 lines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8467FA5-8298-43CE-895A-ADFDDDF666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39797" y="2035281"/>
            <a:ext cx="3640692" cy="3610910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bg1"/>
              </a:buClr>
              <a:defRPr sz="1400">
                <a:solidFill>
                  <a:schemeClr val="bg1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518400" indent="-22858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1"/>
              </a:buClr>
              <a:buFont typeface="Calibri" panose="020F0502020204030204" pitchFamily="34" charset="0"/>
              <a:buChar char="-"/>
              <a:defRPr sz="1100">
                <a:solidFill>
                  <a:schemeClr val="bg1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1050">
                <a:solidFill>
                  <a:schemeClr val="bg1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0C3DBD28-5C26-4E12-9051-B13658D009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972B4755-5971-4EBA-8C52-E1ACD1B5370A}" type="datetime3">
              <a:rPr lang="en-US" smtClean="0"/>
              <a:t>3 November 2025</a:t>
            </a:fld>
            <a:endParaRPr lang="fr-FR" dirty="0"/>
          </a:p>
        </p:txBody>
      </p:sp>
      <p:grpSp>
        <p:nvGrpSpPr>
          <p:cNvPr id="20" name="Groupe 250">
            <a:extLst>
              <a:ext uri="{FF2B5EF4-FFF2-40B4-BE49-F238E27FC236}">
                <a16:creationId xmlns:a16="http://schemas.microsoft.com/office/drawing/2014/main" id="{274A25EA-ACC0-42F2-8191-2013E366706C}"/>
              </a:ext>
            </a:extLst>
          </p:cNvPr>
          <p:cNvGrpSpPr/>
          <p:nvPr userDrawn="1"/>
        </p:nvGrpSpPr>
        <p:grpSpPr>
          <a:xfrm>
            <a:off x="5456917" y="6670035"/>
            <a:ext cx="1278167" cy="125311"/>
            <a:chOff x="5629458" y="3655836"/>
            <a:chExt cx="2227432" cy="218376"/>
          </a:xfrm>
          <a:solidFill>
            <a:srgbClr val="5E6A71"/>
          </a:solidFill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9F6B3E78-9607-4234-B1CF-94A7EA39B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975" y="3775689"/>
              <a:ext cx="61958" cy="55864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Rectangle 6">
              <a:extLst>
                <a:ext uri="{FF2B5EF4-FFF2-40B4-BE49-F238E27FC236}">
                  <a16:creationId xmlns:a16="http://schemas.microsoft.com/office/drawing/2014/main" id="{58F27F94-B084-40B6-A17E-4AECBF900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662" y="3849835"/>
              <a:ext cx="284396" cy="2437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ECF91B6A-2F9A-4339-AAC1-7F80BCEED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1195" y="3655836"/>
              <a:ext cx="77193" cy="62973"/>
            </a:xfrm>
            <a:custGeom>
              <a:avLst/>
              <a:gdLst>
                <a:gd name="T0" fmla="*/ 66 w 66"/>
                <a:gd name="T1" fmla="*/ 25 h 53"/>
                <a:gd name="T2" fmla="*/ 19 w 66"/>
                <a:gd name="T3" fmla="*/ 50 h 53"/>
                <a:gd name="T4" fmla="*/ 7 w 66"/>
                <a:gd name="T5" fmla="*/ 48 h 53"/>
                <a:gd name="T6" fmla="*/ 0 w 66"/>
                <a:gd name="T7" fmla="*/ 31 h 53"/>
                <a:gd name="T8" fmla="*/ 8 w 66"/>
                <a:gd name="T9" fmla="*/ 31 h 53"/>
                <a:gd name="T10" fmla="*/ 66 w 66"/>
                <a:gd name="T11" fmla="*/ 0 h 53"/>
                <a:gd name="T12" fmla="*/ 66 w 66"/>
                <a:gd name="T13" fmla="*/ 2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53">
                  <a:moveTo>
                    <a:pt x="66" y="25"/>
                  </a:moveTo>
                  <a:cubicBezTo>
                    <a:pt x="66" y="25"/>
                    <a:pt x="28" y="47"/>
                    <a:pt x="19" y="50"/>
                  </a:cubicBezTo>
                  <a:cubicBezTo>
                    <a:pt x="11" y="53"/>
                    <a:pt x="8" y="49"/>
                    <a:pt x="7" y="48"/>
                  </a:cubicBezTo>
                  <a:cubicBezTo>
                    <a:pt x="4" y="44"/>
                    <a:pt x="1" y="33"/>
                    <a:pt x="0" y="31"/>
                  </a:cubicBezTo>
                  <a:cubicBezTo>
                    <a:pt x="1" y="31"/>
                    <a:pt x="3" y="32"/>
                    <a:pt x="8" y="31"/>
                  </a:cubicBezTo>
                  <a:cubicBezTo>
                    <a:pt x="13" y="29"/>
                    <a:pt x="66" y="0"/>
                    <a:pt x="66" y="0"/>
                  </a:cubicBezTo>
                  <a:cubicBezTo>
                    <a:pt x="66" y="25"/>
                    <a:pt x="66" y="25"/>
                    <a:pt x="66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F07A3E74-250C-4E32-A36B-EC6FFD89EC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458" y="3669040"/>
              <a:ext cx="318930" cy="18384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32985F3A-6819-4303-8C8A-9669AA6DD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3550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5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A4D62DA2-F836-43E9-8A7D-C9D313DA9C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8481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7B4753AD-7E7C-4117-9988-98AB2A875C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4271" y="3696464"/>
              <a:ext cx="90398" cy="126963"/>
            </a:xfrm>
            <a:custGeom>
              <a:avLst/>
              <a:gdLst>
                <a:gd name="T0" fmla="*/ 0 w 77"/>
                <a:gd name="T1" fmla="*/ 83 h 107"/>
                <a:gd name="T2" fmla="*/ 0 w 77"/>
                <a:gd name="T3" fmla="*/ 24 h 107"/>
                <a:gd name="T4" fmla="*/ 75 w 77"/>
                <a:gd name="T5" fmla="*/ 24 h 107"/>
                <a:gd name="T6" fmla="*/ 75 w 77"/>
                <a:gd name="T7" fmla="*/ 37 h 107"/>
                <a:gd name="T8" fmla="*/ 18 w 77"/>
                <a:gd name="T9" fmla="*/ 37 h 107"/>
                <a:gd name="T10" fmla="*/ 18 w 77"/>
                <a:gd name="T11" fmla="*/ 57 h 107"/>
                <a:gd name="T12" fmla="*/ 70 w 77"/>
                <a:gd name="T13" fmla="*/ 57 h 107"/>
                <a:gd name="T14" fmla="*/ 70 w 77"/>
                <a:gd name="T15" fmla="*/ 70 h 107"/>
                <a:gd name="T16" fmla="*/ 18 w 77"/>
                <a:gd name="T17" fmla="*/ 70 h 107"/>
                <a:gd name="T18" fmla="*/ 18 w 77"/>
                <a:gd name="T19" fmla="*/ 83 h 107"/>
                <a:gd name="T20" fmla="*/ 28 w 77"/>
                <a:gd name="T21" fmla="*/ 93 h 107"/>
                <a:gd name="T22" fmla="*/ 77 w 77"/>
                <a:gd name="T23" fmla="*/ 93 h 107"/>
                <a:gd name="T24" fmla="*/ 77 w 77"/>
                <a:gd name="T25" fmla="*/ 107 h 107"/>
                <a:gd name="T26" fmla="*/ 24 w 77"/>
                <a:gd name="T27" fmla="*/ 107 h 107"/>
                <a:gd name="T28" fmla="*/ 0 w 77"/>
                <a:gd name="T29" fmla="*/ 83 h 107"/>
                <a:gd name="T30" fmla="*/ 57 w 77"/>
                <a:gd name="T31" fmla="*/ 0 h 107"/>
                <a:gd name="T32" fmla="*/ 43 w 77"/>
                <a:gd name="T33" fmla="*/ 15 h 107"/>
                <a:gd name="T34" fmla="*/ 28 w 77"/>
                <a:gd name="T35" fmla="*/ 15 h 107"/>
                <a:gd name="T36" fmla="*/ 39 w 77"/>
                <a:gd name="T37" fmla="*/ 0 h 107"/>
                <a:gd name="T38" fmla="*/ 57 w 77"/>
                <a:gd name="T39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" h="107">
                  <a:moveTo>
                    <a:pt x="0" y="83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90"/>
                    <a:pt x="21" y="93"/>
                    <a:pt x="28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107"/>
                    <a:pt x="77" y="107"/>
                    <a:pt x="77" y="107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9" y="107"/>
                    <a:pt x="0" y="98"/>
                    <a:pt x="0" y="83"/>
                  </a:cubicBezTo>
                  <a:close/>
                  <a:moveTo>
                    <a:pt x="57" y="0"/>
                  </a:moveTo>
                  <a:cubicBezTo>
                    <a:pt x="43" y="15"/>
                    <a:pt x="43" y="15"/>
                    <a:pt x="43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9" y="0"/>
                    <a:pt x="39" y="0"/>
                    <a:pt x="39" y="0"/>
                  </a:cubicBez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9" name="Freeform 12">
              <a:extLst>
                <a:ext uri="{FF2B5EF4-FFF2-40B4-BE49-F238E27FC236}">
                  <a16:creationId xmlns:a16="http://schemas.microsoft.com/office/drawing/2014/main" id="{28FACD75-67B2-47E5-828B-04C0B34F84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7014" y="3724904"/>
              <a:ext cx="105633" cy="98523"/>
            </a:xfrm>
            <a:custGeom>
              <a:avLst/>
              <a:gdLst>
                <a:gd name="T0" fmla="*/ 0 w 90"/>
                <a:gd name="T1" fmla="*/ 0 h 83"/>
                <a:gd name="T2" fmla="*/ 37 w 90"/>
                <a:gd name="T3" fmla="*/ 0 h 83"/>
                <a:gd name="T4" fmla="*/ 90 w 90"/>
                <a:gd name="T5" fmla="*/ 41 h 83"/>
                <a:gd name="T6" fmla="*/ 37 w 90"/>
                <a:gd name="T7" fmla="*/ 83 h 83"/>
                <a:gd name="T8" fmla="*/ 0 w 90"/>
                <a:gd name="T9" fmla="*/ 83 h 83"/>
                <a:gd name="T10" fmla="*/ 0 w 90"/>
                <a:gd name="T11" fmla="*/ 0 h 83"/>
                <a:gd name="T12" fmla="*/ 38 w 90"/>
                <a:gd name="T13" fmla="*/ 69 h 83"/>
                <a:gd name="T14" fmla="*/ 71 w 90"/>
                <a:gd name="T15" fmla="*/ 41 h 83"/>
                <a:gd name="T16" fmla="*/ 38 w 90"/>
                <a:gd name="T17" fmla="*/ 13 h 83"/>
                <a:gd name="T18" fmla="*/ 17 w 90"/>
                <a:gd name="T19" fmla="*/ 13 h 83"/>
                <a:gd name="T20" fmla="*/ 17 w 90"/>
                <a:gd name="T21" fmla="*/ 69 h 83"/>
                <a:gd name="T22" fmla="*/ 38 w 90"/>
                <a:gd name="T23" fmla="*/ 6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3">
                  <a:moveTo>
                    <a:pt x="0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69" y="0"/>
                    <a:pt x="90" y="17"/>
                    <a:pt x="90" y="41"/>
                  </a:cubicBezTo>
                  <a:cubicBezTo>
                    <a:pt x="90" y="66"/>
                    <a:pt x="69" y="83"/>
                    <a:pt x="3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38" y="69"/>
                  </a:moveTo>
                  <a:cubicBezTo>
                    <a:pt x="58" y="69"/>
                    <a:pt x="71" y="58"/>
                    <a:pt x="71" y="41"/>
                  </a:cubicBezTo>
                  <a:cubicBezTo>
                    <a:pt x="71" y="25"/>
                    <a:pt x="58" y="13"/>
                    <a:pt x="3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69"/>
                    <a:pt x="17" y="69"/>
                    <a:pt x="17" y="69"/>
                  </a:cubicBezTo>
                  <a:lnTo>
                    <a:pt x="38" y="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0" name="Rectangle 13">
              <a:extLst>
                <a:ext uri="{FF2B5EF4-FFF2-40B4-BE49-F238E27FC236}">
                  <a16:creationId xmlns:a16="http://schemas.microsoft.com/office/drawing/2014/main" id="{1D631676-3E65-48E2-8AD8-562C51191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929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98647DA3-F618-47B7-98FE-C683541C8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557" y="3724904"/>
              <a:ext cx="94460" cy="98523"/>
            </a:xfrm>
            <a:custGeom>
              <a:avLst/>
              <a:gdLst>
                <a:gd name="T0" fmla="*/ 0 w 93"/>
                <a:gd name="T1" fmla="*/ 15 h 97"/>
                <a:gd name="T2" fmla="*/ 0 w 93"/>
                <a:gd name="T3" fmla="*/ 0 h 97"/>
                <a:gd name="T4" fmla="*/ 93 w 93"/>
                <a:gd name="T5" fmla="*/ 0 h 97"/>
                <a:gd name="T6" fmla="*/ 93 w 93"/>
                <a:gd name="T7" fmla="*/ 15 h 97"/>
                <a:gd name="T8" fmla="*/ 56 w 93"/>
                <a:gd name="T9" fmla="*/ 15 h 97"/>
                <a:gd name="T10" fmla="*/ 56 w 93"/>
                <a:gd name="T11" fmla="*/ 97 h 97"/>
                <a:gd name="T12" fmla="*/ 36 w 93"/>
                <a:gd name="T13" fmla="*/ 97 h 97"/>
                <a:gd name="T14" fmla="*/ 36 w 93"/>
                <a:gd name="T15" fmla="*/ 15 h 97"/>
                <a:gd name="T16" fmla="*/ 0 w 93"/>
                <a:gd name="T17" fmla="*/ 1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97">
                  <a:moveTo>
                    <a:pt x="0" y="15"/>
                  </a:moveTo>
                  <a:lnTo>
                    <a:pt x="0" y="0"/>
                  </a:lnTo>
                  <a:lnTo>
                    <a:pt x="93" y="0"/>
                  </a:lnTo>
                  <a:lnTo>
                    <a:pt x="93" y="15"/>
                  </a:lnTo>
                  <a:lnTo>
                    <a:pt x="56" y="15"/>
                  </a:lnTo>
                  <a:lnTo>
                    <a:pt x="56" y="97"/>
                  </a:lnTo>
                  <a:lnTo>
                    <a:pt x="36" y="97"/>
                  </a:lnTo>
                  <a:lnTo>
                    <a:pt x="36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9659852A-EC78-45B2-B350-2244C36A7C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70552" y="3724904"/>
              <a:ext cx="121884" cy="98523"/>
            </a:xfrm>
            <a:custGeom>
              <a:avLst/>
              <a:gdLst>
                <a:gd name="T0" fmla="*/ 85 w 120"/>
                <a:gd name="T1" fmla="*/ 73 h 97"/>
                <a:gd name="T2" fmla="*/ 32 w 120"/>
                <a:gd name="T3" fmla="*/ 73 h 97"/>
                <a:gd name="T4" fmla="*/ 21 w 120"/>
                <a:gd name="T5" fmla="*/ 97 h 97"/>
                <a:gd name="T6" fmla="*/ 0 w 120"/>
                <a:gd name="T7" fmla="*/ 97 h 97"/>
                <a:gd name="T8" fmla="*/ 50 w 120"/>
                <a:gd name="T9" fmla="*/ 0 h 97"/>
                <a:gd name="T10" fmla="*/ 70 w 120"/>
                <a:gd name="T11" fmla="*/ 0 h 97"/>
                <a:gd name="T12" fmla="*/ 120 w 120"/>
                <a:gd name="T13" fmla="*/ 97 h 97"/>
                <a:gd name="T14" fmla="*/ 97 w 120"/>
                <a:gd name="T15" fmla="*/ 97 h 97"/>
                <a:gd name="T16" fmla="*/ 85 w 120"/>
                <a:gd name="T17" fmla="*/ 73 h 97"/>
                <a:gd name="T18" fmla="*/ 77 w 120"/>
                <a:gd name="T19" fmla="*/ 58 h 97"/>
                <a:gd name="T20" fmla="*/ 59 w 120"/>
                <a:gd name="T21" fmla="*/ 20 h 97"/>
                <a:gd name="T22" fmla="*/ 40 w 120"/>
                <a:gd name="T23" fmla="*/ 58 h 97"/>
                <a:gd name="T24" fmla="*/ 77 w 120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7">
                  <a:moveTo>
                    <a:pt x="85" y="73"/>
                  </a:moveTo>
                  <a:lnTo>
                    <a:pt x="32" y="73"/>
                  </a:lnTo>
                  <a:lnTo>
                    <a:pt x="21" y="97"/>
                  </a:lnTo>
                  <a:lnTo>
                    <a:pt x="0" y="97"/>
                  </a:lnTo>
                  <a:lnTo>
                    <a:pt x="50" y="0"/>
                  </a:lnTo>
                  <a:lnTo>
                    <a:pt x="70" y="0"/>
                  </a:lnTo>
                  <a:lnTo>
                    <a:pt x="120" y="97"/>
                  </a:lnTo>
                  <a:lnTo>
                    <a:pt x="97" y="97"/>
                  </a:lnTo>
                  <a:lnTo>
                    <a:pt x="85" y="73"/>
                  </a:lnTo>
                  <a:close/>
                  <a:moveTo>
                    <a:pt x="77" y="58"/>
                  </a:moveTo>
                  <a:lnTo>
                    <a:pt x="59" y="20"/>
                  </a:lnTo>
                  <a:lnTo>
                    <a:pt x="40" y="58"/>
                  </a:lnTo>
                  <a:lnTo>
                    <a:pt x="77" y="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85949D64-0465-49A9-B7ED-C3E7445F1BD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498" y="3723888"/>
              <a:ext cx="108680" cy="100555"/>
            </a:xfrm>
            <a:custGeom>
              <a:avLst/>
              <a:gdLst>
                <a:gd name="T0" fmla="*/ 52 w 93"/>
                <a:gd name="T1" fmla="*/ 0 h 85"/>
                <a:gd name="T2" fmla="*/ 89 w 93"/>
                <a:gd name="T3" fmla="*/ 11 h 85"/>
                <a:gd name="T4" fmla="*/ 80 w 93"/>
                <a:gd name="T5" fmla="*/ 22 h 85"/>
                <a:gd name="T6" fmla="*/ 53 w 93"/>
                <a:gd name="T7" fmla="*/ 12 h 85"/>
                <a:gd name="T8" fmla="*/ 18 w 93"/>
                <a:gd name="T9" fmla="*/ 42 h 85"/>
                <a:gd name="T10" fmla="*/ 52 w 93"/>
                <a:gd name="T11" fmla="*/ 72 h 85"/>
                <a:gd name="T12" fmla="*/ 76 w 93"/>
                <a:gd name="T13" fmla="*/ 66 h 85"/>
                <a:gd name="T14" fmla="*/ 76 w 93"/>
                <a:gd name="T15" fmla="*/ 50 h 85"/>
                <a:gd name="T16" fmla="*/ 51 w 93"/>
                <a:gd name="T17" fmla="*/ 50 h 85"/>
                <a:gd name="T18" fmla="*/ 51 w 93"/>
                <a:gd name="T19" fmla="*/ 37 h 85"/>
                <a:gd name="T20" fmla="*/ 93 w 93"/>
                <a:gd name="T21" fmla="*/ 37 h 85"/>
                <a:gd name="T22" fmla="*/ 93 w 93"/>
                <a:gd name="T23" fmla="*/ 72 h 85"/>
                <a:gd name="T24" fmla="*/ 52 w 93"/>
                <a:gd name="T25" fmla="*/ 85 h 85"/>
                <a:gd name="T26" fmla="*/ 0 w 93"/>
                <a:gd name="T27" fmla="*/ 42 h 85"/>
                <a:gd name="T28" fmla="*/ 52 w 93"/>
                <a:gd name="T2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4"/>
                    <a:pt x="18" y="42"/>
                  </a:cubicBezTo>
                  <a:cubicBezTo>
                    <a:pt x="18" y="59"/>
                    <a:pt x="32" y="72"/>
                    <a:pt x="52" y="72"/>
                  </a:cubicBezTo>
                  <a:cubicBezTo>
                    <a:pt x="61" y="72"/>
                    <a:pt x="70" y="70"/>
                    <a:pt x="76" y="66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3" y="72"/>
                    <a:pt x="93" y="72"/>
                    <a:pt x="93" y="72"/>
                  </a:cubicBezTo>
                  <a:cubicBezTo>
                    <a:pt x="83" y="79"/>
                    <a:pt x="69" y="85"/>
                    <a:pt x="52" y="85"/>
                  </a:cubicBezTo>
                  <a:cubicBezTo>
                    <a:pt x="21" y="85"/>
                    <a:pt x="0" y="67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5" name="Freeform 17">
              <a:extLst>
                <a:ext uri="{FF2B5EF4-FFF2-40B4-BE49-F238E27FC236}">
                  <a16:creationId xmlns:a16="http://schemas.microsoft.com/office/drawing/2014/main" id="{C6116187-7E58-4534-940D-ADDD7AB8D1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9555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6" name="Rectangle 18">
              <a:extLst>
                <a:ext uri="{FF2B5EF4-FFF2-40B4-BE49-F238E27FC236}">
                  <a16:creationId xmlns:a16="http://schemas.microsoft.com/office/drawing/2014/main" id="{C21A4CDA-BA1A-44F9-8221-8310823E9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9408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1CCCC1B9-4484-4DD2-BEDD-DC6DD0C8CB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2067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8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8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4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8" name="Freeform 20">
              <a:extLst>
                <a:ext uri="{FF2B5EF4-FFF2-40B4-BE49-F238E27FC236}">
                  <a16:creationId xmlns:a16="http://schemas.microsoft.com/office/drawing/2014/main" id="{3A56D743-E596-4CB8-B1A4-D0D81FBBCE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1763" y="3723888"/>
              <a:ext cx="123915" cy="100555"/>
            </a:xfrm>
            <a:custGeom>
              <a:avLst/>
              <a:gdLst>
                <a:gd name="T0" fmla="*/ 0 w 105"/>
                <a:gd name="T1" fmla="*/ 42 h 85"/>
                <a:gd name="T2" fmla="*/ 52 w 105"/>
                <a:gd name="T3" fmla="*/ 0 h 85"/>
                <a:gd name="T4" fmla="*/ 105 w 105"/>
                <a:gd name="T5" fmla="*/ 42 h 85"/>
                <a:gd name="T6" fmla="*/ 52 w 105"/>
                <a:gd name="T7" fmla="*/ 85 h 85"/>
                <a:gd name="T8" fmla="*/ 0 w 105"/>
                <a:gd name="T9" fmla="*/ 42 h 85"/>
                <a:gd name="T10" fmla="*/ 19 w 105"/>
                <a:gd name="T11" fmla="*/ 42 h 85"/>
                <a:gd name="T12" fmla="*/ 52 w 105"/>
                <a:gd name="T13" fmla="*/ 72 h 85"/>
                <a:gd name="T14" fmla="*/ 86 w 105"/>
                <a:gd name="T15" fmla="*/ 42 h 85"/>
                <a:gd name="T16" fmla="*/ 52 w 105"/>
                <a:gd name="T17" fmla="*/ 12 h 85"/>
                <a:gd name="T18" fmla="*/ 19 w 105"/>
                <a:gd name="T19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" h="85">
                  <a:moveTo>
                    <a:pt x="0" y="42"/>
                  </a:moveTo>
                  <a:cubicBezTo>
                    <a:pt x="0" y="19"/>
                    <a:pt x="22" y="0"/>
                    <a:pt x="52" y="0"/>
                  </a:cubicBezTo>
                  <a:cubicBezTo>
                    <a:pt x="83" y="0"/>
                    <a:pt x="105" y="19"/>
                    <a:pt x="105" y="42"/>
                  </a:cubicBezTo>
                  <a:cubicBezTo>
                    <a:pt x="105" y="66"/>
                    <a:pt x="83" y="85"/>
                    <a:pt x="52" y="85"/>
                  </a:cubicBezTo>
                  <a:cubicBezTo>
                    <a:pt x="22" y="85"/>
                    <a:pt x="0" y="66"/>
                    <a:pt x="0" y="42"/>
                  </a:cubicBezTo>
                  <a:close/>
                  <a:moveTo>
                    <a:pt x="19" y="42"/>
                  </a:moveTo>
                  <a:cubicBezTo>
                    <a:pt x="19" y="59"/>
                    <a:pt x="32" y="72"/>
                    <a:pt x="52" y="72"/>
                  </a:cubicBezTo>
                  <a:cubicBezTo>
                    <a:pt x="72" y="72"/>
                    <a:pt x="86" y="59"/>
                    <a:pt x="86" y="42"/>
                  </a:cubicBezTo>
                  <a:cubicBezTo>
                    <a:pt x="86" y="26"/>
                    <a:pt x="72" y="12"/>
                    <a:pt x="52" y="12"/>
                  </a:cubicBezTo>
                  <a:cubicBezTo>
                    <a:pt x="32" y="12"/>
                    <a:pt x="19" y="26"/>
                    <a:pt x="19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9" name="Freeform 21">
              <a:extLst>
                <a:ext uri="{FF2B5EF4-FFF2-40B4-BE49-F238E27FC236}">
                  <a16:creationId xmlns:a16="http://schemas.microsoft.com/office/drawing/2014/main" id="{7E67B2C2-03ED-44A2-B33A-21B0EE8837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1929" y="3724904"/>
              <a:ext cx="82272" cy="98523"/>
            </a:xfrm>
            <a:custGeom>
              <a:avLst/>
              <a:gdLst>
                <a:gd name="T0" fmla="*/ 0 w 81"/>
                <a:gd name="T1" fmla="*/ 0 h 97"/>
                <a:gd name="T2" fmla="*/ 20 w 81"/>
                <a:gd name="T3" fmla="*/ 0 h 97"/>
                <a:gd name="T4" fmla="*/ 20 w 81"/>
                <a:gd name="T5" fmla="*/ 81 h 97"/>
                <a:gd name="T6" fmla="*/ 81 w 81"/>
                <a:gd name="T7" fmla="*/ 81 h 97"/>
                <a:gd name="T8" fmla="*/ 81 w 81"/>
                <a:gd name="T9" fmla="*/ 97 h 97"/>
                <a:gd name="T10" fmla="*/ 0 w 81"/>
                <a:gd name="T11" fmla="*/ 97 h 97"/>
                <a:gd name="T12" fmla="*/ 0 w 81"/>
                <a:gd name="T13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97">
                  <a:moveTo>
                    <a:pt x="0" y="0"/>
                  </a:moveTo>
                  <a:lnTo>
                    <a:pt x="20" y="0"/>
                  </a:lnTo>
                  <a:lnTo>
                    <a:pt x="20" y="81"/>
                  </a:lnTo>
                  <a:lnTo>
                    <a:pt x="81" y="81"/>
                  </a:lnTo>
                  <a:lnTo>
                    <a:pt x="81" y="97"/>
                  </a:lnTo>
                  <a:lnTo>
                    <a:pt x="0" y="9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0" name="Freeform 22">
              <a:extLst>
                <a:ext uri="{FF2B5EF4-FFF2-40B4-BE49-F238E27FC236}">
                  <a16:creationId xmlns:a16="http://schemas.microsoft.com/office/drawing/2014/main" id="{07357A42-E980-47E0-8BBC-3F81AB4A7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4359" y="3724904"/>
              <a:ext cx="89382" cy="98523"/>
            </a:xfrm>
            <a:custGeom>
              <a:avLst/>
              <a:gdLst>
                <a:gd name="T0" fmla="*/ 0 w 76"/>
                <a:gd name="T1" fmla="*/ 59 h 83"/>
                <a:gd name="T2" fmla="*/ 0 w 76"/>
                <a:gd name="T3" fmla="*/ 0 h 83"/>
                <a:gd name="T4" fmla="*/ 75 w 76"/>
                <a:gd name="T5" fmla="*/ 0 h 83"/>
                <a:gd name="T6" fmla="*/ 75 w 76"/>
                <a:gd name="T7" fmla="*/ 13 h 83"/>
                <a:gd name="T8" fmla="*/ 18 w 76"/>
                <a:gd name="T9" fmla="*/ 13 h 83"/>
                <a:gd name="T10" fmla="*/ 18 w 76"/>
                <a:gd name="T11" fmla="*/ 33 h 83"/>
                <a:gd name="T12" fmla="*/ 70 w 76"/>
                <a:gd name="T13" fmla="*/ 33 h 83"/>
                <a:gd name="T14" fmla="*/ 70 w 76"/>
                <a:gd name="T15" fmla="*/ 46 h 83"/>
                <a:gd name="T16" fmla="*/ 18 w 76"/>
                <a:gd name="T17" fmla="*/ 46 h 83"/>
                <a:gd name="T18" fmla="*/ 18 w 76"/>
                <a:gd name="T19" fmla="*/ 59 h 83"/>
                <a:gd name="T20" fmla="*/ 28 w 76"/>
                <a:gd name="T21" fmla="*/ 69 h 83"/>
                <a:gd name="T22" fmla="*/ 76 w 76"/>
                <a:gd name="T23" fmla="*/ 69 h 83"/>
                <a:gd name="T24" fmla="*/ 76 w 76"/>
                <a:gd name="T25" fmla="*/ 83 h 83"/>
                <a:gd name="T26" fmla="*/ 24 w 76"/>
                <a:gd name="T27" fmla="*/ 83 h 83"/>
                <a:gd name="T28" fmla="*/ 0 w 76"/>
                <a:gd name="T29" fmla="*/ 5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83">
                  <a:moveTo>
                    <a:pt x="0" y="5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66"/>
                    <a:pt x="21" y="69"/>
                    <a:pt x="28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9" y="83"/>
                    <a:pt x="0" y="74"/>
                    <a:pt x="0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1" name="Freeform 23">
              <a:extLst>
                <a:ext uri="{FF2B5EF4-FFF2-40B4-BE49-F238E27FC236}">
                  <a16:creationId xmlns:a16="http://schemas.microsoft.com/office/drawing/2014/main" id="{9505CD5A-2DB7-4757-92BD-E3908A3BD2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2651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5"/>
                    <a:pt x="18" y="42"/>
                  </a:cubicBezTo>
                  <a:cubicBezTo>
                    <a:pt x="18" y="60"/>
                    <a:pt x="34" y="72"/>
                    <a:pt x="53" y="72"/>
                  </a:cubicBezTo>
                  <a:cubicBezTo>
                    <a:pt x="65" y="72"/>
                    <a:pt x="73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2" name="Rectangle 24">
              <a:extLst>
                <a:ext uri="{FF2B5EF4-FFF2-40B4-BE49-F238E27FC236}">
                  <a16:creationId xmlns:a16="http://schemas.microsoft.com/office/drawing/2014/main" id="{0F7AD6BD-D10E-424B-8A44-DDE9A3383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6566" y="3724904"/>
              <a:ext cx="20314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77082257-6B5E-40CB-80D7-CDB9233ACF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6335" y="3724904"/>
              <a:ext cx="100555" cy="98523"/>
            </a:xfrm>
            <a:custGeom>
              <a:avLst/>
              <a:gdLst>
                <a:gd name="T0" fmla="*/ 86 w 86"/>
                <a:gd name="T1" fmla="*/ 59 h 83"/>
                <a:gd name="T2" fmla="*/ 51 w 86"/>
                <a:gd name="T3" fmla="*/ 83 h 83"/>
                <a:gd name="T4" fmla="*/ 0 w 86"/>
                <a:gd name="T5" fmla="*/ 83 h 83"/>
                <a:gd name="T6" fmla="*/ 0 w 86"/>
                <a:gd name="T7" fmla="*/ 0 h 83"/>
                <a:gd name="T8" fmla="*/ 48 w 86"/>
                <a:gd name="T9" fmla="*/ 0 h 83"/>
                <a:gd name="T10" fmla="*/ 82 w 86"/>
                <a:gd name="T11" fmla="*/ 23 h 83"/>
                <a:gd name="T12" fmla="*/ 69 w 86"/>
                <a:gd name="T13" fmla="*/ 40 h 83"/>
                <a:gd name="T14" fmla="*/ 86 w 86"/>
                <a:gd name="T15" fmla="*/ 59 h 83"/>
                <a:gd name="T16" fmla="*/ 17 w 86"/>
                <a:gd name="T17" fmla="*/ 13 h 83"/>
                <a:gd name="T18" fmla="*/ 17 w 86"/>
                <a:gd name="T19" fmla="*/ 34 h 83"/>
                <a:gd name="T20" fmla="*/ 47 w 86"/>
                <a:gd name="T21" fmla="*/ 34 h 83"/>
                <a:gd name="T22" fmla="*/ 63 w 86"/>
                <a:gd name="T23" fmla="*/ 24 h 83"/>
                <a:gd name="T24" fmla="*/ 46 w 86"/>
                <a:gd name="T25" fmla="*/ 13 h 83"/>
                <a:gd name="T26" fmla="*/ 17 w 86"/>
                <a:gd name="T27" fmla="*/ 13 h 83"/>
                <a:gd name="T28" fmla="*/ 67 w 86"/>
                <a:gd name="T29" fmla="*/ 58 h 83"/>
                <a:gd name="T30" fmla="*/ 50 w 86"/>
                <a:gd name="T31" fmla="*/ 47 h 83"/>
                <a:gd name="T32" fmla="*/ 17 w 86"/>
                <a:gd name="T33" fmla="*/ 47 h 83"/>
                <a:gd name="T34" fmla="*/ 17 w 86"/>
                <a:gd name="T35" fmla="*/ 69 h 83"/>
                <a:gd name="T36" fmla="*/ 50 w 86"/>
                <a:gd name="T37" fmla="*/ 69 h 83"/>
                <a:gd name="T38" fmla="*/ 67 w 86"/>
                <a:gd name="T39" fmla="*/ 5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" h="83">
                  <a:moveTo>
                    <a:pt x="86" y="59"/>
                  </a:moveTo>
                  <a:cubicBezTo>
                    <a:pt x="86" y="74"/>
                    <a:pt x="70" y="83"/>
                    <a:pt x="51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7" y="0"/>
                    <a:pt x="82" y="8"/>
                    <a:pt x="82" y="23"/>
                  </a:cubicBezTo>
                  <a:cubicBezTo>
                    <a:pt x="82" y="31"/>
                    <a:pt x="77" y="37"/>
                    <a:pt x="69" y="40"/>
                  </a:cubicBezTo>
                  <a:cubicBezTo>
                    <a:pt x="79" y="43"/>
                    <a:pt x="86" y="49"/>
                    <a:pt x="86" y="59"/>
                  </a:cubicBezTo>
                  <a:close/>
                  <a:moveTo>
                    <a:pt x="17" y="13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57" y="34"/>
                    <a:pt x="63" y="31"/>
                    <a:pt x="63" y="24"/>
                  </a:cubicBezTo>
                  <a:cubicBezTo>
                    <a:pt x="63" y="17"/>
                    <a:pt x="57" y="13"/>
                    <a:pt x="46" y="13"/>
                  </a:cubicBezTo>
                  <a:lnTo>
                    <a:pt x="17" y="13"/>
                  </a:lnTo>
                  <a:close/>
                  <a:moveTo>
                    <a:pt x="67" y="58"/>
                  </a:moveTo>
                  <a:cubicBezTo>
                    <a:pt x="67" y="51"/>
                    <a:pt x="60" y="47"/>
                    <a:pt x="50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60" y="69"/>
                    <a:pt x="67" y="65"/>
                    <a:pt x="67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75694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3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BCF5F30-D370-4466-83E8-53B40DAB5648}"/>
              </a:ext>
            </a:extLst>
          </p:cNvPr>
          <p:cNvSpPr/>
          <p:nvPr userDrawn="1"/>
        </p:nvSpPr>
        <p:spPr>
          <a:xfrm>
            <a:off x="96000" y="111627"/>
            <a:ext cx="12000000" cy="6492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noProof="0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D6FB8667-1922-4114-9BF8-64A70753443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766792" y="1645736"/>
            <a:ext cx="2093588" cy="19800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Insert chart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03F271A-7E53-4E68-B4A5-68128725B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DF57AD-214E-3849-94DC-D3D9CA2C9EDB}"/>
              </a:ext>
            </a:extLst>
          </p:cNvPr>
          <p:cNvSpPr/>
          <p:nvPr userDrawn="1"/>
        </p:nvSpPr>
        <p:spPr>
          <a:xfrm>
            <a:off x="610311" y="1259335"/>
            <a:ext cx="823380" cy="99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83F50C-933D-2F43-85C5-F0D5764E92FE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BA995E6A-169B-3141-A081-43E5086C18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5" name="Title 13">
            <a:extLst>
              <a:ext uri="{FF2B5EF4-FFF2-40B4-BE49-F238E27FC236}">
                <a16:creationId xmlns:a16="http://schemas.microsoft.com/office/drawing/2014/main" id="{4F23F6A4-620E-4042-9F7D-7F4929F2E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321" y="277913"/>
            <a:ext cx="10522800" cy="86177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28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This is the slide title </a:t>
            </a:r>
            <a:br>
              <a:rPr lang="en-US" noProof="0" dirty="0"/>
            </a:br>
            <a:r>
              <a:rPr lang="en-US" noProof="0" dirty="0"/>
              <a:t>in 2 lines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30D4B0E3-9C3B-4503-8AB2-5575FC7BC7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0911" y="3835918"/>
            <a:ext cx="2405350" cy="51466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F3EDF9E-7661-4E93-954D-6F2C150E87A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65655" y="3835918"/>
            <a:ext cx="2405349" cy="51466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8D9F4ACF-5B06-4916-BC4B-C0BA4CBBB7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20397" y="3835918"/>
            <a:ext cx="2405349" cy="51466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0D39E15F-02C8-4600-B3A6-92C91F978A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75138" y="3835918"/>
            <a:ext cx="2405349" cy="51466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Insert text</a:t>
            </a:r>
          </a:p>
        </p:txBody>
      </p:sp>
      <p:sp>
        <p:nvSpPr>
          <p:cNvPr id="27" name="Chart Placeholder 2">
            <a:extLst>
              <a:ext uri="{FF2B5EF4-FFF2-40B4-BE49-F238E27FC236}">
                <a16:creationId xmlns:a16="http://schemas.microsoft.com/office/drawing/2014/main" id="{B3D72B78-33EA-46AE-83E3-00D9862393D7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3621536" y="1645736"/>
            <a:ext cx="2093588" cy="19800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Insert chart</a:t>
            </a:r>
          </a:p>
        </p:txBody>
      </p:sp>
      <p:sp>
        <p:nvSpPr>
          <p:cNvPr id="28" name="Chart Placeholder 2">
            <a:extLst>
              <a:ext uri="{FF2B5EF4-FFF2-40B4-BE49-F238E27FC236}">
                <a16:creationId xmlns:a16="http://schemas.microsoft.com/office/drawing/2014/main" id="{91C43312-56B9-414F-B175-E965C5713B9F}"/>
              </a:ext>
            </a:extLst>
          </p:cNvPr>
          <p:cNvSpPr>
            <a:spLocks noGrp="1"/>
          </p:cNvSpPr>
          <p:nvPr>
            <p:ph type="chart" sz="quarter" idx="23" hasCustomPrompt="1"/>
          </p:nvPr>
        </p:nvSpPr>
        <p:spPr>
          <a:xfrm>
            <a:off x="6476278" y="1645736"/>
            <a:ext cx="2093588" cy="19800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Insert chart</a:t>
            </a:r>
          </a:p>
        </p:txBody>
      </p:sp>
      <p:sp>
        <p:nvSpPr>
          <p:cNvPr id="29" name="Chart Placeholder 2">
            <a:extLst>
              <a:ext uri="{FF2B5EF4-FFF2-40B4-BE49-F238E27FC236}">
                <a16:creationId xmlns:a16="http://schemas.microsoft.com/office/drawing/2014/main" id="{99E616C6-8306-46D3-821D-9AA64EA38C6A}"/>
              </a:ext>
            </a:extLst>
          </p:cNvPr>
          <p:cNvSpPr>
            <a:spLocks noGrp="1"/>
          </p:cNvSpPr>
          <p:nvPr>
            <p:ph type="chart" sz="quarter" idx="24" hasCustomPrompt="1"/>
          </p:nvPr>
        </p:nvSpPr>
        <p:spPr>
          <a:xfrm>
            <a:off x="9331018" y="1645736"/>
            <a:ext cx="2093588" cy="19800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Insert chart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0A8D8F7-FCD9-40FA-A230-17878AF2352A}"/>
              </a:ext>
            </a:extLst>
          </p:cNvPr>
          <p:cNvCxnSpPr>
            <a:cxnSpLocks/>
          </p:cNvCxnSpPr>
          <p:nvPr userDrawn="1"/>
        </p:nvCxnSpPr>
        <p:spPr>
          <a:xfrm>
            <a:off x="3240958" y="2063439"/>
            <a:ext cx="0" cy="3718800"/>
          </a:xfrm>
          <a:prstGeom prst="line">
            <a:avLst/>
          </a:prstGeom>
          <a:ln w="9525">
            <a:solidFill>
              <a:schemeClr val="bg2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CD9E656-5A12-4F3B-881E-788C791785AA}"/>
              </a:ext>
            </a:extLst>
          </p:cNvPr>
          <p:cNvCxnSpPr>
            <a:cxnSpLocks/>
          </p:cNvCxnSpPr>
          <p:nvPr userDrawn="1"/>
        </p:nvCxnSpPr>
        <p:spPr>
          <a:xfrm>
            <a:off x="6095700" y="2088839"/>
            <a:ext cx="0" cy="3718800"/>
          </a:xfrm>
          <a:prstGeom prst="line">
            <a:avLst/>
          </a:prstGeom>
          <a:ln w="9525">
            <a:solidFill>
              <a:schemeClr val="bg2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63CD32E-5E62-45A5-A601-ADF33683C610}"/>
              </a:ext>
            </a:extLst>
          </p:cNvPr>
          <p:cNvCxnSpPr>
            <a:cxnSpLocks/>
          </p:cNvCxnSpPr>
          <p:nvPr userDrawn="1"/>
        </p:nvCxnSpPr>
        <p:spPr>
          <a:xfrm>
            <a:off x="8950442" y="2063439"/>
            <a:ext cx="0" cy="3718800"/>
          </a:xfrm>
          <a:prstGeom prst="line">
            <a:avLst/>
          </a:prstGeom>
          <a:ln w="9525">
            <a:solidFill>
              <a:schemeClr val="bg2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60CA10C0-2A0A-4C66-8571-D8F1C7815A7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1511" y="4444722"/>
            <a:ext cx="2404750" cy="1877245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defRPr sz="14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</a:defRPr>
            </a:lvl2pPr>
            <a:lvl3pPr marL="518400" indent="-228584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10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103EFA9C-8C47-4500-B42C-1CBC7446D60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66253" y="4444722"/>
            <a:ext cx="2404750" cy="1877245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defRPr sz="14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</a:defRPr>
            </a:lvl2pPr>
            <a:lvl3pPr marL="518400" indent="-228584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10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E0DEFD7F-DF93-494C-B6E7-49CD2A074DE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20995" y="4444722"/>
            <a:ext cx="2404750" cy="1877245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defRPr sz="14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</a:defRPr>
            </a:lvl2pPr>
            <a:lvl3pPr marL="518400" indent="-228584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10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D1FB6F50-C90C-45AE-8B37-666E2F85488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175737" y="4444722"/>
            <a:ext cx="2404750" cy="1877245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defRPr sz="14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</a:defRPr>
            </a:lvl2pPr>
            <a:lvl3pPr marL="518400" indent="-228584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10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fr-FR" dirty="0" err="1"/>
              <a:t>Fouth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642E5C81-114F-483D-8650-81B2A4FB60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F6F457AA-244C-470E-9F9E-0F98BEABF7F8}" type="datetime3">
              <a:rPr lang="en-US" smtClean="0"/>
              <a:t>3 November 2025</a:t>
            </a:fld>
            <a:endParaRPr lang="fr-FR" dirty="0"/>
          </a:p>
        </p:txBody>
      </p:sp>
      <p:grpSp>
        <p:nvGrpSpPr>
          <p:cNvPr id="38" name="Groupe 250">
            <a:extLst>
              <a:ext uri="{FF2B5EF4-FFF2-40B4-BE49-F238E27FC236}">
                <a16:creationId xmlns:a16="http://schemas.microsoft.com/office/drawing/2014/main" id="{D706401E-E229-46FB-B67B-632B34E18DD3}"/>
              </a:ext>
            </a:extLst>
          </p:cNvPr>
          <p:cNvGrpSpPr/>
          <p:nvPr userDrawn="1"/>
        </p:nvGrpSpPr>
        <p:grpSpPr>
          <a:xfrm>
            <a:off x="5456917" y="6670035"/>
            <a:ext cx="1278167" cy="125311"/>
            <a:chOff x="5629458" y="3655836"/>
            <a:chExt cx="2227432" cy="218376"/>
          </a:xfrm>
          <a:solidFill>
            <a:srgbClr val="5E6A71"/>
          </a:solidFill>
        </p:grpSpPr>
        <p:sp>
          <p:nvSpPr>
            <p:cNvPr id="39" name="Freeform 5">
              <a:extLst>
                <a:ext uri="{FF2B5EF4-FFF2-40B4-BE49-F238E27FC236}">
                  <a16:creationId xmlns:a16="http://schemas.microsoft.com/office/drawing/2014/main" id="{91A8AD89-24A0-457A-BD8E-F2C541D6FB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975" y="3775689"/>
              <a:ext cx="61958" cy="55864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0" name="Rectangle 6">
              <a:extLst>
                <a:ext uri="{FF2B5EF4-FFF2-40B4-BE49-F238E27FC236}">
                  <a16:creationId xmlns:a16="http://schemas.microsoft.com/office/drawing/2014/main" id="{7F72B39F-A5E6-4943-9828-28EA82847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662" y="3849835"/>
              <a:ext cx="284396" cy="2437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1" name="Freeform 7">
              <a:extLst>
                <a:ext uri="{FF2B5EF4-FFF2-40B4-BE49-F238E27FC236}">
                  <a16:creationId xmlns:a16="http://schemas.microsoft.com/office/drawing/2014/main" id="{F4CE408B-F5E4-4A0B-8439-2310DFA86C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1195" y="3655836"/>
              <a:ext cx="77193" cy="62973"/>
            </a:xfrm>
            <a:custGeom>
              <a:avLst/>
              <a:gdLst>
                <a:gd name="T0" fmla="*/ 66 w 66"/>
                <a:gd name="T1" fmla="*/ 25 h 53"/>
                <a:gd name="T2" fmla="*/ 19 w 66"/>
                <a:gd name="T3" fmla="*/ 50 h 53"/>
                <a:gd name="T4" fmla="*/ 7 w 66"/>
                <a:gd name="T5" fmla="*/ 48 h 53"/>
                <a:gd name="T6" fmla="*/ 0 w 66"/>
                <a:gd name="T7" fmla="*/ 31 h 53"/>
                <a:gd name="T8" fmla="*/ 8 w 66"/>
                <a:gd name="T9" fmla="*/ 31 h 53"/>
                <a:gd name="T10" fmla="*/ 66 w 66"/>
                <a:gd name="T11" fmla="*/ 0 h 53"/>
                <a:gd name="T12" fmla="*/ 66 w 66"/>
                <a:gd name="T13" fmla="*/ 2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53">
                  <a:moveTo>
                    <a:pt x="66" y="25"/>
                  </a:moveTo>
                  <a:cubicBezTo>
                    <a:pt x="66" y="25"/>
                    <a:pt x="28" y="47"/>
                    <a:pt x="19" y="50"/>
                  </a:cubicBezTo>
                  <a:cubicBezTo>
                    <a:pt x="11" y="53"/>
                    <a:pt x="8" y="49"/>
                    <a:pt x="7" y="48"/>
                  </a:cubicBezTo>
                  <a:cubicBezTo>
                    <a:pt x="4" y="44"/>
                    <a:pt x="1" y="33"/>
                    <a:pt x="0" y="31"/>
                  </a:cubicBezTo>
                  <a:cubicBezTo>
                    <a:pt x="1" y="31"/>
                    <a:pt x="3" y="32"/>
                    <a:pt x="8" y="31"/>
                  </a:cubicBezTo>
                  <a:cubicBezTo>
                    <a:pt x="13" y="29"/>
                    <a:pt x="66" y="0"/>
                    <a:pt x="66" y="0"/>
                  </a:cubicBezTo>
                  <a:cubicBezTo>
                    <a:pt x="66" y="25"/>
                    <a:pt x="66" y="25"/>
                    <a:pt x="66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2" name="Freeform 8">
              <a:extLst>
                <a:ext uri="{FF2B5EF4-FFF2-40B4-BE49-F238E27FC236}">
                  <a16:creationId xmlns:a16="http://schemas.microsoft.com/office/drawing/2014/main" id="{3230FE95-7276-4451-A35F-7940672F5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458" y="3669040"/>
              <a:ext cx="318930" cy="18384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3" name="Freeform 9">
              <a:extLst>
                <a:ext uri="{FF2B5EF4-FFF2-40B4-BE49-F238E27FC236}">
                  <a16:creationId xmlns:a16="http://schemas.microsoft.com/office/drawing/2014/main" id="{33BAE683-12DA-452E-AB83-A9337457293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3550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5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4" name="Freeform 10">
              <a:extLst>
                <a:ext uri="{FF2B5EF4-FFF2-40B4-BE49-F238E27FC236}">
                  <a16:creationId xmlns:a16="http://schemas.microsoft.com/office/drawing/2014/main" id="{BF657A13-B79F-46D4-B3E9-48A0AF77DA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8481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5" name="Freeform 11">
              <a:extLst>
                <a:ext uri="{FF2B5EF4-FFF2-40B4-BE49-F238E27FC236}">
                  <a16:creationId xmlns:a16="http://schemas.microsoft.com/office/drawing/2014/main" id="{BAE75625-AC93-4541-813F-1ECD081A9E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4271" y="3696464"/>
              <a:ext cx="90398" cy="126963"/>
            </a:xfrm>
            <a:custGeom>
              <a:avLst/>
              <a:gdLst>
                <a:gd name="T0" fmla="*/ 0 w 77"/>
                <a:gd name="T1" fmla="*/ 83 h 107"/>
                <a:gd name="T2" fmla="*/ 0 w 77"/>
                <a:gd name="T3" fmla="*/ 24 h 107"/>
                <a:gd name="T4" fmla="*/ 75 w 77"/>
                <a:gd name="T5" fmla="*/ 24 h 107"/>
                <a:gd name="T6" fmla="*/ 75 w 77"/>
                <a:gd name="T7" fmla="*/ 37 h 107"/>
                <a:gd name="T8" fmla="*/ 18 w 77"/>
                <a:gd name="T9" fmla="*/ 37 h 107"/>
                <a:gd name="T10" fmla="*/ 18 w 77"/>
                <a:gd name="T11" fmla="*/ 57 h 107"/>
                <a:gd name="T12" fmla="*/ 70 w 77"/>
                <a:gd name="T13" fmla="*/ 57 h 107"/>
                <a:gd name="T14" fmla="*/ 70 w 77"/>
                <a:gd name="T15" fmla="*/ 70 h 107"/>
                <a:gd name="T16" fmla="*/ 18 w 77"/>
                <a:gd name="T17" fmla="*/ 70 h 107"/>
                <a:gd name="T18" fmla="*/ 18 w 77"/>
                <a:gd name="T19" fmla="*/ 83 h 107"/>
                <a:gd name="T20" fmla="*/ 28 w 77"/>
                <a:gd name="T21" fmla="*/ 93 h 107"/>
                <a:gd name="T22" fmla="*/ 77 w 77"/>
                <a:gd name="T23" fmla="*/ 93 h 107"/>
                <a:gd name="T24" fmla="*/ 77 w 77"/>
                <a:gd name="T25" fmla="*/ 107 h 107"/>
                <a:gd name="T26" fmla="*/ 24 w 77"/>
                <a:gd name="T27" fmla="*/ 107 h 107"/>
                <a:gd name="T28" fmla="*/ 0 w 77"/>
                <a:gd name="T29" fmla="*/ 83 h 107"/>
                <a:gd name="T30" fmla="*/ 57 w 77"/>
                <a:gd name="T31" fmla="*/ 0 h 107"/>
                <a:gd name="T32" fmla="*/ 43 w 77"/>
                <a:gd name="T33" fmla="*/ 15 h 107"/>
                <a:gd name="T34" fmla="*/ 28 w 77"/>
                <a:gd name="T35" fmla="*/ 15 h 107"/>
                <a:gd name="T36" fmla="*/ 39 w 77"/>
                <a:gd name="T37" fmla="*/ 0 h 107"/>
                <a:gd name="T38" fmla="*/ 57 w 77"/>
                <a:gd name="T39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" h="107">
                  <a:moveTo>
                    <a:pt x="0" y="83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90"/>
                    <a:pt x="21" y="93"/>
                    <a:pt x="28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107"/>
                    <a:pt x="77" y="107"/>
                    <a:pt x="77" y="107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9" y="107"/>
                    <a:pt x="0" y="98"/>
                    <a:pt x="0" y="83"/>
                  </a:cubicBezTo>
                  <a:close/>
                  <a:moveTo>
                    <a:pt x="57" y="0"/>
                  </a:moveTo>
                  <a:cubicBezTo>
                    <a:pt x="43" y="15"/>
                    <a:pt x="43" y="15"/>
                    <a:pt x="43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9" y="0"/>
                    <a:pt x="39" y="0"/>
                    <a:pt x="39" y="0"/>
                  </a:cubicBez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DBC91832-04A0-4EC5-870F-4375EAA20E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7014" y="3724904"/>
              <a:ext cx="105633" cy="98523"/>
            </a:xfrm>
            <a:custGeom>
              <a:avLst/>
              <a:gdLst>
                <a:gd name="T0" fmla="*/ 0 w 90"/>
                <a:gd name="T1" fmla="*/ 0 h 83"/>
                <a:gd name="T2" fmla="*/ 37 w 90"/>
                <a:gd name="T3" fmla="*/ 0 h 83"/>
                <a:gd name="T4" fmla="*/ 90 w 90"/>
                <a:gd name="T5" fmla="*/ 41 h 83"/>
                <a:gd name="T6" fmla="*/ 37 w 90"/>
                <a:gd name="T7" fmla="*/ 83 h 83"/>
                <a:gd name="T8" fmla="*/ 0 w 90"/>
                <a:gd name="T9" fmla="*/ 83 h 83"/>
                <a:gd name="T10" fmla="*/ 0 w 90"/>
                <a:gd name="T11" fmla="*/ 0 h 83"/>
                <a:gd name="T12" fmla="*/ 38 w 90"/>
                <a:gd name="T13" fmla="*/ 69 h 83"/>
                <a:gd name="T14" fmla="*/ 71 w 90"/>
                <a:gd name="T15" fmla="*/ 41 h 83"/>
                <a:gd name="T16" fmla="*/ 38 w 90"/>
                <a:gd name="T17" fmla="*/ 13 h 83"/>
                <a:gd name="T18" fmla="*/ 17 w 90"/>
                <a:gd name="T19" fmla="*/ 13 h 83"/>
                <a:gd name="T20" fmla="*/ 17 w 90"/>
                <a:gd name="T21" fmla="*/ 69 h 83"/>
                <a:gd name="T22" fmla="*/ 38 w 90"/>
                <a:gd name="T23" fmla="*/ 6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3">
                  <a:moveTo>
                    <a:pt x="0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69" y="0"/>
                    <a:pt x="90" y="17"/>
                    <a:pt x="90" y="41"/>
                  </a:cubicBezTo>
                  <a:cubicBezTo>
                    <a:pt x="90" y="66"/>
                    <a:pt x="69" y="83"/>
                    <a:pt x="3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38" y="69"/>
                  </a:moveTo>
                  <a:cubicBezTo>
                    <a:pt x="58" y="69"/>
                    <a:pt x="71" y="58"/>
                    <a:pt x="71" y="41"/>
                  </a:cubicBezTo>
                  <a:cubicBezTo>
                    <a:pt x="71" y="25"/>
                    <a:pt x="58" y="13"/>
                    <a:pt x="3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69"/>
                    <a:pt x="17" y="69"/>
                    <a:pt x="17" y="69"/>
                  </a:cubicBezTo>
                  <a:lnTo>
                    <a:pt x="38" y="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7" name="Rectangle 13">
              <a:extLst>
                <a:ext uri="{FF2B5EF4-FFF2-40B4-BE49-F238E27FC236}">
                  <a16:creationId xmlns:a16="http://schemas.microsoft.com/office/drawing/2014/main" id="{63229890-160D-4A7A-9786-9DC425994B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929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62975ABB-ED9D-4B55-AA5B-0FE76ADE7A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557" y="3724904"/>
              <a:ext cx="94460" cy="98523"/>
            </a:xfrm>
            <a:custGeom>
              <a:avLst/>
              <a:gdLst>
                <a:gd name="T0" fmla="*/ 0 w 93"/>
                <a:gd name="T1" fmla="*/ 15 h 97"/>
                <a:gd name="T2" fmla="*/ 0 w 93"/>
                <a:gd name="T3" fmla="*/ 0 h 97"/>
                <a:gd name="T4" fmla="*/ 93 w 93"/>
                <a:gd name="T5" fmla="*/ 0 h 97"/>
                <a:gd name="T6" fmla="*/ 93 w 93"/>
                <a:gd name="T7" fmla="*/ 15 h 97"/>
                <a:gd name="T8" fmla="*/ 56 w 93"/>
                <a:gd name="T9" fmla="*/ 15 h 97"/>
                <a:gd name="T10" fmla="*/ 56 w 93"/>
                <a:gd name="T11" fmla="*/ 97 h 97"/>
                <a:gd name="T12" fmla="*/ 36 w 93"/>
                <a:gd name="T13" fmla="*/ 97 h 97"/>
                <a:gd name="T14" fmla="*/ 36 w 93"/>
                <a:gd name="T15" fmla="*/ 15 h 97"/>
                <a:gd name="T16" fmla="*/ 0 w 93"/>
                <a:gd name="T17" fmla="*/ 1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97">
                  <a:moveTo>
                    <a:pt x="0" y="15"/>
                  </a:moveTo>
                  <a:lnTo>
                    <a:pt x="0" y="0"/>
                  </a:lnTo>
                  <a:lnTo>
                    <a:pt x="93" y="0"/>
                  </a:lnTo>
                  <a:lnTo>
                    <a:pt x="93" y="15"/>
                  </a:lnTo>
                  <a:lnTo>
                    <a:pt x="56" y="15"/>
                  </a:lnTo>
                  <a:lnTo>
                    <a:pt x="56" y="97"/>
                  </a:lnTo>
                  <a:lnTo>
                    <a:pt x="36" y="97"/>
                  </a:lnTo>
                  <a:lnTo>
                    <a:pt x="36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9" name="Freeform 15">
              <a:extLst>
                <a:ext uri="{FF2B5EF4-FFF2-40B4-BE49-F238E27FC236}">
                  <a16:creationId xmlns:a16="http://schemas.microsoft.com/office/drawing/2014/main" id="{F151C06E-CF81-4FD9-AC64-EE1FEB30FF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70552" y="3724904"/>
              <a:ext cx="121884" cy="98523"/>
            </a:xfrm>
            <a:custGeom>
              <a:avLst/>
              <a:gdLst>
                <a:gd name="T0" fmla="*/ 85 w 120"/>
                <a:gd name="T1" fmla="*/ 73 h 97"/>
                <a:gd name="T2" fmla="*/ 32 w 120"/>
                <a:gd name="T3" fmla="*/ 73 h 97"/>
                <a:gd name="T4" fmla="*/ 21 w 120"/>
                <a:gd name="T5" fmla="*/ 97 h 97"/>
                <a:gd name="T6" fmla="*/ 0 w 120"/>
                <a:gd name="T7" fmla="*/ 97 h 97"/>
                <a:gd name="T8" fmla="*/ 50 w 120"/>
                <a:gd name="T9" fmla="*/ 0 h 97"/>
                <a:gd name="T10" fmla="*/ 70 w 120"/>
                <a:gd name="T11" fmla="*/ 0 h 97"/>
                <a:gd name="T12" fmla="*/ 120 w 120"/>
                <a:gd name="T13" fmla="*/ 97 h 97"/>
                <a:gd name="T14" fmla="*/ 97 w 120"/>
                <a:gd name="T15" fmla="*/ 97 h 97"/>
                <a:gd name="T16" fmla="*/ 85 w 120"/>
                <a:gd name="T17" fmla="*/ 73 h 97"/>
                <a:gd name="T18" fmla="*/ 77 w 120"/>
                <a:gd name="T19" fmla="*/ 58 h 97"/>
                <a:gd name="T20" fmla="*/ 59 w 120"/>
                <a:gd name="T21" fmla="*/ 20 h 97"/>
                <a:gd name="T22" fmla="*/ 40 w 120"/>
                <a:gd name="T23" fmla="*/ 58 h 97"/>
                <a:gd name="T24" fmla="*/ 77 w 120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7">
                  <a:moveTo>
                    <a:pt x="85" y="73"/>
                  </a:moveTo>
                  <a:lnTo>
                    <a:pt x="32" y="73"/>
                  </a:lnTo>
                  <a:lnTo>
                    <a:pt x="21" y="97"/>
                  </a:lnTo>
                  <a:lnTo>
                    <a:pt x="0" y="97"/>
                  </a:lnTo>
                  <a:lnTo>
                    <a:pt x="50" y="0"/>
                  </a:lnTo>
                  <a:lnTo>
                    <a:pt x="70" y="0"/>
                  </a:lnTo>
                  <a:lnTo>
                    <a:pt x="120" y="97"/>
                  </a:lnTo>
                  <a:lnTo>
                    <a:pt x="97" y="97"/>
                  </a:lnTo>
                  <a:lnTo>
                    <a:pt x="85" y="73"/>
                  </a:lnTo>
                  <a:close/>
                  <a:moveTo>
                    <a:pt x="77" y="58"/>
                  </a:moveTo>
                  <a:lnTo>
                    <a:pt x="59" y="20"/>
                  </a:lnTo>
                  <a:lnTo>
                    <a:pt x="40" y="58"/>
                  </a:lnTo>
                  <a:lnTo>
                    <a:pt x="77" y="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64250DB8-3922-4A84-BEEC-EA91AFBE6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498" y="3723888"/>
              <a:ext cx="108680" cy="100555"/>
            </a:xfrm>
            <a:custGeom>
              <a:avLst/>
              <a:gdLst>
                <a:gd name="T0" fmla="*/ 52 w 93"/>
                <a:gd name="T1" fmla="*/ 0 h 85"/>
                <a:gd name="T2" fmla="*/ 89 w 93"/>
                <a:gd name="T3" fmla="*/ 11 h 85"/>
                <a:gd name="T4" fmla="*/ 80 w 93"/>
                <a:gd name="T5" fmla="*/ 22 h 85"/>
                <a:gd name="T6" fmla="*/ 53 w 93"/>
                <a:gd name="T7" fmla="*/ 12 h 85"/>
                <a:gd name="T8" fmla="*/ 18 w 93"/>
                <a:gd name="T9" fmla="*/ 42 h 85"/>
                <a:gd name="T10" fmla="*/ 52 w 93"/>
                <a:gd name="T11" fmla="*/ 72 h 85"/>
                <a:gd name="T12" fmla="*/ 76 w 93"/>
                <a:gd name="T13" fmla="*/ 66 h 85"/>
                <a:gd name="T14" fmla="*/ 76 w 93"/>
                <a:gd name="T15" fmla="*/ 50 h 85"/>
                <a:gd name="T16" fmla="*/ 51 w 93"/>
                <a:gd name="T17" fmla="*/ 50 h 85"/>
                <a:gd name="T18" fmla="*/ 51 w 93"/>
                <a:gd name="T19" fmla="*/ 37 h 85"/>
                <a:gd name="T20" fmla="*/ 93 w 93"/>
                <a:gd name="T21" fmla="*/ 37 h 85"/>
                <a:gd name="T22" fmla="*/ 93 w 93"/>
                <a:gd name="T23" fmla="*/ 72 h 85"/>
                <a:gd name="T24" fmla="*/ 52 w 93"/>
                <a:gd name="T25" fmla="*/ 85 h 85"/>
                <a:gd name="T26" fmla="*/ 0 w 93"/>
                <a:gd name="T27" fmla="*/ 42 h 85"/>
                <a:gd name="T28" fmla="*/ 52 w 93"/>
                <a:gd name="T2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4"/>
                    <a:pt x="18" y="42"/>
                  </a:cubicBezTo>
                  <a:cubicBezTo>
                    <a:pt x="18" y="59"/>
                    <a:pt x="32" y="72"/>
                    <a:pt x="52" y="72"/>
                  </a:cubicBezTo>
                  <a:cubicBezTo>
                    <a:pt x="61" y="72"/>
                    <a:pt x="70" y="70"/>
                    <a:pt x="76" y="66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3" y="72"/>
                    <a:pt x="93" y="72"/>
                    <a:pt x="93" y="72"/>
                  </a:cubicBezTo>
                  <a:cubicBezTo>
                    <a:pt x="83" y="79"/>
                    <a:pt x="69" y="85"/>
                    <a:pt x="52" y="85"/>
                  </a:cubicBezTo>
                  <a:cubicBezTo>
                    <a:pt x="21" y="85"/>
                    <a:pt x="0" y="67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06119F51-A391-4212-B554-6B5A625AAE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9555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2" name="Rectangle 18">
              <a:extLst>
                <a:ext uri="{FF2B5EF4-FFF2-40B4-BE49-F238E27FC236}">
                  <a16:creationId xmlns:a16="http://schemas.microsoft.com/office/drawing/2014/main" id="{3983E13B-2908-4B17-8605-E34D2A68EB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9408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27AA64C8-1693-4DE6-A3C5-F4399BCB3C2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2067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8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8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4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9F54E530-8099-4D47-95BE-2094F6BE0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1763" y="3723888"/>
              <a:ext cx="123915" cy="100555"/>
            </a:xfrm>
            <a:custGeom>
              <a:avLst/>
              <a:gdLst>
                <a:gd name="T0" fmla="*/ 0 w 105"/>
                <a:gd name="T1" fmla="*/ 42 h 85"/>
                <a:gd name="T2" fmla="*/ 52 w 105"/>
                <a:gd name="T3" fmla="*/ 0 h 85"/>
                <a:gd name="T4" fmla="*/ 105 w 105"/>
                <a:gd name="T5" fmla="*/ 42 h 85"/>
                <a:gd name="T6" fmla="*/ 52 w 105"/>
                <a:gd name="T7" fmla="*/ 85 h 85"/>
                <a:gd name="T8" fmla="*/ 0 w 105"/>
                <a:gd name="T9" fmla="*/ 42 h 85"/>
                <a:gd name="T10" fmla="*/ 19 w 105"/>
                <a:gd name="T11" fmla="*/ 42 h 85"/>
                <a:gd name="T12" fmla="*/ 52 w 105"/>
                <a:gd name="T13" fmla="*/ 72 h 85"/>
                <a:gd name="T14" fmla="*/ 86 w 105"/>
                <a:gd name="T15" fmla="*/ 42 h 85"/>
                <a:gd name="T16" fmla="*/ 52 w 105"/>
                <a:gd name="T17" fmla="*/ 12 h 85"/>
                <a:gd name="T18" fmla="*/ 19 w 105"/>
                <a:gd name="T19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" h="85">
                  <a:moveTo>
                    <a:pt x="0" y="42"/>
                  </a:moveTo>
                  <a:cubicBezTo>
                    <a:pt x="0" y="19"/>
                    <a:pt x="22" y="0"/>
                    <a:pt x="52" y="0"/>
                  </a:cubicBezTo>
                  <a:cubicBezTo>
                    <a:pt x="83" y="0"/>
                    <a:pt x="105" y="19"/>
                    <a:pt x="105" y="42"/>
                  </a:cubicBezTo>
                  <a:cubicBezTo>
                    <a:pt x="105" y="66"/>
                    <a:pt x="83" y="85"/>
                    <a:pt x="52" y="85"/>
                  </a:cubicBezTo>
                  <a:cubicBezTo>
                    <a:pt x="22" y="85"/>
                    <a:pt x="0" y="66"/>
                    <a:pt x="0" y="42"/>
                  </a:cubicBezTo>
                  <a:close/>
                  <a:moveTo>
                    <a:pt x="19" y="42"/>
                  </a:moveTo>
                  <a:cubicBezTo>
                    <a:pt x="19" y="59"/>
                    <a:pt x="32" y="72"/>
                    <a:pt x="52" y="72"/>
                  </a:cubicBezTo>
                  <a:cubicBezTo>
                    <a:pt x="72" y="72"/>
                    <a:pt x="86" y="59"/>
                    <a:pt x="86" y="42"/>
                  </a:cubicBezTo>
                  <a:cubicBezTo>
                    <a:pt x="86" y="26"/>
                    <a:pt x="72" y="12"/>
                    <a:pt x="52" y="12"/>
                  </a:cubicBezTo>
                  <a:cubicBezTo>
                    <a:pt x="32" y="12"/>
                    <a:pt x="19" y="26"/>
                    <a:pt x="19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C373C7C5-E9AE-44B6-9556-8E9CF91086C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1929" y="3724904"/>
              <a:ext cx="82272" cy="98523"/>
            </a:xfrm>
            <a:custGeom>
              <a:avLst/>
              <a:gdLst>
                <a:gd name="T0" fmla="*/ 0 w 81"/>
                <a:gd name="T1" fmla="*/ 0 h 97"/>
                <a:gd name="T2" fmla="*/ 20 w 81"/>
                <a:gd name="T3" fmla="*/ 0 h 97"/>
                <a:gd name="T4" fmla="*/ 20 w 81"/>
                <a:gd name="T5" fmla="*/ 81 h 97"/>
                <a:gd name="T6" fmla="*/ 81 w 81"/>
                <a:gd name="T7" fmla="*/ 81 h 97"/>
                <a:gd name="T8" fmla="*/ 81 w 81"/>
                <a:gd name="T9" fmla="*/ 97 h 97"/>
                <a:gd name="T10" fmla="*/ 0 w 81"/>
                <a:gd name="T11" fmla="*/ 97 h 97"/>
                <a:gd name="T12" fmla="*/ 0 w 81"/>
                <a:gd name="T13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97">
                  <a:moveTo>
                    <a:pt x="0" y="0"/>
                  </a:moveTo>
                  <a:lnTo>
                    <a:pt x="20" y="0"/>
                  </a:lnTo>
                  <a:lnTo>
                    <a:pt x="20" y="81"/>
                  </a:lnTo>
                  <a:lnTo>
                    <a:pt x="81" y="81"/>
                  </a:lnTo>
                  <a:lnTo>
                    <a:pt x="81" y="97"/>
                  </a:lnTo>
                  <a:lnTo>
                    <a:pt x="0" y="9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1E9816B5-8021-4FB9-9E5A-1A4F8481749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4359" y="3724904"/>
              <a:ext cx="89382" cy="98523"/>
            </a:xfrm>
            <a:custGeom>
              <a:avLst/>
              <a:gdLst>
                <a:gd name="T0" fmla="*/ 0 w 76"/>
                <a:gd name="T1" fmla="*/ 59 h 83"/>
                <a:gd name="T2" fmla="*/ 0 w 76"/>
                <a:gd name="T3" fmla="*/ 0 h 83"/>
                <a:gd name="T4" fmla="*/ 75 w 76"/>
                <a:gd name="T5" fmla="*/ 0 h 83"/>
                <a:gd name="T6" fmla="*/ 75 w 76"/>
                <a:gd name="T7" fmla="*/ 13 h 83"/>
                <a:gd name="T8" fmla="*/ 18 w 76"/>
                <a:gd name="T9" fmla="*/ 13 h 83"/>
                <a:gd name="T10" fmla="*/ 18 w 76"/>
                <a:gd name="T11" fmla="*/ 33 h 83"/>
                <a:gd name="T12" fmla="*/ 70 w 76"/>
                <a:gd name="T13" fmla="*/ 33 h 83"/>
                <a:gd name="T14" fmla="*/ 70 w 76"/>
                <a:gd name="T15" fmla="*/ 46 h 83"/>
                <a:gd name="T16" fmla="*/ 18 w 76"/>
                <a:gd name="T17" fmla="*/ 46 h 83"/>
                <a:gd name="T18" fmla="*/ 18 w 76"/>
                <a:gd name="T19" fmla="*/ 59 h 83"/>
                <a:gd name="T20" fmla="*/ 28 w 76"/>
                <a:gd name="T21" fmla="*/ 69 h 83"/>
                <a:gd name="T22" fmla="*/ 76 w 76"/>
                <a:gd name="T23" fmla="*/ 69 h 83"/>
                <a:gd name="T24" fmla="*/ 76 w 76"/>
                <a:gd name="T25" fmla="*/ 83 h 83"/>
                <a:gd name="T26" fmla="*/ 24 w 76"/>
                <a:gd name="T27" fmla="*/ 83 h 83"/>
                <a:gd name="T28" fmla="*/ 0 w 76"/>
                <a:gd name="T29" fmla="*/ 5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83">
                  <a:moveTo>
                    <a:pt x="0" y="5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66"/>
                    <a:pt x="21" y="69"/>
                    <a:pt x="28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9" y="83"/>
                    <a:pt x="0" y="74"/>
                    <a:pt x="0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1BB75329-23AA-4048-BA56-4CD40E7F2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2651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5"/>
                    <a:pt x="18" y="42"/>
                  </a:cubicBezTo>
                  <a:cubicBezTo>
                    <a:pt x="18" y="60"/>
                    <a:pt x="34" y="72"/>
                    <a:pt x="53" y="72"/>
                  </a:cubicBezTo>
                  <a:cubicBezTo>
                    <a:pt x="65" y="72"/>
                    <a:pt x="73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8" name="Rectangle 24">
              <a:extLst>
                <a:ext uri="{FF2B5EF4-FFF2-40B4-BE49-F238E27FC236}">
                  <a16:creationId xmlns:a16="http://schemas.microsoft.com/office/drawing/2014/main" id="{60052A4D-424C-499F-94D6-ECC3BEC90B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6566" y="3724904"/>
              <a:ext cx="20314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8A1D68F1-5BB2-40AB-A6F7-F62F2E89B2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6335" y="3724904"/>
              <a:ext cx="100555" cy="98523"/>
            </a:xfrm>
            <a:custGeom>
              <a:avLst/>
              <a:gdLst>
                <a:gd name="T0" fmla="*/ 86 w 86"/>
                <a:gd name="T1" fmla="*/ 59 h 83"/>
                <a:gd name="T2" fmla="*/ 51 w 86"/>
                <a:gd name="T3" fmla="*/ 83 h 83"/>
                <a:gd name="T4" fmla="*/ 0 w 86"/>
                <a:gd name="T5" fmla="*/ 83 h 83"/>
                <a:gd name="T6" fmla="*/ 0 w 86"/>
                <a:gd name="T7" fmla="*/ 0 h 83"/>
                <a:gd name="T8" fmla="*/ 48 w 86"/>
                <a:gd name="T9" fmla="*/ 0 h 83"/>
                <a:gd name="T10" fmla="*/ 82 w 86"/>
                <a:gd name="T11" fmla="*/ 23 h 83"/>
                <a:gd name="T12" fmla="*/ 69 w 86"/>
                <a:gd name="T13" fmla="*/ 40 h 83"/>
                <a:gd name="T14" fmla="*/ 86 w 86"/>
                <a:gd name="T15" fmla="*/ 59 h 83"/>
                <a:gd name="T16" fmla="*/ 17 w 86"/>
                <a:gd name="T17" fmla="*/ 13 h 83"/>
                <a:gd name="T18" fmla="*/ 17 w 86"/>
                <a:gd name="T19" fmla="*/ 34 h 83"/>
                <a:gd name="T20" fmla="*/ 47 w 86"/>
                <a:gd name="T21" fmla="*/ 34 h 83"/>
                <a:gd name="T22" fmla="*/ 63 w 86"/>
                <a:gd name="T23" fmla="*/ 24 h 83"/>
                <a:gd name="T24" fmla="*/ 46 w 86"/>
                <a:gd name="T25" fmla="*/ 13 h 83"/>
                <a:gd name="T26" fmla="*/ 17 w 86"/>
                <a:gd name="T27" fmla="*/ 13 h 83"/>
                <a:gd name="T28" fmla="*/ 67 w 86"/>
                <a:gd name="T29" fmla="*/ 58 h 83"/>
                <a:gd name="T30" fmla="*/ 50 w 86"/>
                <a:gd name="T31" fmla="*/ 47 h 83"/>
                <a:gd name="T32" fmla="*/ 17 w 86"/>
                <a:gd name="T33" fmla="*/ 47 h 83"/>
                <a:gd name="T34" fmla="*/ 17 w 86"/>
                <a:gd name="T35" fmla="*/ 69 h 83"/>
                <a:gd name="T36" fmla="*/ 50 w 86"/>
                <a:gd name="T37" fmla="*/ 69 h 83"/>
                <a:gd name="T38" fmla="*/ 67 w 86"/>
                <a:gd name="T39" fmla="*/ 5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" h="83">
                  <a:moveTo>
                    <a:pt x="86" y="59"/>
                  </a:moveTo>
                  <a:cubicBezTo>
                    <a:pt x="86" y="74"/>
                    <a:pt x="70" y="83"/>
                    <a:pt x="51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7" y="0"/>
                    <a:pt x="82" y="8"/>
                    <a:pt x="82" y="23"/>
                  </a:cubicBezTo>
                  <a:cubicBezTo>
                    <a:pt x="82" y="31"/>
                    <a:pt x="77" y="37"/>
                    <a:pt x="69" y="40"/>
                  </a:cubicBezTo>
                  <a:cubicBezTo>
                    <a:pt x="79" y="43"/>
                    <a:pt x="86" y="49"/>
                    <a:pt x="86" y="59"/>
                  </a:cubicBezTo>
                  <a:close/>
                  <a:moveTo>
                    <a:pt x="17" y="13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57" y="34"/>
                    <a:pt x="63" y="31"/>
                    <a:pt x="63" y="24"/>
                  </a:cubicBezTo>
                  <a:cubicBezTo>
                    <a:pt x="63" y="17"/>
                    <a:pt x="57" y="13"/>
                    <a:pt x="46" y="13"/>
                  </a:cubicBezTo>
                  <a:lnTo>
                    <a:pt x="17" y="13"/>
                  </a:lnTo>
                  <a:close/>
                  <a:moveTo>
                    <a:pt x="67" y="58"/>
                  </a:moveTo>
                  <a:cubicBezTo>
                    <a:pt x="67" y="51"/>
                    <a:pt x="60" y="47"/>
                    <a:pt x="50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60" y="69"/>
                    <a:pt x="67" y="65"/>
                    <a:pt x="67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96298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1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BCF5F30-D370-4466-83E8-53B40DAB5648}"/>
              </a:ext>
            </a:extLst>
          </p:cNvPr>
          <p:cNvSpPr/>
          <p:nvPr userDrawn="1"/>
        </p:nvSpPr>
        <p:spPr>
          <a:xfrm>
            <a:off x="96000" y="111627"/>
            <a:ext cx="12000000" cy="6492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noProof="0"/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90CAFA13-27D8-4ADD-9A85-02604CD513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27179" y="1555743"/>
            <a:ext cx="9934360" cy="4794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15" name="Table Placeholder 2">
            <a:extLst>
              <a:ext uri="{FF2B5EF4-FFF2-40B4-BE49-F238E27FC236}">
                <a16:creationId xmlns:a16="http://schemas.microsoft.com/office/drawing/2014/main" id="{C108A22A-9D8F-45A5-A8CB-62FB29E20A3F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1127182" y="2232487"/>
            <a:ext cx="9934521" cy="370476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Insert table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449A226-66BB-4603-ADC2-95FF86D6AC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E56182-C926-AC44-9416-9C4306A1A8A6}"/>
              </a:ext>
            </a:extLst>
          </p:cNvPr>
          <p:cNvSpPr/>
          <p:nvPr userDrawn="1"/>
        </p:nvSpPr>
        <p:spPr>
          <a:xfrm>
            <a:off x="610311" y="1259335"/>
            <a:ext cx="823380" cy="99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7E8077-ECB0-914E-A053-44B690D75BF6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3D585BD-8C9D-AB4A-969A-B02D8DE5CE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7" name="Title 13">
            <a:extLst>
              <a:ext uri="{FF2B5EF4-FFF2-40B4-BE49-F238E27FC236}">
                <a16:creationId xmlns:a16="http://schemas.microsoft.com/office/drawing/2014/main" id="{E2337CC9-1BDA-4A71-B8A6-2B21EE14DB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321" y="277913"/>
            <a:ext cx="10522800" cy="86177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28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This is the slide title </a:t>
            </a:r>
            <a:br>
              <a:rPr lang="en-US" noProof="0" dirty="0"/>
            </a:br>
            <a:r>
              <a:rPr lang="en-US" noProof="0" dirty="0"/>
              <a:t>in 2 lines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32E2FBDB-B230-42C8-9151-DFD6D1C6AF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52446737-61F8-47B5-9E60-989900CCF6A8}" type="datetime3">
              <a:rPr lang="en-US" smtClean="0"/>
              <a:t>3 November 2025</a:t>
            </a:fld>
            <a:endParaRPr lang="fr-FR" dirty="0"/>
          </a:p>
        </p:txBody>
      </p:sp>
      <p:grpSp>
        <p:nvGrpSpPr>
          <p:cNvPr id="19" name="Groupe 250">
            <a:extLst>
              <a:ext uri="{FF2B5EF4-FFF2-40B4-BE49-F238E27FC236}">
                <a16:creationId xmlns:a16="http://schemas.microsoft.com/office/drawing/2014/main" id="{F8F98C6B-4EF0-4D5E-B2AD-70956AC41E65}"/>
              </a:ext>
            </a:extLst>
          </p:cNvPr>
          <p:cNvGrpSpPr/>
          <p:nvPr userDrawn="1"/>
        </p:nvGrpSpPr>
        <p:grpSpPr>
          <a:xfrm>
            <a:off x="5456917" y="6670035"/>
            <a:ext cx="1278167" cy="125311"/>
            <a:chOff x="5629458" y="3655836"/>
            <a:chExt cx="2227432" cy="218376"/>
          </a:xfrm>
          <a:solidFill>
            <a:srgbClr val="5E6A71"/>
          </a:solidFill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FC4A2EB3-C118-4BC4-BBB4-053B21A8BD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975" y="3775689"/>
              <a:ext cx="61958" cy="55864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Rectangle 6">
              <a:extLst>
                <a:ext uri="{FF2B5EF4-FFF2-40B4-BE49-F238E27FC236}">
                  <a16:creationId xmlns:a16="http://schemas.microsoft.com/office/drawing/2014/main" id="{2E50AF44-0B6C-4045-9B6A-FB4CD88CC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662" y="3849835"/>
              <a:ext cx="284396" cy="2437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3C7186A6-8BEC-4AC4-9549-F3F1FE9D30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1195" y="3655836"/>
              <a:ext cx="77193" cy="62973"/>
            </a:xfrm>
            <a:custGeom>
              <a:avLst/>
              <a:gdLst>
                <a:gd name="T0" fmla="*/ 66 w 66"/>
                <a:gd name="T1" fmla="*/ 25 h 53"/>
                <a:gd name="T2" fmla="*/ 19 w 66"/>
                <a:gd name="T3" fmla="*/ 50 h 53"/>
                <a:gd name="T4" fmla="*/ 7 w 66"/>
                <a:gd name="T5" fmla="*/ 48 h 53"/>
                <a:gd name="T6" fmla="*/ 0 w 66"/>
                <a:gd name="T7" fmla="*/ 31 h 53"/>
                <a:gd name="T8" fmla="*/ 8 w 66"/>
                <a:gd name="T9" fmla="*/ 31 h 53"/>
                <a:gd name="T10" fmla="*/ 66 w 66"/>
                <a:gd name="T11" fmla="*/ 0 h 53"/>
                <a:gd name="T12" fmla="*/ 66 w 66"/>
                <a:gd name="T13" fmla="*/ 2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53">
                  <a:moveTo>
                    <a:pt x="66" y="25"/>
                  </a:moveTo>
                  <a:cubicBezTo>
                    <a:pt x="66" y="25"/>
                    <a:pt x="28" y="47"/>
                    <a:pt x="19" y="50"/>
                  </a:cubicBezTo>
                  <a:cubicBezTo>
                    <a:pt x="11" y="53"/>
                    <a:pt x="8" y="49"/>
                    <a:pt x="7" y="48"/>
                  </a:cubicBezTo>
                  <a:cubicBezTo>
                    <a:pt x="4" y="44"/>
                    <a:pt x="1" y="33"/>
                    <a:pt x="0" y="31"/>
                  </a:cubicBezTo>
                  <a:cubicBezTo>
                    <a:pt x="1" y="31"/>
                    <a:pt x="3" y="32"/>
                    <a:pt x="8" y="31"/>
                  </a:cubicBezTo>
                  <a:cubicBezTo>
                    <a:pt x="13" y="29"/>
                    <a:pt x="66" y="0"/>
                    <a:pt x="66" y="0"/>
                  </a:cubicBezTo>
                  <a:cubicBezTo>
                    <a:pt x="66" y="25"/>
                    <a:pt x="66" y="25"/>
                    <a:pt x="66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7D84DB15-8319-4019-BCBA-B075E83BE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458" y="3669040"/>
              <a:ext cx="318930" cy="18384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800E74A6-C66E-465A-A0C1-F3817069E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3550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5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9D02D6BA-0286-401F-9DF8-6BA4CFF767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8481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BFAA41C3-20F4-4C76-98C3-F7B4F736EB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4271" y="3696464"/>
              <a:ext cx="90398" cy="126963"/>
            </a:xfrm>
            <a:custGeom>
              <a:avLst/>
              <a:gdLst>
                <a:gd name="T0" fmla="*/ 0 w 77"/>
                <a:gd name="T1" fmla="*/ 83 h 107"/>
                <a:gd name="T2" fmla="*/ 0 w 77"/>
                <a:gd name="T3" fmla="*/ 24 h 107"/>
                <a:gd name="T4" fmla="*/ 75 w 77"/>
                <a:gd name="T5" fmla="*/ 24 h 107"/>
                <a:gd name="T6" fmla="*/ 75 w 77"/>
                <a:gd name="T7" fmla="*/ 37 h 107"/>
                <a:gd name="T8" fmla="*/ 18 w 77"/>
                <a:gd name="T9" fmla="*/ 37 h 107"/>
                <a:gd name="T10" fmla="*/ 18 w 77"/>
                <a:gd name="T11" fmla="*/ 57 h 107"/>
                <a:gd name="T12" fmla="*/ 70 w 77"/>
                <a:gd name="T13" fmla="*/ 57 h 107"/>
                <a:gd name="T14" fmla="*/ 70 w 77"/>
                <a:gd name="T15" fmla="*/ 70 h 107"/>
                <a:gd name="T16" fmla="*/ 18 w 77"/>
                <a:gd name="T17" fmla="*/ 70 h 107"/>
                <a:gd name="T18" fmla="*/ 18 w 77"/>
                <a:gd name="T19" fmla="*/ 83 h 107"/>
                <a:gd name="T20" fmla="*/ 28 w 77"/>
                <a:gd name="T21" fmla="*/ 93 h 107"/>
                <a:gd name="T22" fmla="*/ 77 w 77"/>
                <a:gd name="T23" fmla="*/ 93 h 107"/>
                <a:gd name="T24" fmla="*/ 77 w 77"/>
                <a:gd name="T25" fmla="*/ 107 h 107"/>
                <a:gd name="T26" fmla="*/ 24 w 77"/>
                <a:gd name="T27" fmla="*/ 107 h 107"/>
                <a:gd name="T28" fmla="*/ 0 w 77"/>
                <a:gd name="T29" fmla="*/ 83 h 107"/>
                <a:gd name="T30" fmla="*/ 57 w 77"/>
                <a:gd name="T31" fmla="*/ 0 h 107"/>
                <a:gd name="T32" fmla="*/ 43 w 77"/>
                <a:gd name="T33" fmla="*/ 15 h 107"/>
                <a:gd name="T34" fmla="*/ 28 w 77"/>
                <a:gd name="T35" fmla="*/ 15 h 107"/>
                <a:gd name="T36" fmla="*/ 39 w 77"/>
                <a:gd name="T37" fmla="*/ 0 h 107"/>
                <a:gd name="T38" fmla="*/ 57 w 77"/>
                <a:gd name="T39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" h="107">
                  <a:moveTo>
                    <a:pt x="0" y="83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90"/>
                    <a:pt x="21" y="93"/>
                    <a:pt x="28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107"/>
                    <a:pt x="77" y="107"/>
                    <a:pt x="77" y="107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9" y="107"/>
                    <a:pt x="0" y="98"/>
                    <a:pt x="0" y="83"/>
                  </a:cubicBezTo>
                  <a:close/>
                  <a:moveTo>
                    <a:pt x="57" y="0"/>
                  </a:moveTo>
                  <a:cubicBezTo>
                    <a:pt x="43" y="15"/>
                    <a:pt x="43" y="15"/>
                    <a:pt x="43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9" y="0"/>
                    <a:pt x="39" y="0"/>
                    <a:pt x="39" y="0"/>
                  </a:cubicBez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822DBA80-DFBB-4E7D-9278-60B1506E5C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7014" y="3724904"/>
              <a:ext cx="105633" cy="98523"/>
            </a:xfrm>
            <a:custGeom>
              <a:avLst/>
              <a:gdLst>
                <a:gd name="T0" fmla="*/ 0 w 90"/>
                <a:gd name="T1" fmla="*/ 0 h 83"/>
                <a:gd name="T2" fmla="*/ 37 w 90"/>
                <a:gd name="T3" fmla="*/ 0 h 83"/>
                <a:gd name="T4" fmla="*/ 90 w 90"/>
                <a:gd name="T5" fmla="*/ 41 h 83"/>
                <a:gd name="T6" fmla="*/ 37 w 90"/>
                <a:gd name="T7" fmla="*/ 83 h 83"/>
                <a:gd name="T8" fmla="*/ 0 w 90"/>
                <a:gd name="T9" fmla="*/ 83 h 83"/>
                <a:gd name="T10" fmla="*/ 0 w 90"/>
                <a:gd name="T11" fmla="*/ 0 h 83"/>
                <a:gd name="T12" fmla="*/ 38 w 90"/>
                <a:gd name="T13" fmla="*/ 69 h 83"/>
                <a:gd name="T14" fmla="*/ 71 w 90"/>
                <a:gd name="T15" fmla="*/ 41 h 83"/>
                <a:gd name="T16" fmla="*/ 38 w 90"/>
                <a:gd name="T17" fmla="*/ 13 h 83"/>
                <a:gd name="T18" fmla="*/ 17 w 90"/>
                <a:gd name="T19" fmla="*/ 13 h 83"/>
                <a:gd name="T20" fmla="*/ 17 w 90"/>
                <a:gd name="T21" fmla="*/ 69 h 83"/>
                <a:gd name="T22" fmla="*/ 38 w 90"/>
                <a:gd name="T23" fmla="*/ 6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3">
                  <a:moveTo>
                    <a:pt x="0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69" y="0"/>
                    <a:pt x="90" y="17"/>
                    <a:pt x="90" y="41"/>
                  </a:cubicBezTo>
                  <a:cubicBezTo>
                    <a:pt x="90" y="66"/>
                    <a:pt x="69" y="83"/>
                    <a:pt x="3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38" y="69"/>
                  </a:moveTo>
                  <a:cubicBezTo>
                    <a:pt x="58" y="69"/>
                    <a:pt x="71" y="58"/>
                    <a:pt x="71" y="41"/>
                  </a:cubicBezTo>
                  <a:cubicBezTo>
                    <a:pt x="71" y="25"/>
                    <a:pt x="58" y="13"/>
                    <a:pt x="3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69"/>
                    <a:pt x="17" y="69"/>
                    <a:pt x="17" y="69"/>
                  </a:cubicBezTo>
                  <a:lnTo>
                    <a:pt x="38" y="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9" name="Rectangle 13">
              <a:extLst>
                <a:ext uri="{FF2B5EF4-FFF2-40B4-BE49-F238E27FC236}">
                  <a16:creationId xmlns:a16="http://schemas.microsoft.com/office/drawing/2014/main" id="{06099F1A-CF17-40A2-A448-93086D9D5D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929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8735A0DA-711D-43ED-B037-B486399695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557" y="3724904"/>
              <a:ext cx="94460" cy="98523"/>
            </a:xfrm>
            <a:custGeom>
              <a:avLst/>
              <a:gdLst>
                <a:gd name="T0" fmla="*/ 0 w 93"/>
                <a:gd name="T1" fmla="*/ 15 h 97"/>
                <a:gd name="T2" fmla="*/ 0 w 93"/>
                <a:gd name="T3" fmla="*/ 0 h 97"/>
                <a:gd name="T4" fmla="*/ 93 w 93"/>
                <a:gd name="T5" fmla="*/ 0 h 97"/>
                <a:gd name="T6" fmla="*/ 93 w 93"/>
                <a:gd name="T7" fmla="*/ 15 h 97"/>
                <a:gd name="T8" fmla="*/ 56 w 93"/>
                <a:gd name="T9" fmla="*/ 15 h 97"/>
                <a:gd name="T10" fmla="*/ 56 w 93"/>
                <a:gd name="T11" fmla="*/ 97 h 97"/>
                <a:gd name="T12" fmla="*/ 36 w 93"/>
                <a:gd name="T13" fmla="*/ 97 h 97"/>
                <a:gd name="T14" fmla="*/ 36 w 93"/>
                <a:gd name="T15" fmla="*/ 15 h 97"/>
                <a:gd name="T16" fmla="*/ 0 w 93"/>
                <a:gd name="T17" fmla="*/ 1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97">
                  <a:moveTo>
                    <a:pt x="0" y="15"/>
                  </a:moveTo>
                  <a:lnTo>
                    <a:pt x="0" y="0"/>
                  </a:lnTo>
                  <a:lnTo>
                    <a:pt x="93" y="0"/>
                  </a:lnTo>
                  <a:lnTo>
                    <a:pt x="93" y="15"/>
                  </a:lnTo>
                  <a:lnTo>
                    <a:pt x="56" y="15"/>
                  </a:lnTo>
                  <a:lnTo>
                    <a:pt x="56" y="97"/>
                  </a:lnTo>
                  <a:lnTo>
                    <a:pt x="36" y="97"/>
                  </a:lnTo>
                  <a:lnTo>
                    <a:pt x="36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1" name="Freeform 15">
              <a:extLst>
                <a:ext uri="{FF2B5EF4-FFF2-40B4-BE49-F238E27FC236}">
                  <a16:creationId xmlns:a16="http://schemas.microsoft.com/office/drawing/2014/main" id="{4DC321C6-7F37-4ED4-878A-17D798D71D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70552" y="3724904"/>
              <a:ext cx="121884" cy="98523"/>
            </a:xfrm>
            <a:custGeom>
              <a:avLst/>
              <a:gdLst>
                <a:gd name="T0" fmla="*/ 85 w 120"/>
                <a:gd name="T1" fmla="*/ 73 h 97"/>
                <a:gd name="T2" fmla="*/ 32 w 120"/>
                <a:gd name="T3" fmla="*/ 73 h 97"/>
                <a:gd name="T4" fmla="*/ 21 w 120"/>
                <a:gd name="T5" fmla="*/ 97 h 97"/>
                <a:gd name="T6" fmla="*/ 0 w 120"/>
                <a:gd name="T7" fmla="*/ 97 h 97"/>
                <a:gd name="T8" fmla="*/ 50 w 120"/>
                <a:gd name="T9" fmla="*/ 0 h 97"/>
                <a:gd name="T10" fmla="*/ 70 w 120"/>
                <a:gd name="T11" fmla="*/ 0 h 97"/>
                <a:gd name="T12" fmla="*/ 120 w 120"/>
                <a:gd name="T13" fmla="*/ 97 h 97"/>
                <a:gd name="T14" fmla="*/ 97 w 120"/>
                <a:gd name="T15" fmla="*/ 97 h 97"/>
                <a:gd name="T16" fmla="*/ 85 w 120"/>
                <a:gd name="T17" fmla="*/ 73 h 97"/>
                <a:gd name="T18" fmla="*/ 77 w 120"/>
                <a:gd name="T19" fmla="*/ 58 h 97"/>
                <a:gd name="T20" fmla="*/ 59 w 120"/>
                <a:gd name="T21" fmla="*/ 20 h 97"/>
                <a:gd name="T22" fmla="*/ 40 w 120"/>
                <a:gd name="T23" fmla="*/ 58 h 97"/>
                <a:gd name="T24" fmla="*/ 77 w 120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7">
                  <a:moveTo>
                    <a:pt x="85" y="73"/>
                  </a:moveTo>
                  <a:lnTo>
                    <a:pt x="32" y="73"/>
                  </a:lnTo>
                  <a:lnTo>
                    <a:pt x="21" y="97"/>
                  </a:lnTo>
                  <a:lnTo>
                    <a:pt x="0" y="97"/>
                  </a:lnTo>
                  <a:lnTo>
                    <a:pt x="50" y="0"/>
                  </a:lnTo>
                  <a:lnTo>
                    <a:pt x="70" y="0"/>
                  </a:lnTo>
                  <a:lnTo>
                    <a:pt x="120" y="97"/>
                  </a:lnTo>
                  <a:lnTo>
                    <a:pt x="97" y="97"/>
                  </a:lnTo>
                  <a:lnTo>
                    <a:pt x="85" y="73"/>
                  </a:lnTo>
                  <a:close/>
                  <a:moveTo>
                    <a:pt x="77" y="58"/>
                  </a:moveTo>
                  <a:lnTo>
                    <a:pt x="59" y="20"/>
                  </a:lnTo>
                  <a:lnTo>
                    <a:pt x="40" y="58"/>
                  </a:lnTo>
                  <a:lnTo>
                    <a:pt x="77" y="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3" name="Freeform 16">
              <a:extLst>
                <a:ext uri="{FF2B5EF4-FFF2-40B4-BE49-F238E27FC236}">
                  <a16:creationId xmlns:a16="http://schemas.microsoft.com/office/drawing/2014/main" id="{CC32A53A-E2EB-44D7-A475-0862F80DD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498" y="3723888"/>
              <a:ext cx="108680" cy="100555"/>
            </a:xfrm>
            <a:custGeom>
              <a:avLst/>
              <a:gdLst>
                <a:gd name="T0" fmla="*/ 52 w 93"/>
                <a:gd name="T1" fmla="*/ 0 h 85"/>
                <a:gd name="T2" fmla="*/ 89 w 93"/>
                <a:gd name="T3" fmla="*/ 11 h 85"/>
                <a:gd name="T4" fmla="*/ 80 w 93"/>
                <a:gd name="T5" fmla="*/ 22 h 85"/>
                <a:gd name="T6" fmla="*/ 53 w 93"/>
                <a:gd name="T7" fmla="*/ 12 h 85"/>
                <a:gd name="T8" fmla="*/ 18 w 93"/>
                <a:gd name="T9" fmla="*/ 42 h 85"/>
                <a:gd name="T10" fmla="*/ 52 w 93"/>
                <a:gd name="T11" fmla="*/ 72 h 85"/>
                <a:gd name="T12" fmla="*/ 76 w 93"/>
                <a:gd name="T13" fmla="*/ 66 h 85"/>
                <a:gd name="T14" fmla="*/ 76 w 93"/>
                <a:gd name="T15" fmla="*/ 50 h 85"/>
                <a:gd name="T16" fmla="*/ 51 w 93"/>
                <a:gd name="T17" fmla="*/ 50 h 85"/>
                <a:gd name="T18" fmla="*/ 51 w 93"/>
                <a:gd name="T19" fmla="*/ 37 h 85"/>
                <a:gd name="T20" fmla="*/ 93 w 93"/>
                <a:gd name="T21" fmla="*/ 37 h 85"/>
                <a:gd name="T22" fmla="*/ 93 w 93"/>
                <a:gd name="T23" fmla="*/ 72 h 85"/>
                <a:gd name="T24" fmla="*/ 52 w 93"/>
                <a:gd name="T25" fmla="*/ 85 h 85"/>
                <a:gd name="T26" fmla="*/ 0 w 93"/>
                <a:gd name="T27" fmla="*/ 42 h 85"/>
                <a:gd name="T28" fmla="*/ 52 w 93"/>
                <a:gd name="T2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4"/>
                    <a:pt x="18" y="42"/>
                  </a:cubicBezTo>
                  <a:cubicBezTo>
                    <a:pt x="18" y="59"/>
                    <a:pt x="32" y="72"/>
                    <a:pt x="52" y="72"/>
                  </a:cubicBezTo>
                  <a:cubicBezTo>
                    <a:pt x="61" y="72"/>
                    <a:pt x="70" y="70"/>
                    <a:pt x="76" y="66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3" y="72"/>
                    <a:pt x="93" y="72"/>
                    <a:pt x="93" y="72"/>
                  </a:cubicBezTo>
                  <a:cubicBezTo>
                    <a:pt x="83" y="79"/>
                    <a:pt x="69" y="85"/>
                    <a:pt x="52" y="85"/>
                  </a:cubicBezTo>
                  <a:cubicBezTo>
                    <a:pt x="21" y="85"/>
                    <a:pt x="0" y="67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4" name="Freeform 17">
              <a:extLst>
                <a:ext uri="{FF2B5EF4-FFF2-40B4-BE49-F238E27FC236}">
                  <a16:creationId xmlns:a16="http://schemas.microsoft.com/office/drawing/2014/main" id="{6DB5DFEB-7EBA-4735-93DE-749A0B6795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9555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5" name="Rectangle 18">
              <a:extLst>
                <a:ext uri="{FF2B5EF4-FFF2-40B4-BE49-F238E27FC236}">
                  <a16:creationId xmlns:a16="http://schemas.microsoft.com/office/drawing/2014/main" id="{7F3E80AF-1A3A-4EC0-B806-D7E49A82D9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9408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6" name="Freeform 19">
              <a:extLst>
                <a:ext uri="{FF2B5EF4-FFF2-40B4-BE49-F238E27FC236}">
                  <a16:creationId xmlns:a16="http://schemas.microsoft.com/office/drawing/2014/main" id="{8EC0E67C-156A-45B1-A843-716A96F21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2067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8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8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4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7" name="Freeform 20">
              <a:extLst>
                <a:ext uri="{FF2B5EF4-FFF2-40B4-BE49-F238E27FC236}">
                  <a16:creationId xmlns:a16="http://schemas.microsoft.com/office/drawing/2014/main" id="{4B93D712-93E8-45F5-97F6-BBA3F0CF51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1763" y="3723888"/>
              <a:ext cx="123915" cy="100555"/>
            </a:xfrm>
            <a:custGeom>
              <a:avLst/>
              <a:gdLst>
                <a:gd name="T0" fmla="*/ 0 w 105"/>
                <a:gd name="T1" fmla="*/ 42 h 85"/>
                <a:gd name="T2" fmla="*/ 52 w 105"/>
                <a:gd name="T3" fmla="*/ 0 h 85"/>
                <a:gd name="T4" fmla="*/ 105 w 105"/>
                <a:gd name="T5" fmla="*/ 42 h 85"/>
                <a:gd name="T6" fmla="*/ 52 w 105"/>
                <a:gd name="T7" fmla="*/ 85 h 85"/>
                <a:gd name="T8" fmla="*/ 0 w 105"/>
                <a:gd name="T9" fmla="*/ 42 h 85"/>
                <a:gd name="T10" fmla="*/ 19 w 105"/>
                <a:gd name="T11" fmla="*/ 42 h 85"/>
                <a:gd name="T12" fmla="*/ 52 w 105"/>
                <a:gd name="T13" fmla="*/ 72 h 85"/>
                <a:gd name="T14" fmla="*/ 86 w 105"/>
                <a:gd name="T15" fmla="*/ 42 h 85"/>
                <a:gd name="T16" fmla="*/ 52 w 105"/>
                <a:gd name="T17" fmla="*/ 12 h 85"/>
                <a:gd name="T18" fmla="*/ 19 w 105"/>
                <a:gd name="T19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" h="85">
                  <a:moveTo>
                    <a:pt x="0" y="42"/>
                  </a:moveTo>
                  <a:cubicBezTo>
                    <a:pt x="0" y="19"/>
                    <a:pt x="22" y="0"/>
                    <a:pt x="52" y="0"/>
                  </a:cubicBezTo>
                  <a:cubicBezTo>
                    <a:pt x="83" y="0"/>
                    <a:pt x="105" y="19"/>
                    <a:pt x="105" y="42"/>
                  </a:cubicBezTo>
                  <a:cubicBezTo>
                    <a:pt x="105" y="66"/>
                    <a:pt x="83" y="85"/>
                    <a:pt x="52" y="85"/>
                  </a:cubicBezTo>
                  <a:cubicBezTo>
                    <a:pt x="22" y="85"/>
                    <a:pt x="0" y="66"/>
                    <a:pt x="0" y="42"/>
                  </a:cubicBezTo>
                  <a:close/>
                  <a:moveTo>
                    <a:pt x="19" y="42"/>
                  </a:moveTo>
                  <a:cubicBezTo>
                    <a:pt x="19" y="59"/>
                    <a:pt x="32" y="72"/>
                    <a:pt x="52" y="72"/>
                  </a:cubicBezTo>
                  <a:cubicBezTo>
                    <a:pt x="72" y="72"/>
                    <a:pt x="86" y="59"/>
                    <a:pt x="86" y="42"/>
                  </a:cubicBezTo>
                  <a:cubicBezTo>
                    <a:pt x="86" y="26"/>
                    <a:pt x="72" y="12"/>
                    <a:pt x="52" y="12"/>
                  </a:cubicBezTo>
                  <a:cubicBezTo>
                    <a:pt x="32" y="12"/>
                    <a:pt x="19" y="26"/>
                    <a:pt x="19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8" name="Freeform 21">
              <a:extLst>
                <a:ext uri="{FF2B5EF4-FFF2-40B4-BE49-F238E27FC236}">
                  <a16:creationId xmlns:a16="http://schemas.microsoft.com/office/drawing/2014/main" id="{753CB2A1-DF99-41D2-89E7-58DC859C6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1929" y="3724904"/>
              <a:ext cx="82272" cy="98523"/>
            </a:xfrm>
            <a:custGeom>
              <a:avLst/>
              <a:gdLst>
                <a:gd name="T0" fmla="*/ 0 w 81"/>
                <a:gd name="T1" fmla="*/ 0 h 97"/>
                <a:gd name="T2" fmla="*/ 20 w 81"/>
                <a:gd name="T3" fmla="*/ 0 h 97"/>
                <a:gd name="T4" fmla="*/ 20 w 81"/>
                <a:gd name="T5" fmla="*/ 81 h 97"/>
                <a:gd name="T6" fmla="*/ 81 w 81"/>
                <a:gd name="T7" fmla="*/ 81 h 97"/>
                <a:gd name="T8" fmla="*/ 81 w 81"/>
                <a:gd name="T9" fmla="*/ 97 h 97"/>
                <a:gd name="T10" fmla="*/ 0 w 81"/>
                <a:gd name="T11" fmla="*/ 97 h 97"/>
                <a:gd name="T12" fmla="*/ 0 w 81"/>
                <a:gd name="T13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97">
                  <a:moveTo>
                    <a:pt x="0" y="0"/>
                  </a:moveTo>
                  <a:lnTo>
                    <a:pt x="20" y="0"/>
                  </a:lnTo>
                  <a:lnTo>
                    <a:pt x="20" y="81"/>
                  </a:lnTo>
                  <a:lnTo>
                    <a:pt x="81" y="81"/>
                  </a:lnTo>
                  <a:lnTo>
                    <a:pt x="81" y="97"/>
                  </a:lnTo>
                  <a:lnTo>
                    <a:pt x="0" y="9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9" name="Freeform 22">
              <a:extLst>
                <a:ext uri="{FF2B5EF4-FFF2-40B4-BE49-F238E27FC236}">
                  <a16:creationId xmlns:a16="http://schemas.microsoft.com/office/drawing/2014/main" id="{37256F50-C377-464D-9051-1D3F0991BD4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4359" y="3724904"/>
              <a:ext cx="89382" cy="98523"/>
            </a:xfrm>
            <a:custGeom>
              <a:avLst/>
              <a:gdLst>
                <a:gd name="T0" fmla="*/ 0 w 76"/>
                <a:gd name="T1" fmla="*/ 59 h 83"/>
                <a:gd name="T2" fmla="*/ 0 w 76"/>
                <a:gd name="T3" fmla="*/ 0 h 83"/>
                <a:gd name="T4" fmla="*/ 75 w 76"/>
                <a:gd name="T5" fmla="*/ 0 h 83"/>
                <a:gd name="T6" fmla="*/ 75 w 76"/>
                <a:gd name="T7" fmla="*/ 13 h 83"/>
                <a:gd name="T8" fmla="*/ 18 w 76"/>
                <a:gd name="T9" fmla="*/ 13 h 83"/>
                <a:gd name="T10" fmla="*/ 18 w 76"/>
                <a:gd name="T11" fmla="*/ 33 h 83"/>
                <a:gd name="T12" fmla="*/ 70 w 76"/>
                <a:gd name="T13" fmla="*/ 33 h 83"/>
                <a:gd name="T14" fmla="*/ 70 w 76"/>
                <a:gd name="T15" fmla="*/ 46 h 83"/>
                <a:gd name="T16" fmla="*/ 18 w 76"/>
                <a:gd name="T17" fmla="*/ 46 h 83"/>
                <a:gd name="T18" fmla="*/ 18 w 76"/>
                <a:gd name="T19" fmla="*/ 59 h 83"/>
                <a:gd name="T20" fmla="*/ 28 w 76"/>
                <a:gd name="T21" fmla="*/ 69 h 83"/>
                <a:gd name="T22" fmla="*/ 76 w 76"/>
                <a:gd name="T23" fmla="*/ 69 h 83"/>
                <a:gd name="T24" fmla="*/ 76 w 76"/>
                <a:gd name="T25" fmla="*/ 83 h 83"/>
                <a:gd name="T26" fmla="*/ 24 w 76"/>
                <a:gd name="T27" fmla="*/ 83 h 83"/>
                <a:gd name="T28" fmla="*/ 0 w 76"/>
                <a:gd name="T29" fmla="*/ 5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83">
                  <a:moveTo>
                    <a:pt x="0" y="5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66"/>
                    <a:pt x="21" y="69"/>
                    <a:pt x="28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9" y="83"/>
                    <a:pt x="0" y="74"/>
                    <a:pt x="0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0" name="Freeform 23">
              <a:extLst>
                <a:ext uri="{FF2B5EF4-FFF2-40B4-BE49-F238E27FC236}">
                  <a16:creationId xmlns:a16="http://schemas.microsoft.com/office/drawing/2014/main" id="{2737C7A7-793E-4CE1-8523-63C64504F4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2651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5"/>
                    <a:pt x="18" y="42"/>
                  </a:cubicBezTo>
                  <a:cubicBezTo>
                    <a:pt x="18" y="60"/>
                    <a:pt x="34" y="72"/>
                    <a:pt x="53" y="72"/>
                  </a:cubicBezTo>
                  <a:cubicBezTo>
                    <a:pt x="65" y="72"/>
                    <a:pt x="73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1" name="Rectangle 24">
              <a:extLst>
                <a:ext uri="{FF2B5EF4-FFF2-40B4-BE49-F238E27FC236}">
                  <a16:creationId xmlns:a16="http://schemas.microsoft.com/office/drawing/2014/main" id="{505E64F2-093F-4593-A271-16613BBC22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6566" y="3724904"/>
              <a:ext cx="20314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42" name="Freeform 25">
              <a:extLst>
                <a:ext uri="{FF2B5EF4-FFF2-40B4-BE49-F238E27FC236}">
                  <a16:creationId xmlns:a16="http://schemas.microsoft.com/office/drawing/2014/main" id="{0D7661AF-E008-4226-A373-71F7CAA42C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6335" y="3724904"/>
              <a:ext cx="100555" cy="98523"/>
            </a:xfrm>
            <a:custGeom>
              <a:avLst/>
              <a:gdLst>
                <a:gd name="T0" fmla="*/ 86 w 86"/>
                <a:gd name="T1" fmla="*/ 59 h 83"/>
                <a:gd name="T2" fmla="*/ 51 w 86"/>
                <a:gd name="T3" fmla="*/ 83 h 83"/>
                <a:gd name="T4" fmla="*/ 0 w 86"/>
                <a:gd name="T5" fmla="*/ 83 h 83"/>
                <a:gd name="T6" fmla="*/ 0 w 86"/>
                <a:gd name="T7" fmla="*/ 0 h 83"/>
                <a:gd name="T8" fmla="*/ 48 w 86"/>
                <a:gd name="T9" fmla="*/ 0 h 83"/>
                <a:gd name="T10" fmla="*/ 82 w 86"/>
                <a:gd name="T11" fmla="*/ 23 h 83"/>
                <a:gd name="T12" fmla="*/ 69 w 86"/>
                <a:gd name="T13" fmla="*/ 40 h 83"/>
                <a:gd name="T14" fmla="*/ 86 w 86"/>
                <a:gd name="T15" fmla="*/ 59 h 83"/>
                <a:gd name="T16" fmla="*/ 17 w 86"/>
                <a:gd name="T17" fmla="*/ 13 h 83"/>
                <a:gd name="T18" fmla="*/ 17 w 86"/>
                <a:gd name="T19" fmla="*/ 34 h 83"/>
                <a:gd name="T20" fmla="*/ 47 w 86"/>
                <a:gd name="T21" fmla="*/ 34 h 83"/>
                <a:gd name="T22" fmla="*/ 63 w 86"/>
                <a:gd name="T23" fmla="*/ 24 h 83"/>
                <a:gd name="T24" fmla="*/ 46 w 86"/>
                <a:gd name="T25" fmla="*/ 13 h 83"/>
                <a:gd name="T26" fmla="*/ 17 w 86"/>
                <a:gd name="T27" fmla="*/ 13 h 83"/>
                <a:gd name="T28" fmla="*/ 67 w 86"/>
                <a:gd name="T29" fmla="*/ 58 h 83"/>
                <a:gd name="T30" fmla="*/ 50 w 86"/>
                <a:gd name="T31" fmla="*/ 47 h 83"/>
                <a:gd name="T32" fmla="*/ 17 w 86"/>
                <a:gd name="T33" fmla="*/ 47 h 83"/>
                <a:gd name="T34" fmla="*/ 17 w 86"/>
                <a:gd name="T35" fmla="*/ 69 h 83"/>
                <a:gd name="T36" fmla="*/ 50 w 86"/>
                <a:gd name="T37" fmla="*/ 69 h 83"/>
                <a:gd name="T38" fmla="*/ 67 w 86"/>
                <a:gd name="T39" fmla="*/ 5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" h="83">
                  <a:moveTo>
                    <a:pt x="86" y="59"/>
                  </a:moveTo>
                  <a:cubicBezTo>
                    <a:pt x="86" y="74"/>
                    <a:pt x="70" y="83"/>
                    <a:pt x="51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7" y="0"/>
                    <a:pt x="82" y="8"/>
                    <a:pt x="82" y="23"/>
                  </a:cubicBezTo>
                  <a:cubicBezTo>
                    <a:pt x="82" y="31"/>
                    <a:pt x="77" y="37"/>
                    <a:pt x="69" y="40"/>
                  </a:cubicBezTo>
                  <a:cubicBezTo>
                    <a:pt x="79" y="43"/>
                    <a:pt x="86" y="49"/>
                    <a:pt x="86" y="59"/>
                  </a:cubicBezTo>
                  <a:close/>
                  <a:moveTo>
                    <a:pt x="17" y="13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57" y="34"/>
                    <a:pt x="63" y="31"/>
                    <a:pt x="63" y="24"/>
                  </a:cubicBezTo>
                  <a:cubicBezTo>
                    <a:pt x="63" y="17"/>
                    <a:pt x="57" y="13"/>
                    <a:pt x="46" y="13"/>
                  </a:cubicBezTo>
                  <a:lnTo>
                    <a:pt x="17" y="13"/>
                  </a:lnTo>
                  <a:close/>
                  <a:moveTo>
                    <a:pt x="67" y="58"/>
                  </a:moveTo>
                  <a:cubicBezTo>
                    <a:pt x="67" y="51"/>
                    <a:pt x="60" y="47"/>
                    <a:pt x="50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60" y="69"/>
                    <a:pt x="67" y="65"/>
                    <a:pt x="67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96503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1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4DE7AB2-C3B4-574D-BB21-F93C94C2A51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016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200" noProof="0" dirty="0"/>
          </a:p>
        </p:txBody>
      </p:sp>
      <p:sp>
        <p:nvSpPr>
          <p:cNvPr id="4" name="Rectangle 3">
            <a:hlinkClick r:id="rId2"/>
            <a:extLst>
              <a:ext uri="{FF2B5EF4-FFF2-40B4-BE49-F238E27FC236}">
                <a16:creationId xmlns:a16="http://schemas.microsoft.com/office/drawing/2014/main" id="{9DA1E35E-3C7C-474F-A2B0-A61B63018DE9}"/>
              </a:ext>
            </a:extLst>
          </p:cNvPr>
          <p:cNvSpPr/>
          <p:nvPr userDrawn="1"/>
        </p:nvSpPr>
        <p:spPr>
          <a:xfrm>
            <a:off x="11268891" y="5939246"/>
            <a:ext cx="696686" cy="698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Graphic 7">
            <a:hlinkClick r:id="rId2"/>
            <a:extLst>
              <a:ext uri="{FF2B5EF4-FFF2-40B4-BE49-F238E27FC236}">
                <a16:creationId xmlns:a16="http://schemas.microsoft.com/office/drawing/2014/main" id="{45712230-B5C0-46A2-86F4-B670415CCC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6786" y="5977999"/>
            <a:ext cx="620896" cy="620896"/>
          </a:xfrm>
          <a:prstGeom prst="rect">
            <a:avLst/>
          </a:prstGeom>
        </p:spPr>
      </p:pic>
      <p:grpSp>
        <p:nvGrpSpPr>
          <p:cNvPr id="53" name="Groupe 10">
            <a:extLst>
              <a:ext uri="{FF2B5EF4-FFF2-40B4-BE49-F238E27FC236}">
                <a16:creationId xmlns:a16="http://schemas.microsoft.com/office/drawing/2014/main" id="{26C32C2B-2F72-4298-AFCC-4A885603A844}"/>
              </a:ext>
            </a:extLst>
          </p:cNvPr>
          <p:cNvGrpSpPr/>
          <p:nvPr userDrawn="1"/>
        </p:nvGrpSpPr>
        <p:grpSpPr>
          <a:xfrm>
            <a:off x="4452935" y="3236399"/>
            <a:ext cx="3286131" cy="385201"/>
            <a:chOff x="795669" y="2740365"/>
            <a:chExt cx="2227927" cy="261158"/>
          </a:xfrm>
        </p:grpSpPr>
        <p:sp>
          <p:nvSpPr>
            <p:cNvPr id="54" name="Freeform 84">
              <a:extLst>
                <a:ext uri="{FF2B5EF4-FFF2-40B4-BE49-F238E27FC236}">
                  <a16:creationId xmlns:a16="http://schemas.microsoft.com/office/drawing/2014/main" id="{969DCB4D-2D7A-4498-9311-15521C9E6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650" y="2937967"/>
              <a:ext cx="65867" cy="63556"/>
            </a:xfrm>
            <a:custGeom>
              <a:avLst/>
              <a:gdLst>
                <a:gd name="T0" fmla="*/ 29 w 50"/>
                <a:gd name="T1" fmla="*/ 0 h 47"/>
                <a:gd name="T2" fmla="*/ 49 w 50"/>
                <a:gd name="T3" fmla="*/ 6 h 47"/>
                <a:gd name="T4" fmla="*/ 44 w 50"/>
                <a:gd name="T5" fmla="*/ 12 h 47"/>
                <a:gd name="T6" fmla="*/ 29 w 50"/>
                <a:gd name="T7" fmla="*/ 7 h 47"/>
                <a:gd name="T8" fmla="*/ 10 w 50"/>
                <a:gd name="T9" fmla="*/ 24 h 47"/>
                <a:gd name="T10" fmla="*/ 29 w 50"/>
                <a:gd name="T11" fmla="*/ 40 h 47"/>
                <a:gd name="T12" fmla="*/ 45 w 50"/>
                <a:gd name="T13" fmla="*/ 35 h 47"/>
                <a:gd name="T14" fmla="*/ 50 w 50"/>
                <a:gd name="T15" fmla="*/ 41 h 47"/>
                <a:gd name="T16" fmla="*/ 29 w 50"/>
                <a:gd name="T17" fmla="*/ 47 h 47"/>
                <a:gd name="T18" fmla="*/ 0 w 50"/>
                <a:gd name="T19" fmla="*/ 23 h 47"/>
                <a:gd name="T20" fmla="*/ 29 w 50"/>
                <a:gd name="T2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7">
                  <a:moveTo>
                    <a:pt x="29" y="0"/>
                  </a:moveTo>
                  <a:cubicBezTo>
                    <a:pt x="36" y="0"/>
                    <a:pt x="43" y="2"/>
                    <a:pt x="49" y="6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0" y="9"/>
                    <a:pt x="36" y="7"/>
                    <a:pt x="29" y="7"/>
                  </a:cubicBezTo>
                  <a:cubicBezTo>
                    <a:pt x="19" y="7"/>
                    <a:pt x="10" y="14"/>
                    <a:pt x="10" y="24"/>
                  </a:cubicBezTo>
                  <a:cubicBezTo>
                    <a:pt x="10" y="33"/>
                    <a:pt x="19" y="40"/>
                    <a:pt x="29" y="40"/>
                  </a:cubicBezTo>
                  <a:cubicBezTo>
                    <a:pt x="36" y="40"/>
                    <a:pt x="40" y="38"/>
                    <a:pt x="45" y="35"/>
                  </a:cubicBezTo>
                  <a:cubicBezTo>
                    <a:pt x="50" y="41"/>
                    <a:pt x="50" y="41"/>
                    <a:pt x="50" y="41"/>
                  </a:cubicBezTo>
                  <a:cubicBezTo>
                    <a:pt x="44" y="45"/>
                    <a:pt x="36" y="47"/>
                    <a:pt x="29" y="47"/>
                  </a:cubicBezTo>
                  <a:cubicBezTo>
                    <a:pt x="14" y="47"/>
                    <a:pt x="0" y="38"/>
                    <a:pt x="0" y="23"/>
                  </a:cubicBezTo>
                  <a:cubicBezTo>
                    <a:pt x="0" y="8"/>
                    <a:pt x="14" y="0"/>
                    <a:pt x="29" y="0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5" name="Freeform 85">
              <a:extLst>
                <a:ext uri="{FF2B5EF4-FFF2-40B4-BE49-F238E27FC236}">
                  <a16:creationId xmlns:a16="http://schemas.microsoft.com/office/drawing/2014/main" id="{6C46191C-F868-4EB7-A7DB-71F248735C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19140" y="2937967"/>
              <a:ext cx="77423" cy="63556"/>
            </a:xfrm>
            <a:custGeom>
              <a:avLst/>
              <a:gdLst>
                <a:gd name="T0" fmla="*/ 0 w 58"/>
                <a:gd name="T1" fmla="*/ 24 h 47"/>
                <a:gd name="T2" fmla="*/ 29 w 58"/>
                <a:gd name="T3" fmla="*/ 0 h 47"/>
                <a:gd name="T4" fmla="*/ 58 w 58"/>
                <a:gd name="T5" fmla="*/ 24 h 47"/>
                <a:gd name="T6" fmla="*/ 29 w 58"/>
                <a:gd name="T7" fmla="*/ 47 h 47"/>
                <a:gd name="T8" fmla="*/ 0 w 58"/>
                <a:gd name="T9" fmla="*/ 24 h 47"/>
                <a:gd name="T10" fmla="*/ 10 w 58"/>
                <a:gd name="T11" fmla="*/ 24 h 47"/>
                <a:gd name="T12" fmla="*/ 29 w 58"/>
                <a:gd name="T13" fmla="*/ 40 h 47"/>
                <a:gd name="T14" fmla="*/ 48 w 58"/>
                <a:gd name="T15" fmla="*/ 24 h 47"/>
                <a:gd name="T16" fmla="*/ 29 w 58"/>
                <a:gd name="T17" fmla="*/ 7 h 47"/>
                <a:gd name="T18" fmla="*/ 10 w 58"/>
                <a:gd name="T19" fmla="*/ 24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47">
                  <a:moveTo>
                    <a:pt x="0" y="24"/>
                  </a:moveTo>
                  <a:cubicBezTo>
                    <a:pt x="0" y="11"/>
                    <a:pt x="12" y="0"/>
                    <a:pt x="29" y="0"/>
                  </a:cubicBezTo>
                  <a:cubicBezTo>
                    <a:pt x="46" y="0"/>
                    <a:pt x="58" y="11"/>
                    <a:pt x="58" y="24"/>
                  </a:cubicBezTo>
                  <a:cubicBezTo>
                    <a:pt x="58" y="37"/>
                    <a:pt x="46" y="47"/>
                    <a:pt x="29" y="47"/>
                  </a:cubicBezTo>
                  <a:cubicBezTo>
                    <a:pt x="12" y="47"/>
                    <a:pt x="0" y="37"/>
                    <a:pt x="0" y="24"/>
                  </a:cubicBezTo>
                  <a:close/>
                  <a:moveTo>
                    <a:pt x="10" y="24"/>
                  </a:moveTo>
                  <a:cubicBezTo>
                    <a:pt x="10" y="33"/>
                    <a:pt x="18" y="40"/>
                    <a:pt x="29" y="40"/>
                  </a:cubicBezTo>
                  <a:cubicBezTo>
                    <a:pt x="40" y="40"/>
                    <a:pt x="48" y="33"/>
                    <a:pt x="48" y="24"/>
                  </a:cubicBezTo>
                  <a:cubicBezTo>
                    <a:pt x="48" y="14"/>
                    <a:pt x="40" y="7"/>
                    <a:pt x="29" y="7"/>
                  </a:cubicBezTo>
                  <a:cubicBezTo>
                    <a:pt x="18" y="7"/>
                    <a:pt x="10" y="14"/>
                    <a:pt x="10" y="24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6" name="Freeform 86">
              <a:extLst>
                <a:ext uri="{FF2B5EF4-FFF2-40B4-BE49-F238E27FC236}">
                  <a16:creationId xmlns:a16="http://schemas.microsoft.com/office/drawing/2014/main" id="{B3DC90EA-B038-452D-8037-C81AA03E65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06962" y="2939122"/>
              <a:ext cx="62400" cy="61245"/>
            </a:xfrm>
            <a:custGeom>
              <a:avLst/>
              <a:gdLst>
                <a:gd name="T0" fmla="*/ 0 w 47"/>
                <a:gd name="T1" fmla="*/ 0 h 45"/>
                <a:gd name="T2" fmla="*/ 24 w 47"/>
                <a:gd name="T3" fmla="*/ 0 h 45"/>
                <a:gd name="T4" fmla="*/ 45 w 47"/>
                <a:gd name="T5" fmla="*/ 14 h 45"/>
                <a:gd name="T6" fmla="*/ 32 w 47"/>
                <a:gd name="T7" fmla="*/ 28 h 45"/>
                <a:gd name="T8" fmla="*/ 47 w 47"/>
                <a:gd name="T9" fmla="*/ 45 h 45"/>
                <a:gd name="T10" fmla="*/ 35 w 47"/>
                <a:gd name="T11" fmla="*/ 45 h 45"/>
                <a:gd name="T12" fmla="*/ 22 w 47"/>
                <a:gd name="T13" fmla="*/ 29 h 45"/>
                <a:gd name="T14" fmla="*/ 10 w 47"/>
                <a:gd name="T15" fmla="*/ 29 h 45"/>
                <a:gd name="T16" fmla="*/ 10 w 47"/>
                <a:gd name="T17" fmla="*/ 45 h 45"/>
                <a:gd name="T18" fmla="*/ 0 w 47"/>
                <a:gd name="T19" fmla="*/ 45 h 45"/>
                <a:gd name="T20" fmla="*/ 0 w 47"/>
                <a:gd name="T21" fmla="*/ 0 h 45"/>
                <a:gd name="T22" fmla="*/ 24 w 47"/>
                <a:gd name="T23" fmla="*/ 22 h 45"/>
                <a:gd name="T24" fmla="*/ 35 w 47"/>
                <a:gd name="T25" fmla="*/ 14 h 45"/>
                <a:gd name="T26" fmla="*/ 24 w 47"/>
                <a:gd name="T27" fmla="*/ 7 h 45"/>
                <a:gd name="T28" fmla="*/ 10 w 47"/>
                <a:gd name="T29" fmla="*/ 7 h 45"/>
                <a:gd name="T30" fmla="*/ 10 w 47"/>
                <a:gd name="T31" fmla="*/ 22 h 45"/>
                <a:gd name="T32" fmla="*/ 24 w 47"/>
                <a:gd name="T33" fmla="*/ 2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" h="45">
                  <a:moveTo>
                    <a:pt x="0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36" y="0"/>
                    <a:pt x="45" y="4"/>
                    <a:pt x="45" y="14"/>
                  </a:cubicBezTo>
                  <a:cubicBezTo>
                    <a:pt x="45" y="22"/>
                    <a:pt x="39" y="26"/>
                    <a:pt x="32" y="28"/>
                  </a:cubicBezTo>
                  <a:cubicBezTo>
                    <a:pt x="47" y="45"/>
                    <a:pt x="47" y="45"/>
                    <a:pt x="47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0" y="45"/>
                    <a:pt x="0" y="45"/>
                    <a:pt x="0" y="45"/>
                  </a:cubicBezTo>
                  <a:lnTo>
                    <a:pt x="0" y="0"/>
                  </a:lnTo>
                  <a:close/>
                  <a:moveTo>
                    <a:pt x="24" y="22"/>
                  </a:moveTo>
                  <a:cubicBezTo>
                    <a:pt x="31" y="22"/>
                    <a:pt x="35" y="19"/>
                    <a:pt x="35" y="14"/>
                  </a:cubicBezTo>
                  <a:cubicBezTo>
                    <a:pt x="35" y="10"/>
                    <a:pt x="31" y="7"/>
                    <a:pt x="24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22"/>
                    <a:pt x="10" y="22"/>
                    <a:pt x="10" y="22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7" name="Freeform 87">
              <a:extLst>
                <a:ext uri="{FF2B5EF4-FFF2-40B4-BE49-F238E27FC236}">
                  <a16:creationId xmlns:a16="http://schemas.microsoft.com/office/drawing/2014/main" id="{CEE57752-86CB-4305-987D-0B4BC76134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82074" y="2939122"/>
              <a:ext cx="61245" cy="61245"/>
            </a:xfrm>
            <a:custGeom>
              <a:avLst/>
              <a:gdLst>
                <a:gd name="T0" fmla="*/ 0 w 46"/>
                <a:gd name="T1" fmla="*/ 0 h 45"/>
                <a:gd name="T2" fmla="*/ 25 w 46"/>
                <a:gd name="T3" fmla="*/ 0 h 45"/>
                <a:gd name="T4" fmla="*/ 46 w 46"/>
                <a:gd name="T5" fmla="*/ 15 h 45"/>
                <a:gd name="T6" fmla="*/ 25 w 46"/>
                <a:gd name="T7" fmla="*/ 32 h 45"/>
                <a:gd name="T8" fmla="*/ 10 w 46"/>
                <a:gd name="T9" fmla="*/ 32 h 45"/>
                <a:gd name="T10" fmla="*/ 10 w 46"/>
                <a:gd name="T11" fmla="*/ 45 h 45"/>
                <a:gd name="T12" fmla="*/ 0 w 46"/>
                <a:gd name="T13" fmla="*/ 45 h 45"/>
                <a:gd name="T14" fmla="*/ 0 w 46"/>
                <a:gd name="T15" fmla="*/ 0 h 45"/>
                <a:gd name="T16" fmla="*/ 25 w 46"/>
                <a:gd name="T17" fmla="*/ 24 h 45"/>
                <a:gd name="T18" fmla="*/ 36 w 46"/>
                <a:gd name="T19" fmla="*/ 15 h 45"/>
                <a:gd name="T20" fmla="*/ 24 w 46"/>
                <a:gd name="T21" fmla="*/ 7 h 45"/>
                <a:gd name="T22" fmla="*/ 10 w 46"/>
                <a:gd name="T23" fmla="*/ 7 h 45"/>
                <a:gd name="T24" fmla="*/ 10 w 46"/>
                <a:gd name="T25" fmla="*/ 24 h 45"/>
                <a:gd name="T26" fmla="*/ 25 w 46"/>
                <a:gd name="T27" fmla="*/ 24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6" h="45">
                  <a:moveTo>
                    <a:pt x="0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37" y="0"/>
                    <a:pt x="46" y="5"/>
                    <a:pt x="46" y="15"/>
                  </a:cubicBezTo>
                  <a:cubicBezTo>
                    <a:pt x="46" y="26"/>
                    <a:pt x="37" y="32"/>
                    <a:pt x="25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0" y="45"/>
                    <a:pt x="0" y="45"/>
                    <a:pt x="0" y="45"/>
                  </a:cubicBezTo>
                  <a:lnTo>
                    <a:pt x="0" y="0"/>
                  </a:lnTo>
                  <a:close/>
                  <a:moveTo>
                    <a:pt x="25" y="24"/>
                  </a:moveTo>
                  <a:cubicBezTo>
                    <a:pt x="31" y="24"/>
                    <a:pt x="36" y="21"/>
                    <a:pt x="36" y="15"/>
                  </a:cubicBezTo>
                  <a:cubicBezTo>
                    <a:pt x="36" y="10"/>
                    <a:pt x="32" y="7"/>
                    <a:pt x="24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24"/>
                    <a:pt x="10" y="24"/>
                    <a:pt x="10" y="24"/>
                  </a:cubicBezTo>
                  <a:lnTo>
                    <a:pt x="25" y="24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8" name="Freeform 88">
              <a:extLst>
                <a:ext uri="{FF2B5EF4-FFF2-40B4-BE49-F238E27FC236}">
                  <a16:creationId xmlns:a16="http://schemas.microsoft.com/office/drawing/2014/main" id="{4BEF1279-D07B-47EF-986D-C8B19C13F6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46785" y="2937967"/>
              <a:ext cx="77423" cy="63556"/>
            </a:xfrm>
            <a:custGeom>
              <a:avLst/>
              <a:gdLst>
                <a:gd name="T0" fmla="*/ 0 w 58"/>
                <a:gd name="T1" fmla="*/ 24 h 47"/>
                <a:gd name="T2" fmla="*/ 29 w 58"/>
                <a:gd name="T3" fmla="*/ 0 h 47"/>
                <a:gd name="T4" fmla="*/ 58 w 58"/>
                <a:gd name="T5" fmla="*/ 24 h 47"/>
                <a:gd name="T6" fmla="*/ 29 w 58"/>
                <a:gd name="T7" fmla="*/ 47 h 47"/>
                <a:gd name="T8" fmla="*/ 0 w 58"/>
                <a:gd name="T9" fmla="*/ 24 h 47"/>
                <a:gd name="T10" fmla="*/ 10 w 58"/>
                <a:gd name="T11" fmla="*/ 24 h 47"/>
                <a:gd name="T12" fmla="*/ 29 w 58"/>
                <a:gd name="T13" fmla="*/ 40 h 47"/>
                <a:gd name="T14" fmla="*/ 48 w 58"/>
                <a:gd name="T15" fmla="*/ 24 h 47"/>
                <a:gd name="T16" fmla="*/ 29 w 58"/>
                <a:gd name="T17" fmla="*/ 7 h 47"/>
                <a:gd name="T18" fmla="*/ 10 w 58"/>
                <a:gd name="T19" fmla="*/ 24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47">
                  <a:moveTo>
                    <a:pt x="0" y="24"/>
                  </a:moveTo>
                  <a:cubicBezTo>
                    <a:pt x="0" y="11"/>
                    <a:pt x="12" y="0"/>
                    <a:pt x="29" y="0"/>
                  </a:cubicBezTo>
                  <a:cubicBezTo>
                    <a:pt x="46" y="0"/>
                    <a:pt x="58" y="11"/>
                    <a:pt x="58" y="24"/>
                  </a:cubicBezTo>
                  <a:cubicBezTo>
                    <a:pt x="58" y="37"/>
                    <a:pt x="46" y="47"/>
                    <a:pt x="29" y="47"/>
                  </a:cubicBezTo>
                  <a:cubicBezTo>
                    <a:pt x="12" y="47"/>
                    <a:pt x="0" y="37"/>
                    <a:pt x="0" y="24"/>
                  </a:cubicBezTo>
                  <a:close/>
                  <a:moveTo>
                    <a:pt x="10" y="24"/>
                  </a:moveTo>
                  <a:cubicBezTo>
                    <a:pt x="10" y="33"/>
                    <a:pt x="18" y="40"/>
                    <a:pt x="29" y="40"/>
                  </a:cubicBezTo>
                  <a:cubicBezTo>
                    <a:pt x="40" y="40"/>
                    <a:pt x="48" y="33"/>
                    <a:pt x="48" y="24"/>
                  </a:cubicBezTo>
                  <a:cubicBezTo>
                    <a:pt x="48" y="14"/>
                    <a:pt x="40" y="7"/>
                    <a:pt x="29" y="7"/>
                  </a:cubicBezTo>
                  <a:cubicBezTo>
                    <a:pt x="18" y="7"/>
                    <a:pt x="10" y="14"/>
                    <a:pt x="10" y="24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9" name="Freeform 89">
              <a:extLst>
                <a:ext uri="{FF2B5EF4-FFF2-40B4-BE49-F238E27FC236}">
                  <a16:creationId xmlns:a16="http://schemas.microsoft.com/office/drawing/2014/main" id="{55C39E9A-ED88-4744-A9A7-254CDCEBD6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36919" y="2939122"/>
              <a:ext cx="61245" cy="61245"/>
            </a:xfrm>
            <a:custGeom>
              <a:avLst/>
              <a:gdLst>
                <a:gd name="T0" fmla="*/ 0 w 46"/>
                <a:gd name="T1" fmla="*/ 0 h 45"/>
                <a:gd name="T2" fmla="*/ 24 w 46"/>
                <a:gd name="T3" fmla="*/ 0 h 45"/>
                <a:gd name="T4" fmla="*/ 45 w 46"/>
                <a:gd name="T5" fmla="*/ 14 h 45"/>
                <a:gd name="T6" fmla="*/ 32 w 46"/>
                <a:gd name="T7" fmla="*/ 28 h 45"/>
                <a:gd name="T8" fmla="*/ 46 w 46"/>
                <a:gd name="T9" fmla="*/ 45 h 45"/>
                <a:gd name="T10" fmla="*/ 35 w 46"/>
                <a:gd name="T11" fmla="*/ 45 h 45"/>
                <a:gd name="T12" fmla="*/ 22 w 46"/>
                <a:gd name="T13" fmla="*/ 29 h 45"/>
                <a:gd name="T14" fmla="*/ 9 w 46"/>
                <a:gd name="T15" fmla="*/ 29 h 45"/>
                <a:gd name="T16" fmla="*/ 9 w 46"/>
                <a:gd name="T17" fmla="*/ 45 h 45"/>
                <a:gd name="T18" fmla="*/ 0 w 46"/>
                <a:gd name="T19" fmla="*/ 45 h 45"/>
                <a:gd name="T20" fmla="*/ 0 w 46"/>
                <a:gd name="T21" fmla="*/ 0 h 45"/>
                <a:gd name="T22" fmla="*/ 24 w 46"/>
                <a:gd name="T23" fmla="*/ 22 h 45"/>
                <a:gd name="T24" fmla="*/ 35 w 46"/>
                <a:gd name="T25" fmla="*/ 14 h 45"/>
                <a:gd name="T26" fmla="*/ 24 w 46"/>
                <a:gd name="T27" fmla="*/ 7 h 45"/>
                <a:gd name="T28" fmla="*/ 9 w 46"/>
                <a:gd name="T29" fmla="*/ 7 h 45"/>
                <a:gd name="T30" fmla="*/ 9 w 46"/>
                <a:gd name="T31" fmla="*/ 22 h 45"/>
                <a:gd name="T32" fmla="*/ 24 w 46"/>
                <a:gd name="T33" fmla="*/ 2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45">
                  <a:moveTo>
                    <a:pt x="0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36" y="0"/>
                    <a:pt x="45" y="4"/>
                    <a:pt x="45" y="14"/>
                  </a:cubicBezTo>
                  <a:cubicBezTo>
                    <a:pt x="45" y="22"/>
                    <a:pt x="39" y="26"/>
                    <a:pt x="32" y="28"/>
                  </a:cubicBezTo>
                  <a:cubicBezTo>
                    <a:pt x="46" y="45"/>
                    <a:pt x="46" y="45"/>
                    <a:pt x="46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0" y="45"/>
                    <a:pt x="0" y="45"/>
                    <a:pt x="0" y="45"/>
                  </a:cubicBezTo>
                  <a:lnTo>
                    <a:pt x="0" y="0"/>
                  </a:lnTo>
                  <a:close/>
                  <a:moveTo>
                    <a:pt x="24" y="22"/>
                  </a:moveTo>
                  <a:cubicBezTo>
                    <a:pt x="30" y="22"/>
                    <a:pt x="35" y="19"/>
                    <a:pt x="35" y="14"/>
                  </a:cubicBezTo>
                  <a:cubicBezTo>
                    <a:pt x="35" y="10"/>
                    <a:pt x="31" y="7"/>
                    <a:pt x="24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22"/>
                    <a:pt x="9" y="22"/>
                    <a:pt x="9" y="22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0" name="Freeform 90">
              <a:extLst>
                <a:ext uri="{FF2B5EF4-FFF2-40B4-BE49-F238E27FC236}">
                  <a16:creationId xmlns:a16="http://schemas.microsoft.com/office/drawing/2014/main" id="{4C108794-F94E-4164-A9DE-8AB8F39E32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1631" y="2939122"/>
              <a:ext cx="76267" cy="61245"/>
            </a:xfrm>
            <a:custGeom>
              <a:avLst/>
              <a:gdLst>
                <a:gd name="T0" fmla="*/ 47 w 66"/>
                <a:gd name="T1" fmla="*/ 40 h 53"/>
                <a:gd name="T2" fmla="*/ 18 w 66"/>
                <a:gd name="T3" fmla="*/ 40 h 53"/>
                <a:gd name="T4" fmla="*/ 12 w 66"/>
                <a:gd name="T5" fmla="*/ 53 h 53"/>
                <a:gd name="T6" fmla="*/ 0 w 66"/>
                <a:gd name="T7" fmla="*/ 53 h 53"/>
                <a:gd name="T8" fmla="*/ 28 w 66"/>
                <a:gd name="T9" fmla="*/ 0 h 53"/>
                <a:gd name="T10" fmla="*/ 40 w 66"/>
                <a:gd name="T11" fmla="*/ 0 h 53"/>
                <a:gd name="T12" fmla="*/ 66 w 66"/>
                <a:gd name="T13" fmla="*/ 53 h 53"/>
                <a:gd name="T14" fmla="*/ 53 w 66"/>
                <a:gd name="T15" fmla="*/ 53 h 53"/>
                <a:gd name="T16" fmla="*/ 47 w 66"/>
                <a:gd name="T17" fmla="*/ 40 h 53"/>
                <a:gd name="T18" fmla="*/ 43 w 66"/>
                <a:gd name="T19" fmla="*/ 32 h 53"/>
                <a:gd name="T20" fmla="*/ 33 w 66"/>
                <a:gd name="T21" fmla="*/ 11 h 53"/>
                <a:gd name="T22" fmla="*/ 22 w 66"/>
                <a:gd name="T23" fmla="*/ 32 h 53"/>
                <a:gd name="T24" fmla="*/ 43 w 66"/>
                <a:gd name="T25" fmla="*/ 3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53">
                  <a:moveTo>
                    <a:pt x="47" y="40"/>
                  </a:moveTo>
                  <a:lnTo>
                    <a:pt x="18" y="40"/>
                  </a:lnTo>
                  <a:lnTo>
                    <a:pt x="12" y="53"/>
                  </a:lnTo>
                  <a:lnTo>
                    <a:pt x="0" y="53"/>
                  </a:lnTo>
                  <a:lnTo>
                    <a:pt x="28" y="0"/>
                  </a:lnTo>
                  <a:lnTo>
                    <a:pt x="40" y="0"/>
                  </a:lnTo>
                  <a:lnTo>
                    <a:pt x="66" y="53"/>
                  </a:lnTo>
                  <a:lnTo>
                    <a:pt x="53" y="53"/>
                  </a:lnTo>
                  <a:lnTo>
                    <a:pt x="47" y="40"/>
                  </a:lnTo>
                  <a:close/>
                  <a:moveTo>
                    <a:pt x="43" y="32"/>
                  </a:moveTo>
                  <a:lnTo>
                    <a:pt x="33" y="11"/>
                  </a:lnTo>
                  <a:lnTo>
                    <a:pt x="22" y="32"/>
                  </a:lnTo>
                  <a:lnTo>
                    <a:pt x="43" y="32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1" name="Freeform 91">
              <a:extLst>
                <a:ext uri="{FF2B5EF4-FFF2-40B4-BE49-F238E27FC236}">
                  <a16:creationId xmlns:a16="http://schemas.microsoft.com/office/drawing/2014/main" id="{610B632E-6A2C-46CF-9643-2AE9E8B51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3276" y="2939122"/>
              <a:ext cx="60089" cy="61245"/>
            </a:xfrm>
            <a:custGeom>
              <a:avLst/>
              <a:gdLst>
                <a:gd name="T0" fmla="*/ 0 w 52"/>
                <a:gd name="T1" fmla="*/ 8 h 53"/>
                <a:gd name="T2" fmla="*/ 0 w 52"/>
                <a:gd name="T3" fmla="*/ 0 h 53"/>
                <a:gd name="T4" fmla="*/ 52 w 52"/>
                <a:gd name="T5" fmla="*/ 0 h 53"/>
                <a:gd name="T6" fmla="*/ 52 w 52"/>
                <a:gd name="T7" fmla="*/ 8 h 53"/>
                <a:gd name="T8" fmla="*/ 31 w 52"/>
                <a:gd name="T9" fmla="*/ 8 h 53"/>
                <a:gd name="T10" fmla="*/ 31 w 52"/>
                <a:gd name="T11" fmla="*/ 53 h 53"/>
                <a:gd name="T12" fmla="*/ 20 w 52"/>
                <a:gd name="T13" fmla="*/ 53 h 53"/>
                <a:gd name="T14" fmla="*/ 20 w 52"/>
                <a:gd name="T15" fmla="*/ 8 h 53"/>
                <a:gd name="T16" fmla="*/ 0 w 52"/>
                <a:gd name="T17" fmla="*/ 8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3">
                  <a:moveTo>
                    <a:pt x="0" y="8"/>
                  </a:moveTo>
                  <a:lnTo>
                    <a:pt x="0" y="0"/>
                  </a:lnTo>
                  <a:lnTo>
                    <a:pt x="52" y="0"/>
                  </a:lnTo>
                  <a:lnTo>
                    <a:pt x="52" y="8"/>
                  </a:lnTo>
                  <a:lnTo>
                    <a:pt x="31" y="8"/>
                  </a:lnTo>
                  <a:lnTo>
                    <a:pt x="31" y="53"/>
                  </a:lnTo>
                  <a:lnTo>
                    <a:pt x="20" y="53"/>
                  </a:lnTo>
                  <a:lnTo>
                    <a:pt x="20" y="8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2" name="Freeform 92">
              <a:extLst>
                <a:ext uri="{FF2B5EF4-FFF2-40B4-BE49-F238E27FC236}">
                  <a16:creationId xmlns:a16="http://schemas.microsoft.com/office/drawing/2014/main" id="{40AAD85F-F8B1-478E-8CB5-CF9B5A0915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3765" y="2939122"/>
              <a:ext cx="55467" cy="61245"/>
            </a:xfrm>
            <a:custGeom>
              <a:avLst/>
              <a:gdLst>
                <a:gd name="T0" fmla="*/ 0 w 42"/>
                <a:gd name="T1" fmla="*/ 32 h 45"/>
                <a:gd name="T2" fmla="*/ 0 w 42"/>
                <a:gd name="T3" fmla="*/ 0 h 45"/>
                <a:gd name="T4" fmla="*/ 41 w 42"/>
                <a:gd name="T5" fmla="*/ 0 h 45"/>
                <a:gd name="T6" fmla="*/ 41 w 42"/>
                <a:gd name="T7" fmla="*/ 7 h 45"/>
                <a:gd name="T8" fmla="*/ 9 w 42"/>
                <a:gd name="T9" fmla="*/ 7 h 45"/>
                <a:gd name="T10" fmla="*/ 9 w 42"/>
                <a:gd name="T11" fmla="*/ 18 h 45"/>
                <a:gd name="T12" fmla="*/ 38 w 42"/>
                <a:gd name="T13" fmla="*/ 18 h 45"/>
                <a:gd name="T14" fmla="*/ 38 w 42"/>
                <a:gd name="T15" fmla="*/ 25 h 45"/>
                <a:gd name="T16" fmla="*/ 9 w 42"/>
                <a:gd name="T17" fmla="*/ 25 h 45"/>
                <a:gd name="T18" fmla="*/ 9 w 42"/>
                <a:gd name="T19" fmla="*/ 32 h 45"/>
                <a:gd name="T20" fmla="*/ 15 w 42"/>
                <a:gd name="T21" fmla="*/ 38 h 45"/>
                <a:gd name="T22" fmla="*/ 42 w 42"/>
                <a:gd name="T23" fmla="*/ 38 h 45"/>
                <a:gd name="T24" fmla="*/ 42 w 42"/>
                <a:gd name="T25" fmla="*/ 45 h 45"/>
                <a:gd name="T26" fmla="*/ 13 w 42"/>
                <a:gd name="T27" fmla="*/ 45 h 45"/>
                <a:gd name="T28" fmla="*/ 0 w 42"/>
                <a:gd name="T29" fmla="*/ 3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45">
                  <a:moveTo>
                    <a:pt x="0" y="3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6"/>
                    <a:pt x="11" y="38"/>
                    <a:pt x="15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5" y="45"/>
                    <a:pt x="0" y="41"/>
                    <a:pt x="0" y="32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3" name="Freeform 93">
              <a:extLst>
                <a:ext uri="{FF2B5EF4-FFF2-40B4-BE49-F238E27FC236}">
                  <a16:creationId xmlns:a16="http://schemas.microsoft.com/office/drawing/2014/main" id="{49E25DD1-C92E-4426-964B-FED6ECF7C5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30432" y="2937967"/>
              <a:ext cx="54312" cy="63556"/>
            </a:xfrm>
            <a:custGeom>
              <a:avLst/>
              <a:gdLst>
                <a:gd name="T0" fmla="*/ 29 w 41"/>
                <a:gd name="T1" fmla="*/ 41 h 47"/>
                <a:gd name="T2" fmla="*/ 15 w 41"/>
                <a:gd name="T3" fmla="*/ 47 h 47"/>
                <a:gd name="T4" fmla="*/ 0 w 41"/>
                <a:gd name="T5" fmla="*/ 34 h 47"/>
                <a:gd name="T6" fmla="*/ 0 w 41"/>
                <a:gd name="T7" fmla="*/ 34 h 47"/>
                <a:gd name="T8" fmla="*/ 10 w 41"/>
                <a:gd name="T9" fmla="*/ 21 h 47"/>
                <a:gd name="T10" fmla="*/ 6 w 41"/>
                <a:gd name="T11" fmla="*/ 11 h 47"/>
                <a:gd name="T12" fmla="*/ 6 w 41"/>
                <a:gd name="T13" fmla="*/ 11 h 47"/>
                <a:gd name="T14" fmla="*/ 19 w 41"/>
                <a:gd name="T15" fmla="*/ 0 h 47"/>
                <a:gd name="T16" fmla="*/ 31 w 41"/>
                <a:gd name="T17" fmla="*/ 11 h 47"/>
                <a:gd name="T18" fmla="*/ 31 w 41"/>
                <a:gd name="T19" fmla="*/ 11 h 47"/>
                <a:gd name="T20" fmla="*/ 21 w 41"/>
                <a:gd name="T21" fmla="*/ 23 h 47"/>
                <a:gd name="T22" fmla="*/ 29 w 41"/>
                <a:gd name="T23" fmla="*/ 31 h 47"/>
                <a:gd name="T24" fmla="*/ 34 w 41"/>
                <a:gd name="T25" fmla="*/ 22 h 47"/>
                <a:gd name="T26" fmla="*/ 40 w 41"/>
                <a:gd name="T27" fmla="*/ 25 h 47"/>
                <a:gd name="T28" fmla="*/ 34 w 41"/>
                <a:gd name="T29" fmla="*/ 36 h 47"/>
                <a:gd name="T30" fmla="*/ 41 w 41"/>
                <a:gd name="T31" fmla="*/ 43 h 47"/>
                <a:gd name="T32" fmla="*/ 35 w 41"/>
                <a:gd name="T33" fmla="*/ 47 h 47"/>
                <a:gd name="T34" fmla="*/ 29 w 41"/>
                <a:gd name="T35" fmla="*/ 41 h 47"/>
                <a:gd name="T36" fmla="*/ 24 w 41"/>
                <a:gd name="T37" fmla="*/ 36 h 47"/>
                <a:gd name="T38" fmla="*/ 14 w 41"/>
                <a:gd name="T39" fmla="*/ 26 h 47"/>
                <a:gd name="T40" fmla="*/ 8 w 41"/>
                <a:gd name="T41" fmla="*/ 34 h 47"/>
                <a:gd name="T42" fmla="*/ 8 w 41"/>
                <a:gd name="T43" fmla="*/ 34 h 47"/>
                <a:gd name="T44" fmla="*/ 16 w 41"/>
                <a:gd name="T45" fmla="*/ 40 h 47"/>
                <a:gd name="T46" fmla="*/ 24 w 41"/>
                <a:gd name="T47" fmla="*/ 36 h 47"/>
                <a:gd name="T48" fmla="*/ 24 w 41"/>
                <a:gd name="T49" fmla="*/ 11 h 47"/>
                <a:gd name="T50" fmla="*/ 24 w 41"/>
                <a:gd name="T51" fmla="*/ 11 h 47"/>
                <a:gd name="T52" fmla="*/ 19 w 41"/>
                <a:gd name="T53" fmla="*/ 6 h 47"/>
                <a:gd name="T54" fmla="*/ 14 w 41"/>
                <a:gd name="T55" fmla="*/ 12 h 47"/>
                <a:gd name="T56" fmla="*/ 14 w 41"/>
                <a:gd name="T57" fmla="*/ 12 h 47"/>
                <a:gd name="T58" fmla="*/ 17 w 41"/>
                <a:gd name="T59" fmla="*/ 19 h 47"/>
                <a:gd name="T60" fmla="*/ 24 w 41"/>
                <a:gd name="T61" fmla="*/ 1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1" h="47">
                  <a:moveTo>
                    <a:pt x="29" y="41"/>
                  </a:moveTo>
                  <a:cubicBezTo>
                    <a:pt x="25" y="45"/>
                    <a:pt x="20" y="47"/>
                    <a:pt x="15" y="47"/>
                  </a:cubicBezTo>
                  <a:cubicBezTo>
                    <a:pt x="6" y="47"/>
                    <a:pt x="0" y="42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28"/>
                    <a:pt x="4" y="24"/>
                    <a:pt x="10" y="21"/>
                  </a:cubicBezTo>
                  <a:cubicBezTo>
                    <a:pt x="7" y="18"/>
                    <a:pt x="6" y="15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5"/>
                    <a:pt x="11" y="0"/>
                    <a:pt x="19" y="0"/>
                  </a:cubicBezTo>
                  <a:cubicBezTo>
                    <a:pt x="26" y="0"/>
                    <a:pt x="31" y="5"/>
                    <a:pt x="31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1" y="17"/>
                    <a:pt x="27" y="21"/>
                    <a:pt x="21" y="23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31" y="28"/>
                    <a:pt x="32" y="25"/>
                    <a:pt x="34" y="22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9"/>
                    <a:pt x="36" y="33"/>
                    <a:pt x="34" y="36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35" y="47"/>
                    <a:pt x="35" y="47"/>
                    <a:pt x="35" y="47"/>
                  </a:cubicBezTo>
                  <a:lnTo>
                    <a:pt x="29" y="41"/>
                  </a:lnTo>
                  <a:close/>
                  <a:moveTo>
                    <a:pt x="24" y="36"/>
                  </a:moveTo>
                  <a:cubicBezTo>
                    <a:pt x="14" y="26"/>
                    <a:pt x="14" y="26"/>
                    <a:pt x="14" y="26"/>
                  </a:cubicBezTo>
                  <a:cubicBezTo>
                    <a:pt x="10" y="28"/>
                    <a:pt x="8" y="31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8"/>
                    <a:pt x="11" y="40"/>
                    <a:pt x="16" y="40"/>
                  </a:cubicBezTo>
                  <a:cubicBezTo>
                    <a:pt x="19" y="40"/>
                    <a:pt x="22" y="39"/>
                    <a:pt x="24" y="36"/>
                  </a:cubicBezTo>
                  <a:close/>
                  <a:moveTo>
                    <a:pt x="24" y="11"/>
                  </a:moveTo>
                  <a:cubicBezTo>
                    <a:pt x="24" y="11"/>
                    <a:pt x="24" y="11"/>
                    <a:pt x="24" y="11"/>
                  </a:cubicBezTo>
                  <a:cubicBezTo>
                    <a:pt x="24" y="8"/>
                    <a:pt x="22" y="6"/>
                    <a:pt x="19" y="6"/>
                  </a:cubicBezTo>
                  <a:cubicBezTo>
                    <a:pt x="16" y="6"/>
                    <a:pt x="14" y="8"/>
                    <a:pt x="14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4" y="14"/>
                    <a:pt x="14" y="16"/>
                    <a:pt x="17" y="19"/>
                  </a:cubicBezTo>
                  <a:cubicBezTo>
                    <a:pt x="22" y="17"/>
                    <a:pt x="24" y="15"/>
                    <a:pt x="24" y="11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4" name="Rectangle 94">
              <a:extLst>
                <a:ext uri="{FF2B5EF4-FFF2-40B4-BE49-F238E27FC236}">
                  <a16:creationId xmlns:a16="http://schemas.microsoft.com/office/drawing/2014/main" id="{81E87F5B-F842-4E60-BF2F-20726702A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411" y="2939122"/>
              <a:ext cx="12712" cy="61245"/>
            </a:xfrm>
            <a:prstGeom prst="rect">
              <a:avLst/>
            </a:pr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5" name="Freeform 95">
              <a:extLst>
                <a:ext uri="{FF2B5EF4-FFF2-40B4-BE49-F238E27FC236}">
                  <a16:creationId xmlns:a16="http://schemas.microsoft.com/office/drawing/2014/main" id="{2334E9FF-3200-4D1D-A2FE-5D3B5C0B90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0611" y="2939122"/>
              <a:ext cx="62400" cy="61245"/>
            </a:xfrm>
            <a:custGeom>
              <a:avLst/>
              <a:gdLst>
                <a:gd name="T0" fmla="*/ 11 w 54"/>
                <a:gd name="T1" fmla="*/ 16 h 53"/>
                <a:gd name="T2" fmla="*/ 11 w 54"/>
                <a:gd name="T3" fmla="*/ 53 h 53"/>
                <a:gd name="T4" fmla="*/ 0 w 54"/>
                <a:gd name="T5" fmla="*/ 53 h 53"/>
                <a:gd name="T6" fmla="*/ 0 w 54"/>
                <a:gd name="T7" fmla="*/ 0 h 53"/>
                <a:gd name="T8" fmla="*/ 11 w 54"/>
                <a:gd name="T9" fmla="*/ 0 h 53"/>
                <a:gd name="T10" fmla="*/ 43 w 54"/>
                <a:gd name="T11" fmla="*/ 38 h 53"/>
                <a:gd name="T12" fmla="*/ 43 w 54"/>
                <a:gd name="T13" fmla="*/ 0 h 53"/>
                <a:gd name="T14" fmla="*/ 54 w 54"/>
                <a:gd name="T15" fmla="*/ 0 h 53"/>
                <a:gd name="T16" fmla="*/ 54 w 54"/>
                <a:gd name="T17" fmla="*/ 53 h 53"/>
                <a:gd name="T18" fmla="*/ 43 w 54"/>
                <a:gd name="T19" fmla="*/ 53 h 53"/>
                <a:gd name="T20" fmla="*/ 11 w 54"/>
                <a:gd name="T21" fmla="*/ 1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53">
                  <a:moveTo>
                    <a:pt x="11" y="16"/>
                  </a:moveTo>
                  <a:lnTo>
                    <a:pt x="11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11" y="0"/>
                  </a:lnTo>
                  <a:lnTo>
                    <a:pt x="43" y="38"/>
                  </a:lnTo>
                  <a:lnTo>
                    <a:pt x="43" y="0"/>
                  </a:lnTo>
                  <a:lnTo>
                    <a:pt x="54" y="0"/>
                  </a:lnTo>
                  <a:lnTo>
                    <a:pt x="54" y="53"/>
                  </a:lnTo>
                  <a:lnTo>
                    <a:pt x="43" y="53"/>
                  </a:lnTo>
                  <a:lnTo>
                    <a:pt x="11" y="16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6" name="Freeform 96">
              <a:extLst>
                <a:ext uri="{FF2B5EF4-FFF2-40B4-BE49-F238E27FC236}">
                  <a16:creationId xmlns:a16="http://schemas.microsoft.com/office/drawing/2014/main" id="{3787F61F-4648-46C5-9DC6-F5469A029A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2256" y="2939122"/>
              <a:ext cx="73956" cy="61245"/>
            </a:xfrm>
            <a:custGeom>
              <a:avLst/>
              <a:gdLst>
                <a:gd name="T0" fmla="*/ 64 w 64"/>
                <a:gd name="T1" fmla="*/ 0 h 53"/>
                <a:gd name="T2" fmla="*/ 38 w 64"/>
                <a:gd name="T3" fmla="*/ 53 h 53"/>
                <a:gd name="T4" fmla="*/ 27 w 64"/>
                <a:gd name="T5" fmla="*/ 53 h 53"/>
                <a:gd name="T6" fmla="*/ 0 w 64"/>
                <a:gd name="T7" fmla="*/ 0 h 53"/>
                <a:gd name="T8" fmla="*/ 13 w 64"/>
                <a:gd name="T9" fmla="*/ 0 h 53"/>
                <a:gd name="T10" fmla="*/ 33 w 64"/>
                <a:gd name="T11" fmla="*/ 42 h 53"/>
                <a:gd name="T12" fmla="*/ 52 w 64"/>
                <a:gd name="T13" fmla="*/ 0 h 53"/>
                <a:gd name="T14" fmla="*/ 64 w 64"/>
                <a:gd name="T15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4" h="53">
                  <a:moveTo>
                    <a:pt x="64" y="0"/>
                  </a:moveTo>
                  <a:lnTo>
                    <a:pt x="38" y="53"/>
                  </a:lnTo>
                  <a:lnTo>
                    <a:pt x="27" y="53"/>
                  </a:lnTo>
                  <a:lnTo>
                    <a:pt x="0" y="0"/>
                  </a:lnTo>
                  <a:lnTo>
                    <a:pt x="13" y="0"/>
                  </a:lnTo>
                  <a:lnTo>
                    <a:pt x="33" y="42"/>
                  </a:lnTo>
                  <a:lnTo>
                    <a:pt x="52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7" name="Freeform 97">
              <a:extLst>
                <a:ext uri="{FF2B5EF4-FFF2-40B4-BE49-F238E27FC236}">
                  <a16:creationId xmlns:a16="http://schemas.microsoft.com/office/drawing/2014/main" id="{33805AD8-B334-4963-AC6B-5EBAEA160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3145" y="2939122"/>
              <a:ext cx="55467" cy="61245"/>
            </a:xfrm>
            <a:custGeom>
              <a:avLst/>
              <a:gdLst>
                <a:gd name="T0" fmla="*/ 0 w 42"/>
                <a:gd name="T1" fmla="*/ 32 h 45"/>
                <a:gd name="T2" fmla="*/ 0 w 42"/>
                <a:gd name="T3" fmla="*/ 0 h 45"/>
                <a:gd name="T4" fmla="*/ 42 w 42"/>
                <a:gd name="T5" fmla="*/ 0 h 45"/>
                <a:gd name="T6" fmla="*/ 42 w 42"/>
                <a:gd name="T7" fmla="*/ 7 h 45"/>
                <a:gd name="T8" fmla="*/ 10 w 42"/>
                <a:gd name="T9" fmla="*/ 7 h 45"/>
                <a:gd name="T10" fmla="*/ 10 w 42"/>
                <a:gd name="T11" fmla="*/ 18 h 45"/>
                <a:gd name="T12" fmla="*/ 39 w 42"/>
                <a:gd name="T13" fmla="*/ 18 h 45"/>
                <a:gd name="T14" fmla="*/ 39 w 42"/>
                <a:gd name="T15" fmla="*/ 25 h 45"/>
                <a:gd name="T16" fmla="*/ 10 w 42"/>
                <a:gd name="T17" fmla="*/ 25 h 45"/>
                <a:gd name="T18" fmla="*/ 10 w 42"/>
                <a:gd name="T19" fmla="*/ 32 h 45"/>
                <a:gd name="T20" fmla="*/ 16 w 42"/>
                <a:gd name="T21" fmla="*/ 38 h 45"/>
                <a:gd name="T22" fmla="*/ 42 w 42"/>
                <a:gd name="T23" fmla="*/ 38 h 45"/>
                <a:gd name="T24" fmla="*/ 42 w 42"/>
                <a:gd name="T25" fmla="*/ 45 h 45"/>
                <a:gd name="T26" fmla="*/ 14 w 42"/>
                <a:gd name="T27" fmla="*/ 45 h 45"/>
                <a:gd name="T28" fmla="*/ 0 w 42"/>
                <a:gd name="T29" fmla="*/ 3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45">
                  <a:moveTo>
                    <a:pt x="0" y="3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0" y="36"/>
                    <a:pt x="12" y="38"/>
                    <a:pt x="16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5" y="45"/>
                    <a:pt x="0" y="41"/>
                    <a:pt x="0" y="32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8" name="Freeform 98">
              <a:extLst>
                <a:ext uri="{FF2B5EF4-FFF2-40B4-BE49-F238E27FC236}">
                  <a16:creationId xmlns:a16="http://schemas.microsoft.com/office/drawing/2014/main" id="{53C0093D-D2AC-4669-8094-8DC84DEE2E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9013" y="2937967"/>
              <a:ext cx="64712" cy="63556"/>
            </a:xfrm>
            <a:custGeom>
              <a:avLst/>
              <a:gdLst>
                <a:gd name="T0" fmla="*/ 0 w 48"/>
                <a:gd name="T1" fmla="*/ 40 h 47"/>
                <a:gd name="T2" fmla="*/ 4 w 48"/>
                <a:gd name="T3" fmla="*/ 33 h 47"/>
                <a:gd name="T4" fmla="*/ 25 w 48"/>
                <a:gd name="T5" fmla="*/ 40 h 47"/>
                <a:gd name="T6" fmla="*/ 38 w 48"/>
                <a:gd name="T7" fmla="*/ 34 h 47"/>
                <a:gd name="T8" fmla="*/ 24 w 48"/>
                <a:gd name="T9" fmla="*/ 28 h 47"/>
                <a:gd name="T10" fmla="*/ 1 w 48"/>
                <a:gd name="T11" fmla="*/ 14 h 47"/>
                <a:gd name="T12" fmla="*/ 24 w 48"/>
                <a:gd name="T13" fmla="*/ 0 h 47"/>
                <a:gd name="T14" fmla="*/ 47 w 48"/>
                <a:gd name="T15" fmla="*/ 6 h 47"/>
                <a:gd name="T16" fmla="*/ 43 w 48"/>
                <a:gd name="T17" fmla="*/ 13 h 47"/>
                <a:gd name="T18" fmla="*/ 24 w 48"/>
                <a:gd name="T19" fmla="*/ 7 h 47"/>
                <a:gd name="T20" fmla="*/ 11 w 48"/>
                <a:gd name="T21" fmla="*/ 12 h 47"/>
                <a:gd name="T22" fmla="*/ 25 w 48"/>
                <a:gd name="T23" fmla="*/ 18 h 47"/>
                <a:gd name="T24" fmla="*/ 48 w 48"/>
                <a:gd name="T25" fmla="*/ 33 h 47"/>
                <a:gd name="T26" fmla="*/ 25 w 48"/>
                <a:gd name="T27" fmla="*/ 47 h 47"/>
                <a:gd name="T28" fmla="*/ 0 w 48"/>
                <a:gd name="T29" fmla="*/ 4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" h="47">
                  <a:moveTo>
                    <a:pt x="0" y="40"/>
                  </a:moveTo>
                  <a:cubicBezTo>
                    <a:pt x="4" y="33"/>
                    <a:pt x="4" y="33"/>
                    <a:pt x="4" y="33"/>
                  </a:cubicBezTo>
                  <a:cubicBezTo>
                    <a:pt x="10" y="38"/>
                    <a:pt x="18" y="40"/>
                    <a:pt x="25" y="40"/>
                  </a:cubicBezTo>
                  <a:cubicBezTo>
                    <a:pt x="32" y="40"/>
                    <a:pt x="38" y="38"/>
                    <a:pt x="38" y="34"/>
                  </a:cubicBezTo>
                  <a:cubicBezTo>
                    <a:pt x="38" y="31"/>
                    <a:pt x="32" y="29"/>
                    <a:pt x="24" y="28"/>
                  </a:cubicBezTo>
                  <a:cubicBezTo>
                    <a:pt x="14" y="25"/>
                    <a:pt x="1" y="23"/>
                    <a:pt x="1" y="14"/>
                  </a:cubicBezTo>
                  <a:cubicBezTo>
                    <a:pt x="1" y="5"/>
                    <a:pt x="12" y="0"/>
                    <a:pt x="24" y="0"/>
                  </a:cubicBezTo>
                  <a:cubicBezTo>
                    <a:pt x="32" y="0"/>
                    <a:pt x="41" y="2"/>
                    <a:pt x="47" y="6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37" y="9"/>
                    <a:pt x="30" y="7"/>
                    <a:pt x="24" y="7"/>
                  </a:cubicBezTo>
                  <a:cubicBezTo>
                    <a:pt x="18" y="7"/>
                    <a:pt x="11" y="9"/>
                    <a:pt x="11" y="12"/>
                  </a:cubicBezTo>
                  <a:cubicBezTo>
                    <a:pt x="11" y="16"/>
                    <a:pt x="17" y="17"/>
                    <a:pt x="25" y="18"/>
                  </a:cubicBezTo>
                  <a:cubicBezTo>
                    <a:pt x="35" y="20"/>
                    <a:pt x="48" y="23"/>
                    <a:pt x="48" y="33"/>
                  </a:cubicBezTo>
                  <a:cubicBezTo>
                    <a:pt x="48" y="42"/>
                    <a:pt x="37" y="47"/>
                    <a:pt x="25" y="47"/>
                  </a:cubicBezTo>
                  <a:cubicBezTo>
                    <a:pt x="16" y="47"/>
                    <a:pt x="6" y="44"/>
                    <a:pt x="0" y="40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9" name="Freeform 99">
              <a:extLst>
                <a:ext uri="{FF2B5EF4-FFF2-40B4-BE49-F238E27FC236}">
                  <a16:creationId xmlns:a16="http://schemas.microsoft.com/office/drawing/2014/main" id="{622DC021-AA04-4E2A-89CB-CA25BF12AB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8347" y="2939122"/>
              <a:ext cx="60089" cy="61245"/>
            </a:xfrm>
            <a:custGeom>
              <a:avLst/>
              <a:gdLst>
                <a:gd name="T0" fmla="*/ 0 w 52"/>
                <a:gd name="T1" fmla="*/ 8 h 53"/>
                <a:gd name="T2" fmla="*/ 0 w 52"/>
                <a:gd name="T3" fmla="*/ 0 h 53"/>
                <a:gd name="T4" fmla="*/ 52 w 52"/>
                <a:gd name="T5" fmla="*/ 0 h 53"/>
                <a:gd name="T6" fmla="*/ 52 w 52"/>
                <a:gd name="T7" fmla="*/ 8 h 53"/>
                <a:gd name="T8" fmla="*/ 33 w 52"/>
                <a:gd name="T9" fmla="*/ 8 h 53"/>
                <a:gd name="T10" fmla="*/ 33 w 52"/>
                <a:gd name="T11" fmla="*/ 53 h 53"/>
                <a:gd name="T12" fmla="*/ 21 w 52"/>
                <a:gd name="T13" fmla="*/ 53 h 53"/>
                <a:gd name="T14" fmla="*/ 21 w 52"/>
                <a:gd name="T15" fmla="*/ 8 h 53"/>
                <a:gd name="T16" fmla="*/ 0 w 52"/>
                <a:gd name="T17" fmla="*/ 8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3">
                  <a:moveTo>
                    <a:pt x="0" y="8"/>
                  </a:moveTo>
                  <a:lnTo>
                    <a:pt x="0" y="0"/>
                  </a:lnTo>
                  <a:lnTo>
                    <a:pt x="52" y="0"/>
                  </a:lnTo>
                  <a:lnTo>
                    <a:pt x="52" y="8"/>
                  </a:lnTo>
                  <a:lnTo>
                    <a:pt x="33" y="8"/>
                  </a:lnTo>
                  <a:lnTo>
                    <a:pt x="33" y="53"/>
                  </a:lnTo>
                  <a:lnTo>
                    <a:pt x="21" y="53"/>
                  </a:lnTo>
                  <a:lnTo>
                    <a:pt x="21" y="8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0" name="Freeform 100">
              <a:extLst>
                <a:ext uri="{FF2B5EF4-FFF2-40B4-BE49-F238E27FC236}">
                  <a16:creationId xmlns:a16="http://schemas.microsoft.com/office/drawing/2014/main" id="{47F2A821-E508-498D-B908-80E63EE7F4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9991" y="2939122"/>
              <a:ext cx="70490" cy="61245"/>
            </a:xfrm>
            <a:custGeom>
              <a:avLst/>
              <a:gdLst>
                <a:gd name="T0" fmla="*/ 49 w 61"/>
                <a:gd name="T1" fmla="*/ 0 h 53"/>
                <a:gd name="T2" fmla="*/ 61 w 61"/>
                <a:gd name="T3" fmla="*/ 0 h 53"/>
                <a:gd name="T4" fmla="*/ 61 w 61"/>
                <a:gd name="T5" fmla="*/ 53 h 53"/>
                <a:gd name="T6" fmla="*/ 50 w 61"/>
                <a:gd name="T7" fmla="*/ 53 h 53"/>
                <a:gd name="T8" fmla="*/ 50 w 61"/>
                <a:gd name="T9" fmla="*/ 13 h 53"/>
                <a:gd name="T10" fmla="*/ 30 w 61"/>
                <a:gd name="T11" fmla="*/ 44 h 53"/>
                <a:gd name="T12" fmla="*/ 9 w 61"/>
                <a:gd name="T13" fmla="*/ 14 h 53"/>
                <a:gd name="T14" fmla="*/ 9 w 61"/>
                <a:gd name="T15" fmla="*/ 53 h 53"/>
                <a:gd name="T16" fmla="*/ 0 w 61"/>
                <a:gd name="T17" fmla="*/ 53 h 53"/>
                <a:gd name="T18" fmla="*/ 0 w 61"/>
                <a:gd name="T19" fmla="*/ 0 h 53"/>
                <a:gd name="T20" fmla="*/ 11 w 61"/>
                <a:gd name="T21" fmla="*/ 0 h 53"/>
                <a:gd name="T22" fmla="*/ 30 w 61"/>
                <a:gd name="T23" fmla="*/ 27 h 53"/>
                <a:gd name="T24" fmla="*/ 49 w 61"/>
                <a:gd name="T25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1" h="53">
                  <a:moveTo>
                    <a:pt x="49" y="0"/>
                  </a:moveTo>
                  <a:lnTo>
                    <a:pt x="61" y="0"/>
                  </a:lnTo>
                  <a:lnTo>
                    <a:pt x="61" y="53"/>
                  </a:lnTo>
                  <a:lnTo>
                    <a:pt x="50" y="53"/>
                  </a:lnTo>
                  <a:lnTo>
                    <a:pt x="50" y="13"/>
                  </a:lnTo>
                  <a:lnTo>
                    <a:pt x="30" y="44"/>
                  </a:lnTo>
                  <a:lnTo>
                    <a:pt x="9" y="14"/>
                  </a:lnTo>
                  <a:lnTo>
                    <a:pt x="9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11" y="0"/>
                  </a:lnTo>
                  <a:lnTo>
                    <a:pt x="30" y="27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1" name="Freeform 101">
              <a:extLst>
                <a:ext uri="{FF2B5EF4-FFF2-40B4-BE49-F238E27FC236}">
                  <a16:creationId xmlns:a16="http://schemas.microsoft.com/office/drawing/2014/main" id="{35116538-35CD-45B1-AA40-BE98743BB5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6658" y="2939122"/>
              <a:ext cx="55467" cy="61245"/>
            </a:xfrm>
            <a:custGeom>
              <a:avLst/>
              <a:gdLst>
                <a:gd name="T0" fmla="*/ 0 w 42"/>
                <a:gd name="T1" fmla="*/ 32 h 45"/>
                <a:gd name="T2" fmla="*/ 0 w 42"/>
                <a:gd name="T3" fmla="*/ 0 h 45"/>
                <a:gd name="T4" fmla="*/ 41 w 42"/>
                <a:gd name="T5" fmla="*/ 0 h 45"/>
                <a:gd name="T6" fmla="*/ 41 w 42"/>
                <a:gd name="T7" fmla="*/ 7 h 45"/>
                <a:gd name="T8" fmla="*/ 10 w 42"/>
                <a:gd name="T9" fmla="*/ 7 h 45"/>
                <a:gd name="T10" fmla="*/ 10 w 42"/>
                <a:gd name="T11" fmla="*/ 18 h 45"/>
                <a:gd name="T12" fmla="*/ 38 w 42"/>
                <a:gd name="T13" fmla="*/ 18 h 45"/>
                <a:gd name="T14" fmla="*/ 38 w 42"/>
                <a:gd name="T15" fmla="*/ 25 h 45"/>
                <a:gd name="T16" fmla="*/ 10 w 42"/>
                <a:gd name="T17" fmla="*/ 25 h 45"/>
                <a:gd name="T18" fmla="*/ 10 w 42"/>
                <a:gd name="T19" fmla="*/ 32 h 45"/>
                <a:gd name="T20" fmla="*/ 15 w 42"/>
                <a:gd name="T21" fmla="*/ 38 h 45"/>
                <a:gd name="T22" fmla="*/ 42 w 42"/>
                <a:gd name="T23" fmla="*/ 38 h 45"/>
                <a:gd name="T24" fmla="*/ 42 w 42"/>
                <a:gd name="T25" fmla="*/ 45 h 45"/>
                <a:gd name="T26" fmla="*/ 13 w 42"/>
                <a:gd name="T27" fmla="*/ 45 h 45"/>
                <a:gd name="T28" fmla="*/ 0 w 42"/>
                <a:gd name="T29" fmla="*/ 3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45">
                  <a:moveTo>
                    <a:pt x="0" y="3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0" y="36"/>
                    <a:pt x="11" y="38"/>
                    <a:pt x="15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5" y="45"/>
                    <a:pt x="0" y="41"/>
                    <a:pt x="0" y="32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2" name="Freeform 102">
              <a:extLst>
                <a:ext uri="{FF2B5EF4-FFF2-40B4-BE49-F238E27FC236}">
                  <a16:creationId xmlns:a16="http://schemas.microsoft.com/office/drawing/2014/main" id="{2FDBBB6D-921A-4010-9D80-4A735F7542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148" y="2939122"/>
              <a:ext cx="62400" cy="61245"/>
            </a:xfrm>
            <a:custGeom>
              <a:avLst/>
              <a:gdLst>
                <a:gd name="T0" fmla="*/ 10 w 54"/>
                <a:gd name="T1" fmla="*/ 16 h 53"/>
                <a:gd name="T2" fmla="*/ 10 w 54"/>
                <a:gd name="T3" fmla="*/ 53 h 53"/>
                <a:gd name="T4" fmla="*/ 0 w 54"/>
                <a:gd name="T5" fmla="*/ 53 h 53"/>
                <a:gd name="T6" fmla="*/ 0 w 54"/>
                <a:gd name="T7" fmla="*/ 0 h 53"/>
                <a:gd name="T8" fmla="*/ 10 w 54"/>
                <a:gd name="T9" fmla="*/ 0 h 53"/>
                <a:gd name="T10" fmla="*/ 43 w 54"/>
                <a:gd name="T11" fmla="*/ 38 h 53"/>
                <a:gd name="T12" fmla="*/ 43 w 54"/>
                <a:gd name="T13" fmla="*/ 0 h 53"/>
                <a:gd name="T14" fmla="*/ 54 w 54"/>
                <a:gd name="T15" fmla="*/ 0 h 53"/>
                <a:gd name="T16" fmla="*/ 54 w 54"/>
                <a:gd name="T17" fmla="*/ 53 h 53"/>
                <a:gd name="T18" fmla="*/ 43 w 54"/>
                <a:gd name="T19" fmla="*/ 53 h 53"/>
                <a:gd name="T20" fmla="*/ 10 w 54"/>
                <a:gd name="T21" fmla="*/ 1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53">
                  <a:moveTo>
                    <a:pt x="10" y="16"/>
                  </a:moveTo>
                  <a:lnTo>
                    <a:pt x="10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10" y="0"/>
                  </a:lnTo>
                  <a:lnTo>
                    <a:pt x="43" y="38"/>
                  </a:lnTo>
                  <a:lnTo>
                    <a:pt x="43" y="0"/>
                  </a:lnTo>
                  <a:lnTo>
                    <a:pt x="54" y="0"/>
                  </a:lnTo>
                  <a:lnTo>
                    <a:pt x="54" y="53"/>
                  </a:lnTo>
                  <a:lnTo>
                    <a:pt x="43" y="53"/>
                  </a:lnTo>
                  <a:lnTo>
                    <a:pt x="10" y="16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3" name="Freeform 103">
              <a:extLst>
                <a:ext uri="{FF2B5EF4-FFF2-40B4-BE49-F238E27FC236}">
                  <a16:creationId xmlns:a16="http://schemas.microsoft.com/office/drawing/2014/main" id="{3D37DD69-2774-414C-AA34-D6DC4C9F6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8793" y="2939122"/>
              <a:ext cx="60089" cy="61245"/>
            </a:xfrm>
            <a:custGeom>
              <a:avLst/>
              <a:gdLst>
                <a:gd name="T0" fmla="*/ 0 w 52"/>
                <a:gd name="T1" fmla="*/ 8 h 53"/>
                <a:gd name="T2" fmla="*/ 0 w 52"/>
                <a:gd name="T3" fmla="*/ 0 h 53"/>
                <a:gd name="T4" fmla="*/ 52 w 52"/>
                <a:gd name="T5" fmla="*/ 0 h 53"/>
                <a:gd name="T6" fmla="*/ 52 w 52"/>
                <a:gd name="T7" fmla="*/ 8 h 53"/>
                <a:gd name="T8" fmla="*/ 33 w 52"/>
                <a:gd name="T9" fmla="*/ 8 h 53"/>
                <a:gd name="T10" fmla="*/ 33 w 52"/>
                <a:gd name="T11" fmla="*/ 53 h 53"/>
                <a:gd name="T12" fmla="*/ 21 w 52"/>
                <a:gd name="T13" fmla="*/ 53 h 53"/>
                <a:gd name="T14" fmla="*/ 21 w 52"/>
                <a:gd name="T15" fmla="*/ 8 h 53"/>
                <a:gd name="T16" fmla="*/ 0 w 52"/>
                <a:gd name="T17" fmla="*/ 8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3">
                  <a:moveTo>
                    <a:pt x="0" y="8"/>
                  </a:moveTo>
                  <a:lnTo>
                    <a:pt x="0" y="0"/>
                  </a:lnTo>
                  <a:lnTo>
                    <a:pt x="52" y="0"/>
                  </a:lnTo>
                  <a:lnTo>
                    <a:pt x="52" y="8"/>
                  </a:lnTo>
                  <a:lnTo>
                    <a:pt x="33" y="8"/>
                  </a:lnTo>
                  <a:lnTo>
                    <a:pt x="33" y="53"/>
                  </a:lnTo>
                  <a:lnTo>
                    <a:pt x="21" y="53"/>
                  </a:lnTo>
                  <a:lnTo>
                    <a:pt x="21" y="8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4" name="Freeform 104">
              <a:extLst>
                <a:ext uri="{FF2B5EF4-FFF2-40B4-BE49-F238E27FC236}">
                  <a16:creationId xmlns:a16="http://schemas.microsoft.com/office/drawing/2014/main" id="{9B01D641-580D-4D4A-8119-5F7D0768A4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33549" y="2939122"/>
              <a:ext cx="63556" cy="61245"/>
            </a:xfrm>
            <a:custGeom>
              <a:avLst/>
              <a:gdLst>
                <a:gd name="T0" fmla="*/ 47 w 47"/>
                <a:gd name="T1" fmla="*/ 33 h 45"/>
                <a:gd name="T2" fmla="*/ 28 w 47"/>
                <a:gd name="T3" fmla="*/ 45 h 45"/>
                <a:gd name="T4" fmla="*/ 0 w 47"/>
                <a:gd name="T5" fmla="*/ 45 h 45"/>
                <a:gd name="T6" fmla="*/ 0 w 47"/>
                <a:gd name="T7" fmla="*/ 0 h 45"/>
                <a:gd name="T8" fmla="*/ 26 w 47"/>
                <a:gd name="T9" fmla="*/ 0 h 45"/>
                <a:gd name="T10" fmla="*/ 45 w 47"/>
                <a:gd name="T11" fmla="*/ 12 h 45"/>
                <a:gd name="T12" fmla="*/ 38 w 47"/>
                <a:gd name="T13" fmla="*/ 22 h 45"/>
                <a:gd name="T14" fmla="*/ 47 w 47"/>
                <a:gd name="T15" fmla="*/ 33 h 45"/>
                <a:gd name="T16" fmla="*/ 9 w 47"/>
                <a:gd name="T17" fmla="*/ 7 h 45"/>
                <a:gd name="T18" fmla="*/ 9 w 47"/>
                <a:gd name="T19" fmla="*/ 19 h 45"/>
                <a:gd name="T20" fmla="*/ 26 w 47"/>
                <a:gd name="T21" fmla="*/ 19 h 45"/>
                <a:gd name="T22" fmla="*/ 35 w 47"/>
                <a:gd name="T23" fmla="*/ 13 h 45"/>
                <a:gd name="T24" fmla="*/ 26 w 47"/>
                <a:gd name="T25" fmla="*/ 7 h 45"/>
                <a:gd name="T26" fmla="*/ 9 w 47"/>
                <a:gd name="T27" fmla="*/ 7 h 45"/>
                <a:gd name="T28" fmla="*/ 37 w 47"/>
                <a:gd name="T29" fmla="*/ 32 h 45"/>
                <a:gd name="T30" fmla="*/ 28 w 47"/>
                <a:gd name="T31" fmla="*/ 26 h 45"/>
                <a:gd name="T32" fmla="*/ 9 w 47"/>
                <a:gd name="T33" fmla="*/ 26 h 45"/>
                <a:gd name="T34" fmla="*/ 9 w 47"/>
                <a:gd name="T35" fmla="*/ 38 h 45"/>
                <a:gd name="T36" fmla="*/ 27 w 47"/>
                <a:gd name="T37" fmla="*/ 38 h 45"/>
                <a:gd name="T38" fmla="*/ 37 w 47"/>
                <a:gd name="T39" fmla="*/ 3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7" h="45">
                  <a:moveTo>
                    <a:pt x="47" y="33"/>
                  </a:moveTo>
                  <a:cubicBezTo>
                    <a:pt x="47" y="41"/>
                    <a:pt x="39" y="45"/>
                    <a:pt x="28" y="45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37" y="0"/>
                    <a:pt x="45" y="4"/>
                    <a:pt x="45" y="12"/>
                  </a:cubicBezTo>
                  <a:cubicBezTo>
                    <a:pt x="45" y="17"/>
                    <a:pt x="42" y="20"/>
                    <a:pt x="38" y="22"/>
                  </a:cubicBezTo>
                  <a:cubicBezTo>
                    <a:pt x="43" y="24"/>
                    <a:pt x="47" y="27"/>
                    <a:pt x="47" y="33"/>
                  </a:cubicBezTo>
                  <a:close/>
                  <a:moveTo>
                    <a:pt x="9" y="7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31" y="19"/>
                    <a:pt x="35" y="17"/>
                    <a:pt x="35" y="13"/>
                  </a:cubicBezTo>
                  <a:cubicBezTo>
                    <a:pt x="35" y="9"/>
                    <a:pt x="31" y="7"/>
                    <a:pt x="26" y="7"/>
                  </a:cubicBezTo>
                  <a:lnTo>
                    <a:pt x="9" y="7"/>
                  </a:lnTo>
                  <a:close/>
                  <a:moveTo>
                    <a:pt x="37" y="32"/>
                  </a:moveTo>
                  <a:cubicBezTo>
                    <a:pt x="37" y="28"/>
                    <a:pt x="33" y="26"/>
                    <a:pt x="28" y="26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33" y="38"/>
                    <a:pt x="37" y="36"/>
                    <a:pt x="37" y="32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5" name="Freeform 105">
              <a:extLst>
                <a:ext uri="{FF2B5EF4-FFF2-40B4-BE49-F238E27FC236}">
                  <a16:creationId xmlns:a16="http://schemas.microsoft.com/office/drawing/2014/main" id="{A2C0BB94-C4FA-4A5E-AC71-1DE381DE0C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98261" y="2939122"/>
              <a:ext cx="76267" cy="61245"/>
            </a:xfrm>
            <a:custGeom>
              <a:avLst/>
              <a:gdLst>
                <a:gd name="T0" fmla="*/ 47 w 66"/>
                <a:gd name="T1" fmla="*/ 40 h 53"/>
                <a:gd name="T2" fmla="*/ 18 w 66"/>
                <a:gd name="T3" fmla="*/ 40 h 53"/>
                <a:gd name="T4" fmla="*/ 11 w 66"/>
                <a:gd name="T5" fmla="*/ 53 h 53"/>
                <a:gd name="T6" fmla="*/ 0 w 66"/>
                <a:gd name="T7" fmla="*/ 53 h 53"/>
                <a:gd name="T8" fmla="*/ 28 w 66"/>
                <a:gd name="T9" fmla="*/ 0 h 53"/>
                <a:gd name="T10" fmla="*/ 39 w 66"/>
                <a:gd name="T11" fmla="*/ 0 h 53"/>
                <a:gd name="T12" fmla="*/ 66 w 66"/>
                <a:gd name="T13" fmla="*/ 53 h 53"/>
                <a:gd name="T14" fmla="*/ 53 w 66"/>
                <a:gd name="T15" fmla="*/ 53 h 53"/>
                <a:gd name="T16" fmla="*/ 47 w 66"/>
                <a:gd name="T17" fmla="*/ 40 h 53"/>
                <a:gd name="T18" fmla="*/ 43 w 66"/>
                <a:gd name="T19" fmla="*/ 32 h 53"/>
                <a:gd name="T20" fmla="*/ 32 w 66"/>
                <a:gd name="T21" fmla="*/ 11 h 53"/>
                <a:gd name="T22" fmla="*/ 22 w 66"/>
                <a:gd name="T23" fmla="*/ 32 h 53"/>
                <a:gd name="T24" fmla="*/ 43 w 66"/>
                <a:gd name="T25" fmla="*/ 3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53">
                  <a:moveTo>
                    <a:pt x="47" y="40"/>
                  </a:moveTo>
                  <a:lnTo>
                    <a:pt x="18" y="40"/>
                  </a:lnTo>
                  <a:lnTo>
                    <a:pt x="11" y="53"/>
                  </a:lnTo>
                  <a:lnTo>
                    <a:pt x="0" y="53"/>
                  </a:lnTo>
                  <a:lnTo>
                    <a:pt x="28" y="0"/>
                  </a:lnTo>
                  <a:lnTo>
                    <a:pt x="39" y="0"/>
                  </a:lnTo>
                  <a:lnTo>
                    <a:pt x="66" y="53"/>
                  </a:lnTo>
                  <a:lnTo>
                    <a:pt x="53" y="53"/>
                  </a:lnTo>
                  <a:lnTo>
                    <a:pt x="47" y="40"/>
                  </a:lnTo>
                  <a:close/>
                  <a:moveTo>
                    <a:pt x="43" y="32"/>
                  </a:moveTo>
                  <a:lnTo>
                    <a:pt x="32" y="11"/>
                  </a:lnTo>
                  <a:lnTo>
                    <a:pt x="22" y="32"/>
                  </a:lnTo>
                  <a:lnTo>
                    <a:pt x="43" y="32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6" name="Freeform 106">
              <a:extLst>
                <a:ext uri="{FF2B5EF4-FFF2-40B4-BE49-F238E27FC236}">
                  <a16:creationId xmlns:a16="http://schemas.microsoft.com/office/drawing/2014/main" id="{3853869A-BF31-4D9B-954A-F00EB9CDEC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305" y="2939122"/>
              <a:ext cx="63556" cy="61245"/>
            </a:xfrm>
            <a:custGeom>
              <a:avLst/>
              <a:gdLst>
                <a:gd name="T0" fmla="*/ 11 w 55"/>
                <a:gd name="T1" fmla="*/ 16 h 53"/>
                <a:gd name="T2" fmla="*/ 11 w 55"/>
                <a:gd name="T3" fmla="*/ 53 h 53"/>
                <a:gd name="T4" fmla="*/ 0 w 55"/>
                <a:gd name="T5" fmla="*/ 53 h 53"/>
                <a:gd name="T6" fmla="*/ 0 w 55"/>
                <a:gd name="T7" fmla="*/ 0 h 53"/>
                <a:gd name="T8" fmla="*/ 11 w 55"/>
                <a:gd name="T9" fmla="*/ 0 h 53"/>
                <a:gd name="T10" fmla="*/ 43 w 55"/>
                <a:gd name="T11" fmla="*/ 38 h 53"/>
                <a:gd name="T12" fmla="*/ 43 w 55"/>
                <a:gd name="T13" fmla="*/ 0 h 53"/>
                <a:gd name="T14" fmla="*/ 55 w 55"/>
                <a:gd name="T15" fmla="*/ 0 h 53"/>
                <a:gd name="T16" fmla="*/ 55 w 55"/>
                <a:gd name="T17" fmla="*/ 53 h 53"/>
                <a:gd name="T18" fmla="*/ 43 w 55"/>
                <a:gd name="T19" fmla="*/ 53 h 53"/>
                <a:gd name="T20" fmla="*/ 11 w 55"/>
                <a:gd name="T21" fmla="*/ 1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5" h="53">
                  <a:moveTo>
                    <a:pt x="11" y="16"/>
                  </a:moveTo>
                  <a:lnTo>
                    <a:pt x="11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11" y="0"/>
                  </a:lnTo>
                  <a:lnTo>
                    <a:pt x="43" y="38"/>
                  </a:lnTo>
                  <a:lnTo>
                    <a:pt x="43" y="0"/>
                  </a:lnTo>
                  <a:lnTo>
                    <a:pt x="55" y="0"/>
                  </a:lnTo>
                  <a:lnTo>
                    <a:pt x="55" y="53"/>
                  </a:lnTo>
                  <a:lnTo>
                    <a:pt x="43" y="53"/>
                  </a:lnTo>
                  <a:lnTo>
                    <a:pt x="11" y="16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7" name="Freeform 107">
              <a:extLst>
                <a:ext uri="{FF2B5EF4-FFF2-40B4-BE49-F238E27FC236}">
                  <a16:creationId xmlns:a16="http://schemas.microsoft.com/office/drawing/2014/main" id="{21EF3532-6F40-4FF4-AE3C-3438D474C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040" y="2939122"/>
              <a:ext cx="63556" cy="61245"/>
            </a:xfrm>
            <a:custGeom>
              <a:avLst/>
              <a:gdLst>
                <a:gd name="T0" fmla="*/ 20 w 55"/>
                <a:gd name="T1" fmla="*/ 28 h 53"/>
                <a:gd name="T2" fmla="*/ 11 w 55"/>
                <a:gd name="T3" fmla="*/ 37 h 53"/>
                <a:gd name="T4" fmla="*/ 11 w 55"/>
                <a:gd name="T5" fmla="*/ 53 h 53"/>
                <a:gd name="T6" fmla="*/ 0 w 55"/>
                <a:gd name="T7" fmla="*/ 53 h 53"/>
                <a:gd name="T8" fmla="*/ 0 w 55"/>
                <a:gd name="T9" fmla="*/ 0 h 53"/>
                <a:gd name="T10" fmla="*/ 11 w 55"/>
                <a:gd name="T11" fmla="*/ 0 h 53"/>
                <a:gd name="T12" fmla="*/ 11 w 55"/>
                <a:gd name="T13" fmla="*/ 26 h 53"/>
                <a:gd name="T14" fmla="*/ 39 w 55"/>
                <a:gd name="T15" fmla="*/ 0 h 53"/>
                <a:gd name="T16" fmla="*/ 53 w 55"/>
                <a:gd name="T17" fmla="*/ 0 h 53"/>
                <a:gd name="T18" fmla="*/ 28 w 55"/>
                <a:gd name="T19" fmla="*/ 21 h 53"/>
                <a:gd name="T20" fmla="*/ 55 w 55"/>
                <a:gd name="T21" fmla="*/ 53 h 53"/>
                <a:gd name="T22" fmla="*/ 41 w 55"/>
                <a:gd name="T23" fmla="*/ 53 h 53"/>
                <a:gd name="T24" fmla="*/ 20 w 55"/>
                <a:gd name="T25" fmla="*/ 28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5" h="53">
                  <a:moveTo>
                    <a:pt x="20" y="28"/>
                  </a:moveTo>
                  <a:lnTo>
                    <a:pt x="11" y="37"/>
                  </a:lnTo>
                  <a:lnTo>
                    <a:pt x="11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11" y="0"/>
                  </a:lnTo>
                  <a:lnTo>
                    <a:pt x="11" y="26"/>
                  </a:lnTo>
                  <a:lnTo>
                    <a:pt x="39" y="0"/>
                  </a:lnTo>
                  <a:lnTo>
                    <a:pt x="53" y="0"/>
                  </a:lnTo>
                  <a:lnTo>
                    <a:pt x="28" y="21"/>
                  </a:lnTo>
                  <a:lnTo>
                    <a:pt x="55" y="53"/>
                  </a:lnTo>
                  <a:lnTo>
                    <a:pt x="41" y="53"/>
                  </a:lnTo>
                  <a:lnTo>
                    <a:pt x="20" y="28"/>
                  </a:ln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8" name="Freeform 108">
              <a:extLst>
                <a:ext uri="{FF2B5EF4-FFF2-40B4-BE49-F238E27FC236}">
                  <a16:creationId xmlns:a16="http://schemas.microsoft.com/office/drawing/2014/main" id="{FD38F3E2-1D04-45B0-A01D-DF80A602A8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4515" y="2889433"/>
              <a:ext cx="70490" cy="63556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9" name="Rectangle 109">
              <a:extLst>
                <a:ext uri="{FF2B5EF4-FFF2-40B4-BE49-F238E27FC236}">
                  <a16:creationId xmlns:a16="http://schemas.microsoft.com/office/drawing/2014/main" id="{D058F0E3-70BE-40B5-9AF5-87F07EF252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692" y="2973789"/>
              <a:ext cx="323558" cy="27734"/>
            </a:xfrm>
            <a:prstGeom prst="rect">
              <a:avLst/>
            </a:prstGeom>
            <a:solidFill>
              <a:srgbClr val="72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grpSp>
          <p:nvGrpSpPr>
            <p:cNvPr id="80" name="Groupe 2">
              <a:extLst>
                <a:ext uri="{FF2B5EF4-FFF2-40B4-BE49-F238E27FC236}">
                  <a16:creationId xmlns:a16="http://schemas.microsoft.com/office/drawing/2014/main" id="{1E70A242-2681-4637-AB56-90A0837F182E}"/>
                </a:ext>
              </a:extLst>
            </p:cNvPr>
            <p:cNvGrpSpPr/>
            <p:nvPr/>
          </p:nvGrpSpPr>
          <p:grpSpPr>
            <a:xfrm>
              <a:off x="1070693" y="2740365"/>
              <a:ext cx="1947124" cy="144446"/>
              <a:chOff x="1070693" y="2740365"/>
              <a:chExt cx="1947124" cy="144446"/>
            </a:xfrm>
          </p:grpSpPr>
          <p:sp>
            <p:nvSpPr>
              <p:cNvPr id="82" name="Freeform 70">
                <a:extLst>
                  <a:ext uri="{FF2B5EF4-FFF2-40B4-BE49-F238E27FC236}">
                    <a16:creationId xmlns:a16="http://schemas.microsoft.com/office/drawing/2014/main" id="{318FBBBC-6959-4F07-8690-5CB0A1C237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028" y="2770410"/>
                <a:ext cx="121335" cy="114401"/>
              </a:xfrm>
              <a:custGeom>
                <a:avLst/>
                <a:gdLst>
                  <a:gd name="T0" fmla="*/ 52 w 91"/>
                  <a:gd name="T1" fmla="*/ 0 h 85"/>
                  <a:gd name="T2" fmla="*/ 89 w 91"/>
                  <a:gd name="T3" fmla="*/ 12 h 85"/>
                  <a:gd name="T4" fmla="*/ 81 w 91"/>
                  <a:gd name="T5" fmla="*/ 22 h 85"/>
                  <a:gd name="T6" fmla="*/ 53 w 91"/>
                  <a:gd name="T7" fmla="*/ 13 h 85"/>
                  <a:gd name="T8" fmla="*/ 19 w 91"/>
                  <a:gd name="T9" fmla="*/ 43 h 85"/>
                  <a:gd name="T10" fmla="*/ 53 w 91"/>
                  <a:gd name="T11" fmla="*/ 72 h 85"/>
                  <a:gd name="T12" fmla="*/ 82 w 91"/>
                  <a:gd name="T13" fmla="*/ 62 h 85"/>
                  <a:gd name="T14" fmla="*/ 91 w 91"/>
                  <a:gd name="T15" fmla="*/ 73 h 85"/>
                  <a:gd name="T16" fmla="*/ 52 w 91"/>
                  <a:gd name="T17" fmla="*/ 85 h 85"/>
                  <a:gd name="T18" fmla="*/ 0 w 91"/>
                  <a:gd name="T19" fmla="*/ 43 h 85"/>
                  <a:gd name="T20" fmla="*/ 52 w 91"/>
                  <a:gd name="T21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1" h="85">
                    <a:moveTo>
                      <a:pt x="52" y="0"/>
                    </a:moveTo>
                    <a:cubicBezTo>
                      <a:pt x="65" y="0"/>
                      <a:pt x="78" y="4"/>
                      <a:pt x="89" y="12"/>
                    </a:cubicBezTo>
                    <a:cubicBezTo>
                      <a:pt x="81" y="22"/>
                      <a:pt x="81" y="22"/>
                      <a:pt x="81" y="22"/>
                    </a:cubicBezTo>
                    <a:cubicBezTo>
                      <a:pt x="72" y="16"/>
                      <a:pt x="65" y="13"/>
                      <a:pt x="53" y="13"/>
                    </a:cubicBezTo>
                    <a:cubicBezTo>
                      <a:pt x="34" y="13"/>
                      <a:pt x="19" y="25"/>
                      <a:pt x="19" y="43"/>
                    </a:cubicBezTo>
                    <a:cubicBezTo>
                      <a:pt x="19" y="60"/>
                      <a:pt x="34" y="72"/>
                      <a:pt x="53" y="72"/>
                    </a:cubicBezTo>
                    <a:cubicBezTo>
                      <a:pt x="65" y="72"/>
                      <a:pt x="73" y="69"/>
                      <a:pt x="82" y="62"/>
                    </a:cubicBezTo>
                    <a:cubicBezTo>
                      <a:pt x="91" y="73"/>
                      <a:pt x="91" y="73"/>
                      <a:pt x="91" y="73"/>
                    </a:cubicBezTo>
                    <a:cubicBezTo>
                      <a:pt x="80" y="81"/>
                      <a:pt x="66" y="85"/>
                      <a:pt x="52" y="85"/>
                    </a:cubicBezTo>
                    <a:cubicBezTo>
                      <a:pt x="26" y="85"/>
                      <a:pt x="0" y="70"/>
                      <a:pt x="0" y="43"/>
                    </a:cubicBezTo>
                    <a:cubicBezTo>
                      <a:pt x="0" y="16"/>
                      <a:pt x="26" y="0"/>
                      <a:pt x="52" y="0"/>
                    </a:cubicBez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3" name="Freeform 71">
                <a:extLst>
                  <a:ext uri="{FF2B5EF4-FFF2-40B4-BE49-F238E27FC236}">
                    <a16:creationId xmlns:a16="http://schemas.microsoft.com/office/drawing/2014/main" id="{70D7A8BC-B5AD-46E7-AF29-C085FF84301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90785" y="2771566"/>
                <a:ext cx="112090" cy="112090"/>
              </a:xfrm>
              <a:custGeom>
                <a:avLst/>
                <a:gdLst>
                  <a:gd name="T0" fmla="*/ 0 w 84"/>
                  <a:gd name="T1" fmla="*/ 0 h 83"/>
                  <a:gd name="T2" fmla="*/ 44 w 84"/>
                  <a:gd name="T3" fmla="*/ 0 h 83"/>
                  <a:gd name="T4" fmla="*/ 82 w 84"/>
                  <a:gd name="T5" fmla="*/ 27 h 83"/>
                  <a:gd name="T6" fmla="*/ 57 w 84"/>
                  <a:gd name="T7" fmla="*/ 52 h 83"/>
                  <a:gd name="T8" fmla="*/ 84 w 84"/>
                  <a:gd name="T9" fmla="*/ 83 h 83"/>
                  <a:gd name="T10" fmla="*/ 64 w 84"/>
                  <a:gd name="T11" fmla="*/ 83 h 83"/>
                  <a:gd name="T12" fmla="*/ 39 w 84"/>
                  <a:gd name="T13" fmla="*/ 54 h 83"/>
                  <a:gd name="T14" fmla="*/ 17 w 84"/>
                  <a:gd name="T15" fmla="*/ 54 h 83"/>
                  <a:gd name="T16" fmla="*/ 17 w 84"/>
                  <a:gd name="T17" fmla="*/ 83 h 83"/>
                  <a:gd name="T18" fmla="*/ 0 w 84"/>
                  <a:gd name="T19" fmla="*/ 83 h 83"/>
                  <a:gd name="T20" fmla="*/ 0 w 84"/>
                  <a:gd name="T21" fmla="*/ 0 h 83"/>
                  <a:gd name="T22" fmla="*/ 43 w 84"/>
                  <a:gd name="T23" fmla="*/ 41 h 83"/>
                  <a:gd name="T24" fmla="*/ 63 w 84"/>
                  <a:gd name="T25" fmla="*/ 27 h 83"/>
                  <a:gd name="T26" fmla="*/ 43 w 84"/>
                  <a:gd name="T27" fmla="*/ 14 h 83"/>
                  <a:gd name="T28" fmla="*/ 17 w 84"/>
                  <a:gd name="T29" fmla="*/ 14 h 83"/>
                  <a:gd name="T30" fmla="*/ 17 w 84"/>
                  <a:gd name="T31" fmla="*/ 41 h 83"/>
                  <a:gd name="T32" fmla="*/ 43 w 84"/>
                  <a:gd name="T33" fmla="*/ 41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4" h="83">
                    <a:moveTo>
                      <a:pt x="0" y="0"/>
                    </a:moveTo>
                    <a:cubicBezTo>
                      <a:pt x="44" y="0"/>
                      <a:pt x="44" y="0"/>
                      <a:pt x="44" y="0"/>
                    </a:cubicBezTo>
                    <a:cubicBezTo>
                      <a:pt x="65" y="0"/>
                      <a:pt x="82" y="9"/>
                      <a:pt x="82" y="27"/>
                    </a:cubicBezTo>
                    <a:cubicBezTo>
                      <a:pt x="82" y="41"/>
                      <a:pt x="71" y="48"/>
                      <a:pt x="57" y="52"/>
                    </a:cubicBezTo>
                    <a:cubicBezTo>
                      <a:pt x="84" y="83"/>
                      <a:pt x="84" y="83"/>
                      <a:pt x="84" y="83"/>
                    </a:cubicBezTo>
                    <a:cubicBezTo>
                      <a:pt x="64" y="83"/>
                      <a:pt x="64" y="83"/>
                      <a:pt x="64" y="83"/>
                    </a:cubicBezTo>
                    <a:cubicBezTo>
                      <a:pt x="39" y="54"/>
                      <a:pt x="39" y="54"/>
                      <a:pt x="39" y="54"/>
                    </a:cubicBezTo>
                    <a:cubicBezTo>
                      <a:pt x="17" y="54"/>
                      <a:pt x="17" y="54"/>
                      <a:pt x="17" y="54"/>
                    </a:cubicBezTo>
                    <a:cubicBezTo>
                      <a:pt x="17" y="83"/>
                      <a:pt x="17" y="83"/>
                      <a:pt x="17" y="83"/>
                    </a:cubicBezTo>
                    <a:cubicBezTo>
                      <a:pt x="0" y="83"/>
                      <a:pt x="0" y="83"/>
                      <a:pt x="0" y="83"/>
                    </a:cubicBezTo>
                    <a:lnTo>
                      <a:pt x="0" y="0"/>
                    </a:lnTo>
                    <a:close/>
                    <a:moveTo>
                      <a:pt x="43" y="41"/>
                    </a:moveTo>
                    <a:cubicBezTo>
                      <a:pt x="55" y="41"/>
                      <a:pt x="63" y="36"/>
                      <a:pt x="63" y="27"/>
                    </a:cubicBezTo>
                    <a:cubicBezTo>
                      <a:pt x="63" y="18"/>
                      <a:pt x="56" y="14"/>
                      <a:pt x="43" y="14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41"/>
                      <a:pt x="17" y="41"/>
                      <a:pt x="17" y="41"/>
                    </a:cubicBezTo>
                    <a:lnTo>
                      <a:pt x="43" y="41"/>
                    </a:ln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4" name="Freeform 72">
                <a:extLst>
                  <a:ext uri="{FF2B5EF4-FFF2-40B4-BE49-F238E27FC236}">
                    <a16:creationId xmlns:a16="http://schemas.microsoft.com/office/drawing/2014/main" id="{2F5E499A-8CE4-49F7-978B-E56C709C7E9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28296" y="2740365"/>
                <a:ext cx="101690" cy="143290"/>
              </a:xfrm>
              <a:custGeom>
                <a:avLst/>
                <a:gdLst>
                  <a:gd name="T0" fmla="*/ 0 w 76"/>
                  <a:gd name="T1" fmla="*/ 82 h 106"/>
                  <a:gd name="T2" fmla="*/ 0 w 76"/>
                  <a:gd name="T3" fmla="*/ 23 h 106"/>
                  <a:gd name="T4" fmla="*/ 74 w 76"/>
                  <a:gd name="T5" fmla="*/ 23 h 106"/>
                  <a:gd name="T6" fmla="*/ 74 w 76"/>
                  <a:gd name="T7" fmla="*/ 37 h 106"/>
                  <a:gd name="T8" fmla="*/ 17 w 76"/>
                  <a:gd name="T9" fmla="*/ 37 h 106"/>
                  <a:gd name="T10" fmla="*/ 17 w 76"/>
                  <a:gd name="T11" fmla="*/ 57 h 106"/>
                  <a:gd name="T12" fmla="*/ 70 w 76"/>
                  <a:gd name="T13" fmla="*/ 57 h 106"/>
                  <a:gd name="T14" fmla="*/ 70 w 76"/>
                  <a:gd name="T15" fmla="*/ 69 h 106"/>
                  <a:gd name="T16" fmla="*/ 17 w 76"/>
                  <a:gd name="T17" fmla="*/ 69 h 106"/>
                  <a:gd name="T18" fmla="*/ 17 w 76"/>
                  <a:gd name="T19" fmla="*/ 82 h 106"/>
                  <a:gd name="T20" fmla="*/ 28 w 76"/>
                  <a:gd name="T21" fmla="*/ 93 h 106"/>
                  <a:gd name="T22" fmla="*/ 76 w 76"/>
                  <a:gd name="T23" fmla="*/ 93 h 106"/>
                  <a:gd name="T24" fmla="*/ 76 w 76"/>
                  <a:gd name="T25" fmla="*/ 106 h 106"/>
                  <a:gd name="T26" fmla="*/ 24 w 76"/>
                  <a:gd name="T27" fmla="*/ 106 h 106"/>
                  <a:gd name="T28" fmla="*/ 0 w 76"/>
                  <a:gd name="T29" fmla="*/ 82 h 106"/>
                  <a:gd name="T30" fmla="*/ 57 w 76"/>
                  <a:gd name="T31" fmla="*/ 0 h 106"/>
                  <a:gd name="T32" fmla="*/ 43 w 76"/>
                  <a:gd name="T33" fmla="*/ 14 h 106"/>
                  <a:gd name="T34" fmla="*/ 28 w 76"/>
                  <a:gd name="T35" fmla="*/ 14 h 106"/>
                  <a:gd name="T36" fmla="*/ 38 w 76"/>
                  <a:gd name="T37" fmla="*/ 0 h 106"/>
                  <a:gd name="T38" fmla="*/ 57 w 76"/>
                  <a:gd name="T3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6" h="106">
                    <a:moveTo>
                      <a:pt x="0" y="82"/>
                    </a:moveTo>
                    <a:cubicBezTo>
                      <a:pt x="0" y="23"/>
                      <a:pt x="0" y="23"/>
                      <a:pt x="0" y="23"/>
                    </a:cubicBezTo>
                    <a:cubicBezTo>
                      <a:pt x="74" y="23"/>
                      <a:pt x="74" y="23"/>
                      <a:pt x="74" y="23"/>
                    </a:cubicBezTo>
                    <a:cubicBezTo>
                      <a:pt x="74" y="37"/>
                      <a:pt x="74" y="37"/>
                      <a:pt x="74" y="37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70" y="57"/>
                      <a:pt x="70" y="57"/>
                      <a:pt x="70" y="57"/>
                    </a:cubicBezTo>
                    <a:cubicBezTo>
                      <a:pt x="70" y="69"/>
                      <a:pt x="70" y="69"/>
                      <a:pt x="70" y="69"/>
                    </a:cubicBezTo>
                    <a:cubicBezTo>
                      <a:pt x="17" y="69"/>
                      <a:pt x="17" y="69"/>
                      <a:pt x="17" y="69"/>
                    </a:cubicBezTo>
                    <a:cubicBezTo>
                      <a:pt x="17" y="82"/>
                      <a:pt x="17" y="82"/>
                      <a:pt x="17" y="82"/>
                    </a:cubicBezTo>
                    <a:cubicBezTo>
                      <a:pt x="17" y="89"/>
                      <a:pt x="21" y="93"/>
                      <a:pt x="28" y="93"/>
                    </a:cubicBezTo>
                    <a:cubicBezTo>
                      <a:pt x="76" y="93"/>
                      <a:pt x="76" y="93"/>
                      <a:pt x="76" y="93"/>
                    </a:cubicBezTo>
                    <a:cubicBezTo>
                      <a:pt x="76" y="106"/>
                      <a:pt x="76" y="106"/>
                      <a:pt x="76" y="106"/>
                    </a:cubicBezTo>
                    <a:cubicBezTo>
                      <a:pt x="24" y="106"/>
                      <a:pt x="24" y="106"/>
                      <a:pt x="24" y="106"/>
                    </a:cubicBezTo>
                    <a:cubicBezTo>
                      <a:pt x="8" y="106"/>
                      <a:pt x="0" y="97"/>
                      <a:pt x="0" y="82"/>
                    </a:cubicBezTo>
                    <a:close/>
                    <a:moveTo>
                      <a:pt x="57" y="0"/>
                    </a:moveTo>
                    <a:cubicBezTo>
                      <a:pt x="43" y="14"/>
                      <a:pt x="43" y="14"/>
                      <a:pt x="43" y="14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38" y="0"/>
                      <a:pt x="38" y="0"/>
                      <a:pt x="38" y="0"/>
                    </a:cubicBez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5" name="Freeform 73">
                <a:extLst>
                  <a:ext uri="{FF2B5EF4-FFF2-40B4-BE49-F238E27FC236}">
                    <a16:creationId xmlns:a16="http://schemas.microsoft.com/office/drawing/2014/main" id="{9CCDAE53-B380-4DB3-B27E-906D8BBBBFF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661186" y="2771566"/>
                <a:ext cx="119023" cy="112090"/>
              </a:xfrm>
              <a:custGeom>
                <a:avLst/>
                <a:gdLst>
                  <a:gd name="T0" fmla="*/ 0 w 90"/>
                  <a:gd name="T1" fmla="*/ 0 h 83"/>
                  <a:gd name="T2" fmla="*/ 37 w 90"/>
                  <a:gd name="T3" fmla="*/ 0 h 83"/>
                  <a:gd name="T4" fmla="*/ 90 w 90"/>
                  <a:gd name="T5" fmla="*/ 42 h 83"/>
                  <a:gd name="T6" fmla="*/ 37 w 90"/>
                  <a:gd name="T7" fmla="*/ 83 h 83"/>
                  <a:gd name="T8" fmla="*/ 0 w 90"/>
                  <a:gd name="T9" fmla="*/ 83 h 83"/>
                  <a:gd name="T10" fmla="*/ 0 w 90"/>
                  <a:gd name="T11" fmla="*/ 0 h 83"/>
                  <a:gd name="T12" fmla="*/ 38 w 90"/>
                  <a:gd name="T13" fmla="*/ 70 h 83"/>
                  <a:gd name="T14" fmla="*/ 71 w 90"/>
                  <a:gd name="T15" fmla="*/ 42 h 83"/>
                  <a:gd name="T16" fmla="*/ 38 w 90"/>
                  <a:gd name="T17" fmla="*/ 14 h 83"/>
                  <a:gd name="T18" fmla="*/ 17 w 90"/>
                  <a:gd name="T19" fmla="*/ 14 h 83"/>
                  <a:gd name="T20" fmla="*/ 17 w 90"/>
                  <a:gd name="T21" fmla="*/ 70 h 83"/>
                  <a:gd name="T22" fmla="*/ 38 w 90"/>
                  <a:gd name="T23" fmla="*/ 7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0" h="83">
                    <a:moveTo>
                      <a:pt x="0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69" y="0"/>
                      <a:pt x="90" y="17"/>
                      <a:pt x="90" y="42"/>
                    </a:cubicBezTo>
                    <a:cubicBezTo>
                      <a:pt x="90" y="66"/>
                      <a:pt x="69" y="83"/>
                      <a:pt x="37" y="83"/>
                    </a:cubicBezTo>
                    <a:cubicBezTo>
                      <a:pt x="0" y="83"/>
                      <a:pt x="0" y="83"/>
                      <a:pt x="0" y="83"/>
                    </a:cubicBezTo>
                    <a:lnTo>
                      <a:pt x="0" y="0"/>
                    </a:lnTo>
                    <a:close/>
                    <a:moveTo>
                      <a:pt x="38" y="70"/>
                    </a:moveTo>
                    <a:cubicBezTo>
                      <a:pt x="58" y="70"/>
                      <a:pt x="71" y="59"/>
                      <a:pt x="71" y="42"/>
                    </a:cubicBezTo>
                    <a:cubicBezTo>
                      <a:pt x="71" y="25"/>
                      <a:pt x="58" y="14"/>
                      <a:pt x="38" y="14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70"/>
                      <a:pt x="17" y="70"/>
                      <a:pt x="17" y="70"/>
                    </a:cubicBezTo>
                    <a:lnTo>
                      <a:pt x="38" y="70"/>
                    </a:ln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6" name="Rectangle 74">
                <a:extLst>
                  <a:ext uri="{FF2B5EF4-FFF2-40B4-BE49-F238E27FC236}">
                    <a16:creationId xmlns:a16="http://schemas.microsoft.com/office/drawing/2014/main" id="{62B6DE6D-FD73-4DA6-93FD-23526EB496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7943" y="2771566"/>
                <a:ext cx="23111" cy="112090"/>
              </a:xfrm>
              <a:prstGeom prst="rect">
                <a:avLst/>
              </a:pr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7" name="Freeform 75">
                <a:extLst>
                  <a:ext uri="{FF2B5EF4-FFF2-40B4-BE49-F238E27FC236}">
                    <a16:creationId xmlns:a16="http://schemas.microsoft.com/office/drawing/2014/main" id="{C2752064-BE7C-433A-AE60-847DD1CF2B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6476" y="2771566"/>
                <a:ext cx="108623" cy="112090"/>
              </a:xfrm>
              <a:custGeom>
                <a:avLst/>
                <a:gdLst>
                  <a:gd name="T0" fmla="*/ 0 w 94"/>
                  <a:gd name="T1" fmla="*/ 16 h 97"/>
                  <a:gd name="T2" fmla="*/ 0 w 94"/>
                  <a:gd name="T3" fmla="*/ 0 h 97"/>
                  <a:gd name="T4" fmla="*/ 94 w 94"/>
                  <a:gd name="T5" fmla="*/ 0 h 97"/>
                  <a:gd name="T6" fmla="*/ 94 w 94"/>
                  <a:gd name="T7" fmla="*/ 16 h 97"/>
                  <a:gd name="T8" fmla="*/ 57 w 94"/>
                  <a:gd name="T9" fmla="*/ 16 h 97"/>
                  <a:gd name="T10" fmla="*/ 57 w 94"/>
                  <a:gd name="T11" fmla="*/ 97 h 97"/>
                  <a:gd name="T12" fmla="*/ 36 w 94"/>
                  <a:gd name="T13" fmla="*/ 97 h 97"/>
                  <a:gd name="T14" fmla="*/ 36 w 94"/>
                  <a:gd name="T15" fmla="*/ 16 h 97"/>
                  <a:gd name="T16" fmla="*/ 0 w 94"/>
                  <a:gd name="T17" fmla="*/ 16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4" h="97">
                    <a:moveTo>
                      <a:pt x="0" y="16"/>
                    </a:moveTo>
                    <a:lnTo>
                      <a:pt x="0" y="0"/>
                    </a:lnTo>
                    <a:lnTo>
                      <a:pt x="94" y="0"/>
                    </a:lnTo>
                    <a:lnTo>
                      <a:pt x="94" y="16"/>
                    </a:lnTo>
                    <a:lnTo>
                      <a:pt x="57" y="16"/>
                    </a:lnTo>
                    <a:lnTo>
                      <a:pt x="57" y="97"/>
                    </a:lnTo>
                    <a:lnTo>
                      <a:pt x="36" y="97"/>
                    </a:lnTo>
                    <a:lnTo>
                      <a:pt x="36" y="16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8" name="Freeform 76">
                <a:extLst>
                  <a:ext uri="{FF2B5EF4-FFF2-40B4-BE49-F238E27FC236}">
                    <a16:creationId xmlns:a16="http://schemas.microsoft.com/office/drawing/2014/main" id="{0A500ACE-420C-4B75-89F5-951406214FC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015944" y="2771566"/>
                <a:ext cx="137512" cy="112090"/>
              </a:xfrm>
              <a:custGeom>
                <a:avLst/>
                <a:gdLst>
                  <a:gd name="T0" fmla="*/ 84 w 119"/>
                  <a:gd name="T1" fmla="*/ 74 h 97"/>
                  <a:gd name="T2" fmla="*/ 31 w 119"/>
                  <a:gd name="T3" fmla="*/ 74 h 97"/>
                  <a:gd name="T4" fmla="*/ 21 w 119"/>
                  <a:gd name="T5" fmla="*/ 97 h 97"/>
                  <a:gd name="T6" fmla="*/ 0 w 119"/>
                  <a:gd name="T7" fmla="*/ 97 h 97"/>
                  <a:gd name="T8" fmla="*/ 48 w 119"/>
                  <a:gd name="T9" fmla="*/ 0 h 97"/>
                  <a:gd name="T10" fmla="*/ 69 w 119"/>
                  <a:gd name="T11" fmla="*/ 0 h 97"/>
                  <a:gd name="T12" fmla="*/ 119 w 119"/>
                  <a:gd name="T13" fmla="*/ 97 h 97"/>
                  <a:gd name="T14" fmla="*/ 96 w 119"/>
                  <a:gd name="T15" fmla="*/ 97 h 97"/>
                  <a:gd name="T16" fmla="*/ 84 w 119"/>
                  <a:gd name="T17" fmla="*/ 74 h 97"/>
                  <a:gd name="T18" fmla="*/ 76 w 119"/>
                  <a:gd name="T19" fmla="*/ 59 h 97"/>
                  <a:gd name="T20" fmla="*/ 58 w 119"/>
                  <a:gd name="T21" fmla="*/ 20 h 97"/>
                  <a:gd name="T22" fmla="*/ 39 w 119"/>
                  <a:gd name="T23" fmla="*/ 59 h 97"/>
                  <a:gd name="T24" fmla="*/ 76 w 119"/>
                  <a:gd name="T25" fmla="*/ 59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9" h="97">
                    <a:moveTo>
                      <a:pt x="84" y="74"/>
                    </a:moveTo>
                    <a:lnTo>
                      <a:pt x="31" y="74"/>
                    </a:lnTo>
                    <a:lnTo>
                      <a:pt x="21" y="97"/>
                    </a:lnTo>
                    <a:lnTo>
                      <a:pt x="0" y="97"/>
                    </a:lnTo>
                    <a:lnTo>
                      <a:pt x="48" y="0"/>
                    </a:lnTo>
                    <a:lnTo>
                      <a:pt x="69" y="0"/>
                    </a:lnTo>
                    <a:lnTo>
                      <a:pt x="119" y="97"/>
                    </a:lnTo>
                    <a:lnTo>
                      <a:pt x="96" y="97"/>
                    </a:lnTo>
                    <a:lnTo>
                      <a:pt x="84" y="74"/>
                    </a:lnTo>
                    <a:close/>
                    <a:moveTo>
                      <a:pt x="76" y="59"/>
                    </a:moveTo>
                    <a:lnTo>
                      <a:pt x="58" y="20"/>
                    </a:lnTo>
                    <a:lnTo>
                      <a:pt x="39" y="59"/>
                    </a:lnTo>
                    <a:lnTo>
                      <a:pt x="76" y="59"/>
                    </a:ln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9" name="Freeform 77">
                <a:extLst>
                  <a:ext uri="{FF2B5EF4-FFF2-40B4-BE49-F238E27FC236}">
                    <a16:creationId xmlns:a16="http://schemas.microsoft.com/office/drawing/2014/main" id="{8437E766-AF67-43D1-90C7-5DF357488F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2701" y="2770410"/>
                <a:ext cx="123646" cy="114401"/>
              </a:xfrm>
              <a:custGeom>
                <a:avLst/>
                <a:gdLst>
                  <a:gd name="T0" fmla="*/ 52 w 93"/>
                  <a:gd name="T1" fmla="*/ 0 h 85"/>
                  <a:gd name="T2" fmla="*/ 88 w 93"/>
                  <a:gd name="T3" fmla="*/ 12 h 85"/>
                  <a:gd name="T4" fmla="*/ 80 w 93"/>
                  <a:gd name="T5" fmla="*/ 22 h 85"/>
                  <a:gd name="T6" fmla="*/ 53 w 93"/>
                  <a:gd name="T7" fmla="*/ 13 h 85"/>
                  <a:gd name="T8" fmla="*/ 18 w 93"/>
                  <a:gd name="T9" fmla="*/ 42 h 85"/>
                  <a:gd name="T10" fmla="*/ 52 w 93"/>
                  <a:gd name="T11" fmla="*/ 72 h 85"/>
                  <a:gd name="T12" fmla="*/ 75 w 93"/>
                  <a:gd name="T13" fmla="*/ 66 h 85"/>
                  <a:gd name="T14" fmla="*/ 75 w 93"/>
                  <a:gd name="T15" fmla="*/ 50 h 85"/>
                  <a:gd name="T16" fmla="*/ 51 w 93"/>
                  <a:gd name="T17" fmla="*/ 50 h 85"/>
                  <a:gd name="T18" fmla="*/ 51 w 93"/>
                  <a:gd name="T19" fmla="*/ 38 h 85"/>
                  <a:gd name="T20" fmla="*/ 93 w 93"/>
                  <a:gd name="T21" fmla="*/ 38 h 85"/>
                  <a:gd name="T22" fmla="*/ 93 w 93"/>
                  <a:gd name="T23" fmla="*/ 72 h 85"/>
                  <a:gd name="T24" fmla="*/ 51 w 93"/>
                  <a:gd name="T25" fmla="*/ 85 h 85"/>
                  <a:gd name="T26" fmla="*/ 0 w 93"/>
                  <a:gd name="T27" fmla="*/ 43 h 85"/>
                  <a:gd name="T28" fmla="*/ 52 w 93"/>
                  <a:gd name="T29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3" h="85">
                    <a:moveTo>
                      <a:pt x="52" y="0"/>
                    </a:moveTo>
                    <a:cubicBezTo>
                      <a:pt x="64" y="0"/>
                      <a:pt x="78" y="4"/>
                      <a:pt x="88" y="12"/>
                    </a:cubicBezTo>
                    <a:cubicBezTo>
                      <a:pt x="80" y="22"/>
                      <a:pt x="80" y="22"/>
                      <a:pt x="80" y="22"/>
                    </a:cubicBezTo>
                    <a:cubicBezTo>
                      <a:pt x="71" y="16"/>
                      <a:pt x="64" y="13"/>
                      <a:pt x="53" y="13"/>
                    </a:cubicBezTo>
                    <a:cubicBezTo>
                      <a:pt x="33" y="13"/>
                      <a:pt x="18" y="25"/>
                      <a:pt x="18" y="42"/>
                    </a:cubicBezTo>
                    <a:cubicBezTo>
                      <a:pt x="18" y="60"/>
                      <a:pt x="32" y="72"/>
                      <a:pt x="52" y="72"/>
                    </a:cubicBezTo>
                    <a:cubicBezTo>
                      <a:pt x="61" y="72"/>
                      <a:pt x="70" y="70"/>
                      <a:pt x="75" y="66"/>
                    </a:cubicBezTo>
                    <a:cubicBezTo>
                      <a:pt x="75" y="50"/>
                      <a:pt x="75" y="50"/>
                      <a:pt x="75" y="50"/>
                    </a:cubicBezTo>
                    <a:cubicBezTo>
                      <a:pt x="51" y="50"/>
                      <a:pt x="51" y="50"/>
                      <a:pt x="51" y="50"/>
                    </a:cubicBezTo>
                    <a:cubicBezTo>
                      <a:pt x="51" y="38"/>
                      <a:pt x="51" y="38"/>
                      <a:pt x="51" y="38"/>
                    </a:cubicBezTo>
                    <a:cubicBezTo>
                      <a:pt x="93" y="38"/>
                      <a:pt x="93" y="38"/>
                      <a:pt x="93" y="38"/>
                    </a:cubicBezTo>
                    <a:cubicBezTo>
                      <a:pt x="93" y="72"/>
                      <a:pt x="93" y="72"/>
                      <a:pt x="93" y="72"/>
                    </a:cubicBezTo>
                    <a:cubicBezTo>
                      <a:pt x="83" y="79"/>
                      <a:pt x="69" y="85"/>
                      <a:pt x="51" y="85"/>
                    </a:cubicBezTo>
                    <a:cubicBezTo>
                      <a:pt x="20" y="85"/>
                      <a:pt x="0" y="67"/>
                      <a:pt x="0" y="43"/>
                    </a:cubicBezTo>
                    <a:cubicBezTo>
                      <a:pt x="0" y="16"/>
                      <a:pt x="25" y="0"/>
                      <a:pt x="52" y="0"/>
                    </a:cubicBez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0" name="Freeform 78">
                <a:extLst>
                  <a:ext uri="{FF2B5EF4-FFF2-40B4-BE49-F238E27FC236}">
                    <a16:creationId xmlns:a16="http://schemas.microsoft.com/office/drawing/2014/main" id="{1D14CF51-C947-4E53-BA59-7523D6B49FC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18702" y="2771566"/>
                <a:ext cx="113245" cy="112090"/>
              </a:xfrm>
              <a:custGeom>
                <a:avLst/>
                <a:gdLst>
                  <a:gd name="T0" fmla="*/ 0 w 85"/>
                  <a:gd name="T1" fmla="*/ 0 h 83"/>
                  <a:gd name="T2" fmla="*/ 44 w 85"/>
                  <a:gd name="T3" fmla="*/ 0 h 83"/>
                  <a:gd name="T4" fmla="*/ 82 w 85"/>
                  <a:gd name="T5" fmla="*/ 27 h 83"/>
                  <a:gd name="T6" fmla="*/ 58 w 85"/>
                  <a:gd name="T7" fmla="*/ 52 h 83"/>
                  <a:gd name="T8" fmla="*/ 85 w 85"/>
                  <a:gd name="T9" fmla="*/ 83 h 83"/>
                  <a:gd name="T10" fmla="*/ 64 w 85"/>
                  <a:gd name="T11" fmla="*/ 83 h 83"/>
                  <a:gd name="T12" fmla="*/ 39 w 85"/>
                  <a:gd name="T13" fmla="*/ 54 h 83"/>
                  <a:gd name="T14" fmla="*/ 17 w 85"/>
                  <a:gd name="T15" fmla="*/ 54 h 83"/>
                  <a:gd name="T16" fmla="*/ 17 w 85"/>
                  <a:gd name="T17" fmla="*/ 83 h 83"/>
                  <a:gd name="T18" fmla="*/ 0 w 85"/>
                  <a:gd name="T19" fmla="*/ 83 h 83"/>
                  <a:gd name="T20" fmla="*/ 0 w 85"/>
                  <a:gd name="T21" fmla="*/ 0 h 83"/>
                  <a:gd name="T22" fmla="*/ 43 w 85"/>
                  <a:gd name="T23" fmla="*/ 41 h 83"/>
                  <a:gd name="T24" fmla="*/ 64 w 85"/>
                  <a:gd name="T25" fmla="*/ 27 h 83"/>
                  <a:gd name="T26" fmla="*/ 43 w 85"/>
                  <a:gd name="T27" fmla="*/ 14 h 83"/>
                  <a:gd name="T28" fmla="*/ 17 w 85"/>
                  <a:gd name="T29" fmla="*/ 14 h 83"/>
                  <a:gd name="T30" fmla="*/ 17 w 85"/>
                  <a:gd name="T31" fmla="*/ 41 h 83"/>
                  <a:gd name="T32" fmla="*/ 43 w 85"/>
                  <a:gd name="T33" fmla="*/ 41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5" h="83">
                    <a:moveTo>
                      <a:pt x="0" y="0"/>
                    </a:moveTo>
                    <a:cubicBezTo>
                      <a:pt x="44" y="0"/>
                      <a:pt x="44" y="0"/>
                      <a:pt x="44" y="0"/>
                    </a:cubicBezTo>
                    <a:cubicBezTo>
                      <a:pt x="65" y="0"/>
                      <a:pt x="82" y="9"/>
                      <a:pt x="82" y="27"/>
                    </a:cubicBezTo>
                    <a:cubicBezTo>
                      <a:pt x="82" y="41"/>
                      <a:pt x="72" y="48"/>
                      <a:pt x="58" y="52"/>
                    </a:cubicBezTo>
                    <a:cubicBezTo>
                      <a:pt x="85" y="83"/>
                      <a:pt x="85" y="83"/>
                      <a:pt x="85" y="83"/>
                    </a:cubicBezTo>
                    <a:cubicBezTo>
                      <a:pt x="64" y="83"/>
                      <a:pt x="64" y="83"/>
                      <a:pt x="64" y="83"/>
                    </a:cubicBezTo>
                    <a:cubicBezTo>
                      <a:pt x="39" y="54"/>
                      <a:pt x="39" y="54"/>
                      <a:pt x="39" y="54"/>
                    </a:cubicBezTo>
                    <a:cubicBezTo>
                      <a:pt x="17" y="54"/>
                      <a:pt x="17" y="54"/>
                      <a:pt x="17" y="54"/>
                    </a:cubicBezTo>
                    <a:cubicBezTo>
                      <a:pt x="17" y="83"/>
                      <a:pt x="17" y="83"/>
                      <a:pt x="17" y="83"/>
                    </a:cubicBezTo>
                    <a:cubicBezTo>
                      <a:pt x="0" y="83"/>
                      <a:pt x="0" y="83"/>
                      <a:pt x="0" y="83"/>
                    </a:cubicBezTo>
                    <a:lnTo>
                      <a:pt x="0" y="0"/>
                    </a:lnTo>
                    <a:close/>
                    <a:moveTo>
                      <a:pt x="43" y="41"/>
                    </a:moveTo>
                    <a:cubicBezTo>
                      <a:pt x="56" y="41"/>
                      <a:pt x="64" y="36"/>
                      <a:pt x="64" y="27"/>
                    </a:cubicBezTo>
                    <a:cubicBezTo>
                      <a:pt x="64" y="18"/>
                      <a:pt x="56" y="14"/>
                      <a:pt x="43" y="14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41"/>
                      <a:pt x="17" y="41"/>
                      <a:pt x="17" y="41"/>
                    </a:cubicBezTo>
                    <a:lnTo>
                      <a:pt x="43" y="41"/>
                    </a:ln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1" name="Rectangle 79">
                <a:extLst>
                  <a:ext uri="{FF2B5EF4-FFF2-40B4-BE49-F238E27FC236}">
                    <a16:creationId xmlns:a16="http://schemas.microsoft.com/office/drawing/2014/main" id="{762106C2-B924-4763-9688-F2A2A9D329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0836" y="2771566"/>
                <a:ext cx="23111" cy="112090"/>
              </a:xfrm>
              <a:prstGeom prst="rect">
                <a:avLst/>
              </a:pr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2" name="Freeform 80">
                <a:extLst>
                  <a:ext uri="{FF2B5EF4-FFF2-40B4-BE49-F238E27FC236}">
                    <a16:creationId xmlns:a16="http://schemas.microsoft.com/office/drawing/2014/main" id="{1DF301CF-179C-49D9-B3DC-6B0D66DEC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2836" y="2770410"/>
                <a:ext cx="120179" cy="114401"/>
              </a:xfrm>
              <a:custGeom>
                <a:avLst/>
                <a:gdLst>
                  <a:gd name="T0" fmla="*/ 52 w 90"/>
                  <a:gd name="T1" fmla="*/ 0 h 85"/>
                  <a:gd name="T2" fmla="*/ 89 w 90"/>
                  <a:gd name="T3" fmla="*/ 12 h 85"/>
                  <a:gd name="T4" fmla="*/ 80 w 90"/>
                  <a:gd name="T5" fmla="*/ 22 h 85"/>
                  <a:gd name="T6" fmla="*/ 53 w 90"/>
                  <a:gd name="T7" fmla="*/ 13 h 85"/>
                  <a:gd name="T8" fmla="*/ 18 w 90"/>
                  <a:gd name="T9" fmla="*/ 43 h 85"/>
                  <a:gd name="T10" fmla="*/ 53 w 90"/>
                  <a:gd name="T11" fmla="*/ 72 h 85"/>
                  <a:gd name="T12" fmla="*/ 82 w 90"/>
                  <a:gd name="T13" fmla="*/ 62 h 85"/>
                  <a:gd name="T14" fmla="*/ 90 w 90"/>
                  <a:gd name="T15" fmla="*/ 73 h 85"/>
                  <a:gd name="T16" fmla="*/ 52 w 90"/>
                  <a:gd name="T17" fmla="*/ 85 h 85"/>
                  <a:gd name="T18" fmla="*/ 0 w 90"/>
                  <a:gd name="T19" fmla="*/ 43 h 85"/>
                  <a:gd name="T20" fmla="*/ 52 w 90"/>
                  <a:gd name="T21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0" h="85">
                    <a:moveTo>
                      <a:pt x="52" y="0"/>
                    </a:moveTo>
                    <a:cubicBezTo>
                      <a:pt x="65" y="0"/>
                      <a:pt x="78" y="4"/>
                      <a:pt x="89" y="12"/>
                    </a:cubicBezTo>
                    <a:cubicBezTo>
                      <a:pt x="80" y="22"/>
                      <a:pt x="80" y="22"/>
                      <a:pt x="80" y="22"/>
                    </a:cubicBezTo>
                    <a:cubicBezTo>
                      <a:pt x="71" y="16"/>
                      <a:pt x="64" y="13"/>
                      <a:pt x="53" y="13"/>
                    </a:cubicBezTo>
                    <a:cubicBezTo>
                      <a:pt x="33" y="13"/>
                      <a:pt x="18" y="25"/>
                      <a:pt x="18" y="43"/>
                    </a:cubicBezTo>
                    <a:cubicBezTo>
                      <a:pt x="18" y="60"/>
                      <a:pt x="33" y="72"/>
                      <a:pt x="53" y="72"/>
                    </a:cubicBezTo>
                    <a:cubicBezTo>
                      <a:pt x="65" y="72"/>
                      <a:pt x="72" y="69"/>
                      <a:pt x="82" y="62"/>
                    </a:cubicBezTo>
                    <a:cubicBezTo>
                      <a:pt x="90" y="73"/>
                      <a:pt x="90" y="73"/>
                      <a:pt x="90" y="73"/>
                    </a:cubicBezTo>
                    <a:cubicBezTo>
                      <a:pt x="79" y="81"/>
                      <a:pt x="65" y="85"/>
                      <a:pt x="52" y="85"/>
                    </a:cubicBezTo>
                    <a:cubicBezTo>
                      <a:pt x="25" y="85"/>
                      <a:pt x="0" y="70"/>
                      <a:pt x="0" y="43"/>
                    </a:cubicBezTo>
                    <a:cubicBezTo>
                      <a:pt x="0" y="16"/>
                      <a:pt x="25" y="0"/>
                      <a:pt x="52" y="0"/>
                    </a:cubicBez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3" name="Freeform 81">
                <a:extLst>
                  <a:ext uri="{FF2B5EF4-FFF2-40B4-BE49-F238E27FC236}">
                    <a16:creationId xmlns:a16="http://schemas.microsoft.com/office/drawing/2014/main" id="{C1F19ED2-1E25-41BB-8310-657BF94C5A3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643415" y="2770410"/>
                <a:ext cx="138668" cy="114401"/>
              </a:xfrm>
              <a:custGeom>
                <a:avLst/>
                <a:gdLst>
                  <a:gd name="T0" fmla="*/ 0 w 104"/>
                  <a:gd name="T1" fmla="*/ 43 h 85"/>
                  <a:gd name="T2" fmla="*/ 52 w 104"/>
                  <a:gd name="T3" fmla="*/ 0 h 85"/>
                  <a:gd name="T4" fmla="*/ 104 w 104"/>
                  <a:gd name="T5" fmla="*/ 43 h 85"/>
                  <a:gd name="T6" fmla="*/ 52 w 104"/>
                  <a:gd name="T7" fmla="*/ 85 h 85"/>
                  <a:gd name="T8" fmla="*/ 0 w 104"/>
                  <a:gd name="T9" fmla="*/ 43 h 85"/>
                  <a:gd name="T10" fmla="*/ 18 w 104"/>
                  <a:gd name="T11" fmla="*/ 43 h 85"/>
                  <a:gd name="T12" fmla="*/ 52 w 104"/>
                  <a:gd name="T13" fmla="*/ 72 h 85"/>
                  <a:gd name="T14" fmla="*/ 86 w 104"/>
                  <a:gd name="T15" fmla="*/ 43 h 85"/>
                  <a:gd name="T16" fmla="*/ 52 w 104"/>
                  <a:gd name="T17" fmla="*/ 13 h 85"/>
                  <a:gd name="T18" fmla="*/ 18 w 104"/>
                  <a:gd name="T19" fmla="*/ 43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4" h="85">
                    <a:moveTo>
                      <a:pt x="0" y="43"/>
                    </a:moveTo>
                    <a:cubicBezTo>
                      <a:pt x="0" y="19"/>
                      <a:pt x="22" y="0"/>
                      <a:pt x="52" y="0"/>
                    </a:cubicBezTo>
                    <a:cubicBezTo>
                      <a:pt x="83" y="0"/>
                      <a:pt x="104" y="19"/>
                      <a:pt x="104" y="43"/>
                    </a:cubicBezTo>
                    <a:cubicBezTo>
                      <a:pt x="104" y="66"/>
                      <a:pt x="83" y="85"/>
                      <a:pt x="52" y="85"/>
                    </a:cubicBezTo>
                    <a:cubicBezTo>
                      <a:pt x="22" y="85"/>
                      <a:pt x="0" y="66"/>
                      <a:pt x="0" y="43"/>
                    </a:cubicBezTo>
                    <a:close/>
                    <a:moveTo>
                      <a:pt x="18" y="43"/>
                    </a:moveTo>
                    <a:cubicBezTo>
                      <a:pt x="18" y="59"/>
                      <a:pt x="32" y="72"/>
                      <a:pt x="52" y="72"/>
                    </a:cubicBezTo>
                    <a:cubicBezTo>
                      <a:pt x="72" y="72"/>
                      <a:pt x="86" y="59"/>
                      <a:pt x="86" y="43"/>
                    </a:cubicBezTo>
                    <a:cubicBezTo>
                      <a:pt x="86" y="26"/>
                      <a:pt x="72" y="13"/>
                      <a:pt x="52" y="13"/>
                    </a:cubicBezTo>
                    <a:cubicBezTo>
                      <a:pt x="32" y="13"/>
                      <a:pt x="18" y="26"/>
                      <a:pt x="18" y="43"/>
                    </a:cubicBez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4" name="Freeform 82">
                <a:extLst>
                  <a:ext uri="{FF2B5EF4-FFF2-40B4-BE49-F238E27FC236}">
                    <a16:creationId xmlns:a16="http://schemas.microsoft.com/office/drawing/2014/main" id="{87F519E7-AF0C-40F4-B4BB-5185F9D77F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6349" y="2771566"/>
                <a:ext cx="93601" cy="112090"/>
              </a:xfrm>
              <a:custGeom>
                <a:avLst/>
                <a:gdLst>
                  <a:gd name="T0" fmla="*/ 0 w 81"/>
                  <a:gd name="T1" fmla="*/ 0 h 97"/>
                  <a:gd name="T2" fmla="*/ 21 w 81"/>
                  <a:gd name="T3" fmla="*/ 0 h 97"/>
                  <a:gd name="T4" fmla="*/ 21 w 81"/>
                  <a:gd name="T5" fmla="*/ 82 h 97"/>
                  <a:gd name="T6" fmla="*/ 81 w 81"/>
                  <a:gd name="T7" fmla="*/ 82 h 97"/>
                  <a:gd name="T8" fmla="*/ 81 w 81"/>
                  <a:gd name="T9" fmla="*/ 97 h 97"/>
                  <a:gd name="T10" fmla="*/ 0 w 81"/>
                  <a:gd name="T11" fmla="*/ 97 h 97"/>
                  <a:gd name="T12" fmla="*/ 0 w 81"/>
                  <a:gd name="T13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" h="97">
                    <a:moveTo>
                      <a:pt x="0" y="0"/>
                    </a:moveTo>
                    <a:lnTo>
                      <a:pt x="21" y="0"/>
                    </a:lnTo>
                    <a:lnTo>
                      <a:pt x="21" y="82"/>
                    </a:lnTo>
                    <a:lnTo>
                      <a:pt x="81" y="82"/>
                    </a:lnTo>
                    <a:lnTo>
                      <a:pt x="81" y="97"/>
                    </a:lnTo>
                    <a:lnTo>
                      <a:pt x="0" y="9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5" name="Freeform 83">
                <a:extLst>
                  <a:ext uri="{FF2B5EF4-FFF2-40B4-BE49-F238E27FC236}">
                    <a16:creationId xmlns:a16="http://schemas.microsoft.com/office/drawing/2014/main" id="{6DC85398-66BA-4C1F-A2FC-FA4561F247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7283" y="2771566"/>
                <a:ext cx="100534" cy="112090"/>
              </a:xfrm>
              <a:custGeom>
                <a:avLst/>
                <a:gdLst>
                  <a:gd name="T0" fmla="*/ 0 w 76"/>
                  <a:gd name="T1" fmla="*/ 59 h 83"/>
                  <a:gd name="T2" fmla="*/ 0 w 76"/>
                  <a:gd name="T3" fmla="*/ 0 h 83"/>
                  <a:gd name="T4" fmla="*/ 74 w 76"/>
                  <a:gd name="T5" fmla="*/ 0 h 83"/>
                  <a:gd name="T6" fmla="*/ 74 w 76"/>
                  <a:gd name="T7" fmla="*/ 14 h 83"/>
                  <a:gd name="T8" fmla="*/ 17 w 76"/>
                  <a:gd name="T9" fmla="*/ 14 h 83"/>
                  <a:gd name="T10" fmla="*/ 17 w 76"/>
                  <a:gd name="T11" fmla="*/ 34 h 83"/>
                  <a:gd name="T12" fmla="*/ 70 w 76"/>
                  <a:gd name="T13" fmla="*/ 34 h 83"/>
                  <a:gd name="T14" fmla="*/ 70 w 76"/>
                  <a:gd name="T15" fmla="*/ 46 h 83"/>
                  <a:gd name="T16" fmla="*/ 17 w 76"/>
                  <a:gd name="T17" fmla="*/ 46 h 83"/>
                  <a:gd name="T18" fmla="*/ 17 w 76"/>
                  <a:gd name="T19" fmla="*/ 59 h 83"/>
                  <a:gd name="T20" fmla="*/ 28 w 76"/>
                  <a:gd name="T21" fmla="*/ 70 h 83"/>
                  <a:gd name="T22" fmla="*/ 76 w 76"/>
                  <a:gd name="T23" fmla="*/ 70 h 83"/>
                  <a:gd name="T24" fmla="*/ 76 w 76"/>
                  <a:gd name="T25" fmla="*/ 83 h 83"/>
                  <a:gd name="T26" fmla="*/ 23 w 76"/>
                  <a:gd name="T27" fmla="*/ 83 h 83"/>
                  <a:gd name="T28" fmla="*/ 0 w 76"/>
                  <a:gd name="T29" fmla="*/ 59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6" h="83">
                    <a:moveTo>
                      <a:pt x="0" y="59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74" y="0"/>
                      <a:pt x="74" y="0"/>
                      <a:pt x="74" y="0"/>
                    </a:cubicBezTo>
                    <a:cubicBezTo>
                      <a:pt x="74" y="14"/>
                      <a:pt x="74" y="14"/>
                      <a:pt x="74" y="14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70" y="34"/>
                      <a:pt x="70" y="34"/>
                      <a:pt x="70" y="34"/>
                    </a:cubicBezTo>
                    <a:cubicBezTo>
                      <a:pt x="70" y="46"/>
                      <a:pt x="70" y="46"/>
                      <a:pt x="70" y="46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7" y="59"/>
                      <a:pt x="17" y="59"/>
                      <a:pt x="17" y="59"/>
                    </a:cubicBezTo>
                    <a:cubicBezTo>
                      <a:pt x="17" y="66"/>
                      <a:pt x="21" y="70"/>
                      <a:pt x="28" y="70"/>
                    </a:cubicBezTo>
                    <a:cubicBezTo>
                      <a:pt x="76" y="70"/>
                      <a:pt x="76" y="70"/>
                      <a:pt x="76" y="70"/>
                    </a:cubicBezTo>
                    <a:cubicBezTo>
                      <a:pt x="76" y="83"/>
                      <a:pt x="76" y="83"/>
                      <a:pt x="76" y="83"/>
                    </a:cubicBezTo>
                    <a:cubicBezTo>
                      <a:pt x="23" y="83"/>
                      <a:pt x="23" y="83"/>
                      <a:pt x="23" y="83"/>
                    </a:cubicBezTo>
                    <a:cubicBezTo>
                      <a:pt x="8" y="83"/>
                      <a:pt x="0" y="74"/>
                      <a:pt x="0" y="59"/>
                    </a:cubicBez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6" name="Freeform 110">
                <a:extLst>
                  <a:ext uri="{FF2B5EF4-FFF2-40B4-BE49-F238E27FC236}">
                    <a16:creationId xmlns:a16="http://schemas.microsoft.com/office/drawing/2014/main" id="{02E83A0C-1910-4024-B6E3-38A50A6D43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0693" y="2753077"/>
                <a:ext cx="87823" cy="71645"/>
              </a:xfrm>
              <a:custGeom>
                <a:avLst/>
                <a:gdLst>
                  <a:gd name="T0" fmla="*/ 66 w 66"/>
                  <a:gd name="T1" fmla="*/ 25 h 53"/>
                  <a:gd name="T2" fmla="*/ 19 w 66"/>
                  <a:gd name="T3" fmla="*/ 50 h 53"/>
                  <a:gd name="T4" fmla="*/ 7 w 66"/>
                  <a:gd name="T5" fmla="*/ 48 h 53"/>
                  <a:gd name="T6" fmla="*/ 0 w 66"/>
                  <a:gd name="T7" fmla="*/ 31 h 53"/>
                  <a:gd name="T8" fmla="*/ 8 w 66"/>
                  <a:gd name="T9" fmla="*/ 31 h 53"/>
                  <a:gd name="T10" fmla="*/ 66 w 66"/>
                  <a:gd name="T11" fmla="*/ 0 h 53"/>
                  <a:gd name="T12" fmla="*/ 66 w 66"/>
                  <a:gd name="T13" fmla="*/ 2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6" h="53">
                    <a:moveTo>
                      <a:pt x="66" y="25"/>
                    </a:moveTo>
                    <a:cubicBezTo>
                      <a:pt x="66" y="25"/>
                      <a:pt x="28" y="47"/>
                      <a:pt x="19" y="50"/>
                    </a:cubicBezTo>
                    <a:cubicBezTo>
                      <a:pt x="11" y="53"/>
                      <a:pt x="8" y="49"/>
                      <a:pt x="7" y="48"/>
                    </a:cubicBezTo>
                    <a:cubicBezTo>
                      <a:pt x="4" y="44"/>
                      <a:pt x="1" y="33"/>
                      <a:pt x="0" y="31"/>
                    </a:cubicBezTo>
                    <a:cubicBezTo>
                      <a:pt x="1" y="31"/>
                      <a:pt x="3" y="32"/>
                      <a:pt x="8" y="31"/>
                    </a:cubicBezTo>
                    <a:cubicBezTo>
                      <a:pt x="13" y="29"/>
                      <a:pt x="66" y="0"/>
                      <a:pt x="66" y="0"/>
                    </a:cubicBezTo>
                    <a:cubicBezTo>
                      <a:pt x="66" y="25"/>
                      <a:pt x="66" y="25"/>
                      <a:pt x="66" y="25"/>
                    </a:cubicBezTo>
                    <a:close/>
                  </a:path>
                </a:pathLst>
              </a:custGeom>
              <a:solidFill>
                <a:srgbClr val="007D5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sp>
          <p:nvSpPr>
            <p:cNvPr id="81" name="Freeform 111">
              <a:extLst>
                <a:ext uri="{FF2B5EF4-FFF2-40B4-BE49-F238E27FC236}">
                  <a16:creationId xmlns:a16="http://schemas.microsoft.com/office/drawing/2014/main" id="{3FFEC6F9-3798-4229-96F3-105D815197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669" y="2766943"/>
              <a:ext cx="362847" cy="21031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solidFill>
              <a:srgbClr val="5E6A7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74814562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A14728C-5A86-CF43-98A8-03E7D7C17B9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01600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200" noProof="0" dirty="0"/>
          </a:p>
        </p:txBody>
      </p:sp>
      <p:sp>
        <p:nvSpPr>
          <p:cNvPr id="7" name="Rectangle 6">
            <a:hlinkClick r:id="rId2"/>
            <a:extLst>
              <a:ext uri="{FF2B5EF4-FFF2-40B4-BE49-F238E27FC236}">
                <a16:creationId xmlns:a16="http://schemas.microsoft.com/office/drawing/2014/main" id="{CD21C8F8-93ED-4642-B5CA-8B711BEA3644}"/>
              </a:ext>
            </a:extLst>
          </p:cNvPr>
          <p:cNvSpPr/>
          <p:nvPr userDrawn="1"/>
        </p:nvSpPr>
        <p:spPr>
          <a:xfrm>
            <a:off x="11268891" y="5939246"/>
            <a:ext cx="696686" cy="698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Graphic 7">
            <a:hlinkClick r:id="rId2"/>
            <a:extLst>
              <a:ext uri="{FF2B5EF4-FFF2-40B4-BE49-F238E27FC236}">
                <a16:creationId xmlns:a16="http://schemas.microsoft.com/office/drawing/2014/main" id="{F343797C-5C55-4BCE-AA7F-4A008DCFD2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6786" y="5977999"/>
            <a:ext cx="620896" cy="620896"/>
          </a:xfrm>
          <a:prstGeom prst="rect">
            <a:avLst/>
          </a:prstGeom>
        </p:spPr>
      </p:pic>
      <p:grpSp>
        <p:nvGrpSpPr>
          <p:cNvPr id="6" name="Groupe 10">
            <a:extLst>
              <a:ext uri="{FF2B5EF4-FFF2-40B4-BE49-F238E27FC236}">
                <a16:creationId xmlns:a16="http://schemas.microsoft.com/office/drawing/2014/main" id="{D489262E-61F9-4ADF-9EE9-B094158555C6}"/>
              </a:ext>
            </a:extLst>
          </p:cNvPr>
          <p:cNvGrpSpPr/>
          <p:nvPr userDrawn="1"/>
        </p:nvGrpSpPr>
        <p:grpSpPr>
          <a:xfrm>
            <a:off x="4452935" y="3236399"/>
            <a:ext cx="3286131" cy="385201"/>
            <a:chOff x="795669" y="2740365"/>
            <a:chExt cx="2227927" cy="261158"/>
          </a:xfrm>
          <a:solidFill>
            <a:schemeClr val="bg1"/>
          </a:solidFill>
        </p:grpSpPr>
        <p:sp>
          <p:nvSpPr>
            <p:cNvPr id="10" name="Freeform 84">
              <a:extLst>
                <a:ext uri="{FF2B5EF4-FFF2-40B4-BE49-F238E27FC236}">
                  <a16:creationId xmlns:a16="http://schemas.microsoft.com/office/drawing/2014/main" id="{F4C72D7B-91A4-48C1-B0AA-82836F888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650" y="2937967"/>
              <a:ext cx="65867" cy="63556"/>
            </a:xfrm>
            <a:custGeom>
              <a:avLst/>
              <a:gdLst>
                <a:gd name="T0" fmla="*/ 29 w 50"/>
                <a:gd name="T1" fmla="*/ 0 h 47"/>
                <a:gd name="T2" fmla="*/ 49 w 50"/>
                <a:gd name="T3" fmla="*/ 6 h 47"/>
                <a:gd name="T4" fmla="*/ 44 w 50"/>
                <a:gd name="T5" fmla="*/ 12 h 47"/>
                <a:gd name="T6" fmla="*/ 29 w 50"/>
                <a:gd name="T7" fmla="*/ 7 h 47"/>
                <a:gd name="T8" fmla="*/ 10 w 50"/>
                <a:gd name="T9" fmla="*/ 24 h 47"/>
                <a:gd name="T10" fmla="*/ 29 w 50"/>
                <a:gd name="T11" fmla="*/ 40 h 47"/>
                <a:gd name="T12" fmla="*/ 45 w 50"/>
                <a:gd name="T13" fmla="*/ 35 h 47"/>
                <a:gd name="T14" fmla="*/ 50 w 50"/>
                <a:gd name="T15" fmla="*/ 41 h 47"/>
                <a:gd name="T16" fmla="*/ 29 w 50"/>
                <a:gd name="T17" fmla="*/ 47 h 47"/>
                <a:gd name="T18" fmla="*/ 0 w 50"/>
                <a:gd name="T19" fmla="*/ 23 h 47"/>
                <a:gd name="T20" fmla="*/ 29 w 50"/>
                <a:gd name="T2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7">
                  <a:moveTo>
                    <a:pt x="29" y="0"/>
                  </a:moveTo>
                  <a:cubicBezTo>
                    <a:pt x="36" y="0"/>
                    <a:pt x="43" y="2"/>
                    <a:pt x="49" y="6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0" y="9"/>
                    <a:pt x="36" y="7"/>
                    <a:pt x="29" y="7"/>
                  </a:cubicBezTo>
                  <a:cubicBezTo>
                    <a:pt x="19" y="7"/>
                    <a:pt x="10" y="14"/>
                    <a:pt x="10" y="24"/>
                  </a:cubicBezTo>
                  <a:cubicBezTo>
                    <a:pt x="10" y="33"/>
                    <a:pt x="19" y="40"/>
                    <a:pt x="29" y="40"/>
                  </a:cubicBezTo>
                  <a:cubicBezTo>
                    <a:pt x="36" y="40"/>
                    <a:pt x="40" y="38"/>
                    <a:pt x="45" y="35"/>
                  </a:cubicBezTo>
                  <a:cubicBezTo>
                    <a:pt x="50" y="41"/>
                    <a:pt x="50" y="41"/>
                    <a:pt x="50" y="41"/>
                  </a:cubicBezTo>
                  <a:cubicBezTo>
                    <a:pt x="44" y="45"/>
                    <a:pt x="36" y="47"/>
                    <a:pt x="29" y="47"/>
                  </a:cubicBezTo>
                  <a:cubicBezTo>
                    <a:pt x="14" y="47"/>
                    <a:pt x="0" y="38"/>
                    <a:pt x="0" y="23"/>
                  </a:cubicBezTo>
                  <a:cubicBezTo>
                    <a:pt x="0" y="8"/>
                    <a:pt x="14" y="0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" name="Freeform 85">
              <a:extLst>
                <a:ext uri="{FF2B5EF4-FFF2-40B4-BE49-F238E27FC236}">
                  <a16:creationId xmlns:a16="http://schemas.microsoft.com/office/drawing/2014/main" id="{DCC5DA15-8552-449A-B511-4F84BA17A6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19140" y="2937967"/>
              <a:ext cx="77423" cy="63556"/>
            </a:xfrm>
            <a:custGeom>
              <a:avLst/>
              <a:gdLst>
                <a:gd name="T0" fmla="*/ 0 w 58"/>
                <a:gd name="T1" fmla="*/ 24 h 47"/>
                <a:gd name="T2" fmla="*/ 29 w 58"/>
                <a:gd name="T3" fmla="*/ 0 h 47"/>
                <a:gd name="T4" fmla="*/ 58 w 58"/>
                <a:gd name="T5" fmla="*/ 24 h 47"/>
                <a:gd name="T6" fmla="*/ 29 w 58"/>
                <a:gd name="T7" fmla="*/ 47 h 47"/>
                <a:gd name="T8" fmla="*/ 0 w 58"/>
                <a:gd name="T9" fmla="*/ 24 h 47"/>
                <a:gd name="T10" fmla="*/ 10 w 58"/>
                <a:gd name="T11" fmla="*/ 24 h 47"/>
                <a:gd name="T12" fmla="*/ 29 w 58"/>
                <a:gd name="T13" fmla="*/ 40 h 47"/>
                <a:gd name="T14" fmla="*/ 48 w 58"/>
                <a:gd name="T15" fmla="*/ 24 h 47"/>
                <a:gd name="T16" fmla="*/ 29 w 58"/>
                <a:gd name="T17" fmla="*/ 7 h 47"/>
                <a:gd name="T18" fmla="*/ 10 w 58"/>
                <a:gd name="T19" fmla="*/ 24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47">
                  <a:moveTo>
                    <a:pt x="0" y="24"/>
                  </a:moveTo>
                  <a:cubicBezTo>
                    <a:pt x="0" y="11"/>
                    <a:pt x="12" y="0"/>
                    <a:pt x="29" y="0"/>
                  </a:cubicBezTo>
                  <a:cubicBezTo>
                    <a:pt x="46" y="0"/>
                    <a:pt x="58" y="11"/>
                    <a:pt x="58" y="24"/>
                  </a:cubicBezTo>
                  <a:cubicBezTo>
                    <a:pt x="58" y="37"/>
                    <a:pt x="46" y="47"/>
                    <a:pt x="29" y="47"/>
                  </a:cubicBezTo>
                  <a:cubicBezTo>
                    <a:pt x="12" y="47"/>
                    <a:pt x="0" y="37"/>
                    <a:pt x="0" y="24"/>
                  </a:cubicBezTo>
                  <a:close/>
                  <a:moveTo>
                    <a:pt x="10" y="24"/>
                  </a:moveTo>
                  <a:cubicBezTo>
                    <a:pt x="10" y="33"/>
                    <a:pt x="18" y="40"/>
                    <a:pt x="29" y="40"/>
                  </a:cubicBezTo>
                  <a:cubicBezTo>
                    <a:pt x="40" y="40"/>
                    <a:pt x="48" y="33"/>
                    <a:pt x="48" y="24"/>
                  </a:cubicBezTo>
                  <a:cubicBezTo>
                    <a:pt x="48" y="14"/>
                    <a:pt x="40" y="7"/>
                    <a:pt x="29" y="7"/>
                  </a:cubicBezTo>
                  <a:cubicBezTo>
                    <a:pt x="18" y="7"/>
                    <a:pt x="10" y="14"/>
                    <a:pt x="10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" name="Freeform 86">
              <a:extLst>
                <a:ext uri="{FF2B5EF4-FFF2-40B4-BE49-F238E27FC236}">
                  <a16:creationId xmlns:a16="http://schemas.microsoft.com/office/drawing/2014/main" id="{83C86711-13EC-431D-8DEF-473117309F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06962" y="2939122"/>
              <a:ext cx="62400" cy="61245"/>
            </a:xfrm>
            <a:custGeom>
              <a:avLst/>
              <a:gdLst>
                <a:gd name="T0" fmla="*/ 0 w 47"/>
                <a:gd name="T1" fmla="*/ 0 h 45"/>
                <a:gd name="T2" fmla="*/ 24 w 47"/>
                <a:gd name="T3" fmla="*/ 0 h 45"/>
                <a:gd name="T4" fmla="*/ 45 w 47"/>
                <a:gd name="T5" fmla="*/ 14 h 45"/>
                <a:gd name="T6" fmla="*/ 32 w 47"/>
                <a:gd name="T7" fmla="*/ 28 h 45"/>
                <a:gd name="T8" fmla="*/ 47 w 47"/>
                <a:gd name="T9" fmla="*/ 45 h 45"/>
                <a:gd name="T10" fmla="*/ 35 w 47"/>
                <a:gd name="T11" fmla="*/ 45 h 45"/>
                <a:gd name="T12" fmla="*/ 22 w 47"/>
                <a:gd name="T13" fmla="*/ 29 h 45"/>
                <a:gd name="T14" fmla="*/ 10 w 47"/>
                <a:gd name="T15" fmla="*/ 29 h 45"/>
                <a:gd name="T16" fmla="*/ 10 w 47"/>
                <a:gd name="T17" fmla="*/ 45 h 45"/>
                <a:gd name="T18" fmla="*/ 0 w 47"/>
                <a:gd name="T19" fmla="*/ 45 h 45"/>
                <a:gd name="T20" fmla="*/ 0 w 47"/>
                <a:gd name="T21" fmla="*/ 0 h 45"/>
                <a:gd name="T22" fmla="*/ 24 w 47"/>
                <a:gd name="T23" fmla="*/ 22 h 45"/>
                <a:gd name="T24" fmla="*/ 35 w 47"/>
                <a:gd name="T25" fmla="*/ 14 h 45"/>
                <a:gd name="T26" fmla="*/ 24 w 47"/>
                <a:gd name="T27" fmla="*/ 7 h 45"/>
                <a:gd name="T28" fmla="*/ 10 w 47"/>
                <a:gd name="T29" fmla="*/ 7 h 45"/>
                <a:gd name="T30" fmla="*/ 10 w 47"/>
                <a:gd name="T31" fmla="*/ 22 h 45"/>
                <a:gd name="T32" fmla="*/ 24 w 47"/>
                <a:gd name="T33" fmla="*/ 2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" h="45">
                  <a:moveTo>
                    <a:pt x="0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36" y="0"/>
                    <a:pt x="45" y="4"/>
                    <a:pt x="45" y="14"/>
                  </a:cubicBezTo>
                  <a:cubicBezTo>
                    <a:pt x="45" y="22"/>
                    <a:pt x="39" y="26"/>
                    <a:pt x="32" y="28"/>
                  </a:cubicBezTo>
                  <a:cubicBezTo>
                    <a:pt x="47" y="45"/>
                    <a:pt x="47" y="45"/>
                    <a:pt x="47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0" y="45"/>
                    <a:pt x="0" y="45"/>
                    <a:pt x="0" y="45"/>
                  </a:cubicBezTo>
                  <a:lnTo>
                    <a:pt x="0" y="0"/>
                  </a:lnTo>
                  <a:close/>
                  <a:moveTo>
                    <a:pt x="24" y="22"/>
                  </a:moveTo>
                  <a:cubicBezTo>
                    <a:pt x="31" y="22"/>
                    <a:pt x="35" y="19"/>
                    <a:pt x="35" y="14"/>
                  </a:cubicBezTo>
                  <a:cubicBezTo>
                    <a:pt x="35" y="10"/>
                    <a:pt x="31" y="7"/>
                    <a:pt x="24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22"/>
                    <a:pt x="10" y="22"/>
                    <a:pt x="10" y="22"/>
                  </a:cubicBezTo>
                  <a:lnTo>
                    <a:pt x="24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" name="Freeform 87">
              <a:extLst>
                <a:ext uri="{FF2B5EF4-FFF2-40B4-BE49-F238E27FC236}">
                  <a16:creationId xmlns:a16="http://schemas.microsoft.com/office/drawing/2014/main" id="{D8A6D7F6-FD08-42A3-9BE2-B4A97A2F21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82074" y="2939122"/>
              <a:ext cx="61245" cy="61245"/>
            </a:xfrm>
            <a:custGeom>
              <a:avLst/>
              <a:gdLst>
                <a:gd name="T0" fmla="*/ 0 w 46"/>
                <a:gd name="T1" fmla="*/ 0 h 45"/>
                <a:gd name="T2" fmla="*/ 25 w 46"/>
                <a:gd name="T3" fmla="*/ 0 h 45"/>
                <a:gd name="T4" fmla="*/ 46 w 46"/>
                <a:gd name="T5" fmla="*/ 15 h 45"/>
                <a:gd name="T6" fmla="*/ 25 w 46"/>
                <a:gd name="T7" fmla="*/ 32 h 45"/>
                <a:gd name="T8" fmla="*/ 10 w 46"/>
                <a:gd name="T9" fmla="*/ 32 h 45"/>
                <a:gd name="T10" fmla="*/ 10 w 46"/>
                <a:gd name="T11" fmla="*/ 45 h 45"/>
                <a:gd name="T12" fmla="*/ 0 w 46"/>
                <a:gd name="T13" fmla="*/ 45 h 45"/>
                <a:gd name="T14" fmla="*/ 0 w 46"/>
                <a:gd name="T15" fmla="*/ 0 h 45"/>
                <a:gd name="T16" fmla="*/ 25 w 46"/>
                <a:gd name="T17" fmla="*/ 24 h 45"/>
                <a:gd name="T18" fmla="*/ 36 w 46"/>
                <a:gd name="T19" fmla="*/ 15 h 45"/>
                <a:gd name="T20" fmla="*/ 24 w 46"/>
                <a:gd name="T21" fmla="*/ 7 h 45"/>
                <a:gd name="T22" fmla="*/ 10 w 46"/>
                <a:gd name="T23" fmla="*/ 7 h 45"/>
                <a:gd name="T24" fmla="*/ 10 w 46"/>
                <a:gd name="T25" fmla="*/ 24 h 45"/>
                <a:gd name="T26" fmla="*/ 25 w 46"/>
                <a:gd name="T27" fmla="*/ 24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6" h="45">
                  <a:moveTo>
                    <a:pt x="0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37" y="0"/>
                    <a:pt x="46" y="5"/>
                    <a:pt x="46" y="15"/>
                  </a:cubicBezTo>
                  <a:cubicBezTo>
                    <a:pt x="46" y="26"/>
                    <a:pt x="37" y="32"/>
                    <a:pt x="25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0" y="45"/>
                    <a:pt x="0" y="45"/>
                    <a:pt x="0" y="45"/>
                  </a:cubicBezTo>
                  <a:lnTo>
                    <a:pt x="0" y="0"/>
                  </a:lnTo>
                  <a:close/>
                  <a:moveTo>
                    <a:pt x="25" y="24"/>
                  </a:moveTo>
                  <a:cubicBezTo>
                    <a:pt x="31" y="24"/>
                    <a:pt x="36" y="21"/>
                    <a:pt x="36" y="15"/>
                  </a:cubicBezTo>
                  <a:cubicBezTo>
                    <a:pt x="36" y="10"/>
                    <a:pt x="32" y="7"/>
                    <a:pt x="24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24"/>
                    <a:pt x="10" y="24"/>
                    <a:pt x="10" y="24"/>
                  </a:cubicBezTo>
                  <a:lnTo>
                    <a:pt x="25" y="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" name="Freeform 88">
              <a:extLst>
                <a:ext uri="{FF2B5EF4-FFF2-40B4-BE49-F238E27FC236}">
                  <a16:creationId xmlns:a16="http://schemas.microsoft.com/office/drawing/2014/main" id="{A109E56C-0EEB-4042-88D5-FAF0117261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46785" y="2937967"/>
              <a:ext cx="77423" cy="63556"/>
            </a:xfrm>
            <a:custGeom>
              <a:avLst/>
              <a:gdLst>
                <a:gd name="T0" fmla="*/ 0 w 58"/>
                <a:gd name="T1" fmla="*/ 24 h 47"/>
                <a:gd name="T2" fmla="*/ 29 w 58"/>
                <a:gd name="T3" fmla="*/ 0 h 47"/>
                <a:gd name="T4" fmla="*/ 58 w 58"/>
                <a:gd name="T5" fmla="*/ 24 h 47"/>
                <a:gd name="T6" fmla="*/ 29 w 58"/>
                <a:gd name="T7" fmla="*/ 47 h 47"/>
                <a:gd name="T8" fmla="*/ 0 w 58"/>
                <a:gd name="T9" fmla="*/ 24 h 47"/>
                <a:gd name="T10" fmla="*/ 10 w 58"/>
                <a:gd name="T11" fmla="*/ 24 h 47"/>
                <a:gd name="T12" fmla="*/ 29 w 58"/>
                <a:gd name="T13" fmla="*/ 40 h 47"/>
                <a:gd name="T14" fmla="*/ 48 w 58"/>
                <a:gd name="T15" fmla="*/ 24 h 47"/>
                <a:gd name="T16" fmla="*/ 29 w 58"/>
                <a:gd name="T17" fmla="*/ 7 h 47"/>
                <a:gd name="T18" fmla="*/ 10 w 58"/>
                <a:gd name="T19" fmla="*/ 24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47">
                  <a:moveTo>
                    <a:pt x="0" y="24"/>
                  </a:moveTo>
                  <a:cubicBezTo>
                    <a:pt x="0" y="11"/>
                    <a:pt x="12" y="0"/>
                    <a:pt x="29" y="0"/>
                  </a:cubicBezTo>
                  <a:cubicBezTo>
                    <a:pt x="46" y="0"/>
                    <a:pt x="58" y="11"/>
                    <a:pt x="58" y="24"/>
                  </a:cubicBezTo>
                  <a:cubicBezTo>
                    <a:pt x="58" y="37"/>
                    <a:pt x="46" y="47"/>
                    <a:pt x="29" y="47"/>
                  </a:cubicBezTo>
                  <a:cubicBezTo>
                    <a:pt x="12" y="47"/>
                    <a:pt x="0" y="37"/>
                    <a:pt x="0" y="24"/>
                  </a:cubicBezTo>
                  <a:close/>
                  <a:moveTo>
                    <a:pt x="10" y="24"/>
                  </a:moveTo>
                  <a:cubicBezTo>
                    <a:pt x="10" y="33"/>
                    <a:pt x="18" y="40"/>
                    <a:pt x="29" y="40"/>
                  </a:cubicBezTo>
                  <a:cubicBezTo>
                    <a:pt x="40" y="40"/>
                    <a:pt x="48" y="33"/>
                    <a:pt x="48" y="24"/>
                  </a:cubicBezTo>
                  <a:cubicBezTo>
                    <a:pt x="48" y="14"/>
                    <a:pt x="40" y="7"/>
                    <a:pt x="29" y="7"/>
                  </a:cubicBezTo>
                  <a:cubicBezTo>
                    <a:pt x="18" y="7"/>
                    <a:pt x="10" y="14"/>
                    <a:pt x="10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" name="Freeform 89">
              <a:extLst>
                <a:ext uri="{FF2B5EF4-FFF2-40B4-BE49-F238E27FC236}">
                  <a16:creationId xmlns:a16="http://schemas.microsoft.com/office/drawing/2014/main" id="{6BCE7B58-D0D5-4160-83A3-F8332D3260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36919" y="2939122"/>
              <a:ext cx="61245" cy="61245"/>
            </a:xfrm>
            <a:custGeom>
              <a:avLst/>
              <a:gdLst>
                <a:gd name="T0" fmla="*/ 0 w 46"/>
                <a:gd name="T1" fmla="*/ 0 h 45"/>
                <a:gd name="T2" fmla="*/ 24 w 46"/>
                <a:gd name="T3" fmla="*/ 0 h 45"/>
                <a:gd name="T4" fmla="*/ 45 w 46"/>
                <a:gd name="T5" fmla="*/ 14 h 45"/>
                <a:gd name="T6" fmla="*/ 32 w 46"/>
                <a:gd name="T7" fmla="*/ 28 h 45"/>
                <a:gd name="T8" fmla="*/ 46 w 46"/>
                <a:gd name="T9" fmla="*/ 45 h 45"/>
                <a:gd name="T10" fmla="*/ 35 w 46"/>
                <a:gd name="T11" fmla="*/ 45 h 45"/>
                <a:gd name="T12" fmla="*/ 22 w 46"/>
                <a:gd name="T13" fmla="*/ 29 h 45"/>
                <a:gd name="T14" fmla="*/ 9 w 46"/>
                <a:gd name="T15" fmla="*/ 29 h 45"/>
                <a:gd name="T16" fmla="*/ 9 w 46"/>
                <a:gd name="T17" fmla="*/ 45 h 45"/>
                <a:gd name="T18" fmla="*/ 0 w 46"/>
                <a:gd name="T19" fmla="*/ 45 h 45"/>
                <a:gd name="T20" fmla="*/ 0 w 46"/>
                <a:gd name="T21" fmla="*/ 0 h 45"/>
                <a:gd name="T22" fmla="*/ 24 w 46"/>
                <a:gd name="T23" fmla="*/ 22 h 45"/>
                <a:gd name="T24" fmla="*/ 35 w 46"/>
                <a:gd name="T25" fmla="*/ 14 h 45"/>
                <a:gd name="T26" fmla="*/ 24 w 46"/>
                <a:gd name="T27" fmla="*/ 7 h 45"/>
                <a:gd name="T28" fmla="*/ 9 w 46"/>
                <a:gd name="T29" fmla="*/ 7 h 45"/>
                <a:gd name="T30" fmla="*/ 9 w 46"/>
                <a:gd name="T31" fmla="*/ 22 h 45"/>
                <a:gd name="T32" fmla="*/ 24 w 46"/>
                <a:gd name="T33" fmla="*/ 2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45">
                  <a:moveTo>
                    <a:pt x="0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36" y="0"/>
                    <a:pt x="45" y="4"/>
                    <a:pt x="45" y="14"/>
                  </a:cubicBezTo>
                  <a:cubicBezTo>
                    <a:pt x="45" y="22"/>
                    <a:pt x="39" y="26"/>
                    <a:pt x="32" y="28"/>
                  </a:cubicBezTo>
                  <a:cubicBezTo>
                    <a:pt x="46" y="45"/>
                    <a:pt x="46" y="45"/>
                    <a:pt x="46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0" y="45"/>
                    <a:pt x="0" y="45"/>
                    <a:pt x="0" y="45"/>
                  </a:cubicBezTo>
                  <a:lnTo>
                    <a:pt x="0" y="0"/>
                  </a:lnTo>
                  <a:close/>
                  <a:moveTo>
                    <a:pt x="24" y="22"/>
                  </a:moveTo>
                  <a:cubicBezTo>
                    <a:pt x="30" y="22"/>
                    <a:pt x="35" y="19"/>
                    <a:pt x="35" y="14"/>
                  </a:cubicBezTo>
                  <a:cubicBezTo>
                    <a:pt x="35" y="10"/>
                    <a:pt x="31" y="7"/>
                    <a:pt x="24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22"/>
                    <a:pt x="9" y="22"/>
                    <a:pt x="9" y="22"/>
                  </a:cubicBezTo>
                  <a:lnTo>
                    <a:pt x="24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" name="Freeform 90">
              <a:extLst>
                <a:ext uri="{FF2B5EF4-FFF2-40B4-BE49-F238E27FC236}">
                  <a16:creationId xmlns:a16="http://schemas.microsoft.com/office/drawing/2014/main" id="{C7E8934C-3724-473B-982C-331200BD87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1631" y="2939122"/>
              <a:ext cx="76267" cy="61245"/>
            </a:xfrm>
            <a:custGeom>
              <a:avLst/>
              <a:gdLst>
                <a:gd name="T0" fmla="*/ 47 w 66"/>
                <a:gd name="T1" fmla="*/ 40 h 53"/>
                <a:gd name="T2" fmla="*/ 18 w 66"/>
                <a:gd name="T3" fmla="*/ 40 h 53"/>
                <a:gd name="T4" fmla="*/ 12 w 66"/>
                <a:gd name="T5" fmla="*/ 53 h 53"/>
                <a:gd name="T6" fmla="*/ 0 w 66"/>
                <a:gd name="T7" fmla="*/ 53 h 53"/>
                <a:gd name="T8" fmla="*/ 28 w 66"/>
                <a:gd name="T9" fmla="*/ 0 h 53"/>
                <a:gd name="T10" fmla="*/ 40 w 66"/>
                <a:gd name="T11" fmla="*/ 0 h 53"/>
                <a:gd name="T12" fmla="*/ 66 w 66"/>
                <a:gd name="T13" fmla="*/ 53 h 53"/>
                <a:gd name="T14" fmla="*/ 53 w 66"/>
                <a:gd name="T15" fmla="*/ 53 h 53"/>
                <a:gd name="T16" fmla="*/ 47 w 66"/>
                <a:gd name="T17" fmla="*/ 40 h 53"/>
                <a:gd name="T18" fmla="*/ 43 w 66"/>
                <a:gd name="T19" fmla="*/ 32 h 53"/>
                <a:gd name="T20" fmla="*/ 33 w 66"/>
                <a:gd name="T21" fmla="*/ 11 h 53"/>
                <a:gd name="T22" fmla="*/ 22 w 66"/>
                <a:gd name="T23" fmla="*/ 32 h 53"/>
                <a:gd name="T24" fmla="*/ 43 w 66"/>
                <a:gd name="T25" fmla="*/ 3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53">
                  <a:moveTo>
                    <a:pt x="47" y="40"/>
                  </a:moveTo>
                  <a:lnTo>
                    <a:pt x="18" y="40"/>
                  </a:lnTo>
                  <a:lnTo>
                    <a:pt x="12" y="53"/>
                  </a:lnTo>
                  <a:lnTo>
                    <a:pt x="0" y="53"/>
                  </a:lnTo>
                  <a:lnTo>
                    <a:pt x="28" y="0"/>
                  </a:lnTo>
                  <a:lnTo>
                    <a:pt x="40" y="0"/>
                  </a:lnTo>
                  <a:lnTo>
                    <a:pt x="66" y="53"/>
                  </a:lnTo>
                  <a:lnTo>
                    <a:pt x="53" y="53"/>
                  </a:lnTo>
                  <a:lnTo>
                    <a:pt x="47" y="40"/>
                  </a:lnTo>
                  <a:close/>
                  <a:moveTo>
                    <a:pt x="43" y="32"/>
                  </a:moveTo>
                  <a:lnTo>
                    <a:pt x="33" y="11"/>
                  </a:lnTo>
                  <a:lnTo>
                    <a:pt x="22" y="32"/>
                  </a:lnTo>
                  <a:lnTo>
                    <a:pt x="43" y="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7" name="Freeform 91">
              <a:extLst>
                <a:ext uri="{FF2B5EF4-FFF2-40B4-BE49-F238E27FC236}">
                  <a16:creationId xmlns:a16="http://schemas.microsoft.com/office/drawing/2014/main" id="{951FE814-0E03-44C3-B6E7-D9BE8AD36C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3276" y="2939122"/>
              <a:ext cx="60089" cy="61245"/>
            </a:xfrm>
            <a:custGeom>
              <a:avLst/>
              <a:gdLst>
                <a:gd name="T0" fmla="*/ 0 w 52"/>
                <a:gd name="T1" fmla="*/ 8 h 53"/>
                <a:gd name="T2" fmla="*/ 0 w 52"/>
                <a:gd name="T3" fmla="*/ 0 h 53"/>
                <a:gd name="T4" fmla="*/ 52 w 52"/>
                <a:gd name="T5" fmla="*/ 0 h 53"/>
                <a:gd name="T6" fmla="*/ 52 w 52"/>
                <a:gd name="T7" fmla="*/ 8 h 53"/>
                <a:gd name="T8" fmla="*/ 31 w 52"/>
                <a:gd name="T9" fmla="*/ 8 h 53"/>
                <a:gd name="T10" fmla="*/ 31 w 52"/>
                <a:gd name="T11" fmla="*/ 53 h 53"/>
                <a:gd name="T12" fmla="*/ 20 w 52"/>
                <a:gd name="T13" fmla="*/ 53 h 53"/>
                <a:gd name="T14" fmla="*/ 20 w 52"/>
                <a:gd name="T15" fmla="*/ 8 h 53"/>
                <a:gd name="T16" fmla="*/ 0 w 52"/>
                <a:gd name="T17" fmla="*/ 8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3">
                  <a:moveTo>
                    <a:pt x="0" y="8"/>
                  </a:moveTo>
                  <a:lnTo>
                    <a:pt x="0" y="0"/>
                  </a:lnTo>
                  <a:lnTo>
                    <a:pt x="52" y="0"/>
                  </a:lnTo>
                  <a:lnTo>
                    <a:pt x="52" y="8"/>
                  </a:lnTo>
                  <a:lnTo>
                    <a:pt x="31" y="8"/>
                  </a:lnTo>
                  <a:lnTo>
                    <a:pt x="31" y="53"/>
                  </a:lnTo>
                  <a:lnTo>
                    <a:pt x="20" y="53"/>
                  </a:lnTo>
                  <a:lnTo>
                    <a:pt x="2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8" name="Freeform 92">
              <a:extLst>
                <a:ext uri="{FF2B5EF4-FFF2-40B4-BE49-F238E27FC236}">
                  <a16:creationId xmlns:a16="http://schemas.microsoft.com/office/drawing/2014/main" id="{8DD74AF3-C6E4-4297-B40B-77D68C06C1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3765" y="2939122"/>
              <a:ext cx="55467" cy="61245"/>
            </a:xfrm>
            <a:custGeom>
              <a:avLst/>
              <a:gdLst>
                <a:gd name="T0" fmla="*/ 0 w 42"/>
                <a:gd name="T1" fmla="*/ 32 h 45"/>
                <a:gd name="T2" fmla="*/ 0 w 42"/>
                <a:gd name="T3" fmla="*/ 0 h 45"/>
                <a:gd name="T4" fmla="*/ 41 w 42"/>
                <a:gd name="T5" fmla="*/ 0 h 45"/>
                <a:gd name="T6" fmla="*/ 41 w 42"/>
                <a:gd name="T7" fmla="*/ 7 h 45"/>
                <a:gd name="T8" fmla="*/ 9 w 42"/>
                <a:gd name="T9" fmla="*/ 7 h 45"/>
                <a:gd name="T10" fmla="*/ 9 w 42"/>
                <a:gd name="T11" fmla="*/ 18 h 45"/>
                <a:gd name="T12" fmla="*/ 38 w 42"/>
                <a:gd name="T13" fmla="*/ 18 h 45"/>
                <a:gd name="T14" fmla="*/ 38 w 42"/>
                <a:gd name="T15" fmla="*/ 25 h 45"/>
                <a:gd name="T16" fmla="*/ 9 w 42"/>
                <a:gd name="T17" fmla="*/ 25 h 45"/>
                <a:gd name="T18" fmla="*/ 9 w 42"/>
                <a:gd name="T19" fmla="*/ 32 h 45"/>
                <a:gd name="T20" fmla="*/ 15 w 42"/>
                <a:gd name="T21" fmla="*/ 38 h 45"/>
                <a:gd name="T22" fmla="*/ 42 w 42"/>
                <a:gd name="T23" fmla="*/ 38 h 45"/>
                <a:gd name="T24" fmla="*/ 42 w 42"/>
                <a:gd name="T25" fmla="*/ 45 h 45"/>
                <a:gd name="T26" fmla="*/ 13 w 42"/>
                <a:gd name="T27" fmla="*/ 45 h 45"/>
                <a:gd name="T28" fmla="*/ 0 w 42"/>
                <a:gd name="T29" fmla="*/ 3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45">
                  <a:moveTo>
                    <a:pt x="0" y="3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6"/>
                    <a:pt x="11" y="38"/>
                    <a:pt x="15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5" y="45"/>
                    <a:pt x="0" y="41"/>
                    <a:pt x="0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Freeform 93">
              <a:extLst>
                <a:ext uri="{FF2B5EF4-FFF2-40B4-BE49-F238E27FC236}">
                  <a16:creationId xmlns:a16="http://schemas.microsoft.com/office/drawing/2014/main" id="{91F9439F-40FA-48BB-A039-E5C6737521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30432" y="2937967"/>
              <a:ext cx="54312" cy="63556"/>
            </a:xfrm>
            <a:custGeom>
              <a:avLst/>
              <a:gdLst>
                <a:gd name="T0" fmla="*/ 29 w 41"/>
                <a:gd name="T1" fmla="*/ 41 h 47"/>
                <a:gd name="T2" fmla="*/ 15 w 41"/>
                <a:gd name="T3" fmla="*/ 47 h 47"/>
                <a:gd name="T4" fmla="*/ 0 w 41"/>
                <a:gd name="T5" fmla="*/ 34 h 47"/>
                <a:gd name="T6" fmla="*/ 0 w 41"/>
                <a:gd name="T7" fmla="*/ 34 h 47"/>
                <a:gd name="T8" fmla="*/ 10 w 41"/>
                <a:gd name="T9" fmla="*/ 21 h 47"/>
                <a:gd name="T10" fmla="*/ 6 w 41"/>
                <a:gd name="T11" fmla="*/ 11 h 47"/>
                <a:gd name="T12" fmla="*/ 6 w 41"/>
                <a:gd name="T13" fmla="*/ 11 h 47"/>
                <a:gd name="T14" fmla="*/ 19 w 41"/>
                <a:gd name="T15" fmla="*/ 0 h 47"/>
                <a:gd name="T16" fmla="*/ 31 w 41"/>
                <a:gd name="T17" fmla="*/ 11 h 47"/>
                <a:gd name="T18" fmla="*/ 31 w 41"/>
                <a:gd name="T19" fmla="*/ 11 h 47"/>
                <a:gd name="T20" fmla="*/ 21 w 41"/>
                <a:gd name="T21" fmla="*/ 23 h 47"/>
                <a:gd name="T22" fmla="*/ 29 w 41"/>
                <a:gd name="T23" fmla="*/ 31 h 47"/>
                <a:gd name="T24" fmla="*/ 34 w 41"/>
                <a:gd name="T25" fmla="*/ 22 h 47"/>
                <a:gd name="T26" fmla="*/ 40 w 41"/>
                <a:gd name="T27" fmla="*/ 25 h 47"/>
                <a:gd name="T28" fmla="*/ 34 w 41"/>
                <a:gd name="T29" fmla="*/ 36 h 47"/>
                <a:gd name="T30" fmla="*/ 41 w 41"/>
                <a:gd name="T31" fmla="*/ 43 h 47"/>
                <a:gd name="T32" fmla="*/ 35 w 41"/>
                <a:gd name="T33" fmla="*/ 47 h 47"/>
                <a:gd name="T34" fmla="*/ 29 w 41"/>
                <a:gd name="T35" fmla="*/ 41 h 47"/>
                <a:gd name="T36" fmla="*/ 24 w 41"/>
                <a:gd name="T37" fmla="*/ 36 h 47"/>
                <a:gd name="T38" fmla="*/ 14 w 41"/>
                <a:gd name="T39" fmla="*/ 26 h 47"/>
                <a:gd name="T40" fmla="*/ 8 w 41"/>
                <a:gd name="T41" fmla="*/ 34 h 47"/>
                <a:gd name="T42" fmla="*/ 8 w 41"/>
                <a:gd name="T43" fmla="*/ 34 h 47"/>
                <a:gd name="T44" fmla="*/ 16 w 41"/>
                <a:gd name="T45" fmla="*/ 40 h 47"/>
                <a:gd name="T46" fmla="*/ 24 w 41"/>
                <a:gd name="T47" fmla="*/ 36 h 47"/>
                <a:gd name="T48" fmla="*/ 24 w 41"/>
                <a:gd name="T49" fmla="*/ 11 h 47"/>
                <a:gd name="T50" fmla="*/ 24 w 41"/>
                <a:gd name="T51" fmla="*/ 11 h 47"/>
                <a:gd name="T52" fmla="*/ 19 w 41"/>
                <a:gd name="T53" fmla="*/ 6 h 47"/>
                <a:gd name="T54" fmla="*/ 14 w 41"/>
                <a:gd name="T55" fmla="*/ 12 h 47"/>
                <a:gd name="T56" fmla="*/ 14 w 41"/>
                <a:gd name="T57" fmla="*/ 12 h 47"/>
                <a:gd name="T58" fmla="*/ 17 w 41"/>
                <a:gd name="T59" fmla="*/ 19 h 47"/>
                <a:gd name="T60" fmla="*/ 24 w 41"/>
                <a:gd name="T61" fmla="*/ 1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1" h="47">
                  <a:moveTo>
                    <a:pt x="29" y="41"/>
                  </a:moveTo>
                  <a:cubicBezTo>
                    <a:pt x="25" y="45"/>
                    <a:pt x="20" y="47"/>
                    <a:pt x="15" y="47"/>
                  </a:cubicBezTo>
                  <a:cubicBezTo>
                    <a:pt x="6" y="47"/>
                    <a:pt x="0" y="42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28"/>
                    <a:pt x="4" y="24"/>
                    <a:pt x="10" y="21"/>
                  </a:cubicBezTo>
                  <a:cubicBezTo>
                    <a:pt x="7" y="18"/>
                    <a:pt x="6" y="15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5"/>
                    <a:pt x="11" y="0"/>
                    <a:pt x="19" y="0"/>
                  </a:cubicBezTo>
                  <a:cubicBezTo>
                    <a:pt x="26" y="0"/>
                    <a:pt x="31" y="5"/>
                    <a:pt x="31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1" y="17"/>
                    <a:pt x="27" y="21"/>
                    <a:pt x="21" y="23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31" y="28"/>
                    <a:pt x="32" y="25"/>
                    <a:pt x="34" y="22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9"/>
                    <a:pt x="36" y="33"/>
                    <a:pt x="34" y="36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35" y="47"/>
                    <a:pt x="35" y="47"/>
                    <a:pt x="35" y="47"/>
                  </a:cubicBezTo>
                  <a:lnTo>
                    <a:pt x="29" y="41"/>
                  </a:lnTo>
                  <a:close/>
                  <a:moveTo>
                    <a:pt x="24" y="36"/>
                  </a:moveTo>
                  <a:cubicBezTo>
                    <a:pt x="14" y="26"/>
                    <a:pt x="14" y="26"/>
                    <a:pt x="14" y="26"/>
                  </a:cubicBezTo>
                  <a:cubicBezTo>
                    <a:pt x="10" y="28"/>
                    <a:pt x="8" y="31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8"/>
                    <a:pt x="11" y="40"/>
                    <a:pt x="16" y="40"/>
                  </a:cubicBezTo>
                  <a:cubicBezTo>
                    <a:pt x="19" y="40"/>
                    <a:pt x="22" y="39"/>
                    <a:pt x="24" y="36"/>
                  </a:cubicBezTo>
                  <a:close/>
                  <a:moveTo>
                    <a:pt x="24" y="11"/>
                  </a:moveTo>
                  <a:cubicBezTo>
                    <a:pt x="24" y="11"/>
                    <a:pt x="24" y="11"/>
                    <a:pt x="24" y="11"/>
                  </a:cubicBezTo>
                  <a:cubicBezTo>
                    <a:pt x="24" y="8"/>
                    <a:pt x="22" y="6"/>
                    <a:pt x="19" y="6"/>
                  </a:cubicBezTo>
                  <a:cubicBezTo>
                    <a:pt x="16" y="6"/>
                    <a:pt x="14" y="8"/>
                    <a:pt x="14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4" y="14"/>
                    <a:pt x="14" y="16"/>
                    <a:pt x="17" y="19"/>
                  </a:cubicBezTo>
                  <a:cubicBezTo>
                    <a:pt x="22" y="17"/>
                    <a:pt x="24" y="15"/>
                    <a:pt x="24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Rectangle 94">
              <a:extLst>
                <a:ext uri="{FF2B5EF4-FFF2-40B4-BE49-F238E27FC236}">
                  <a16:creationId xmlns:a16="http://schemas.microsoft.com/office/drawing/2014/main" id="{B681DDB6-C029-4CA5-A795-44523C02E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411" y="2939122"/>
              <a:ext cx="12712" cy="6124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Freeform 95">
              <a:extLst>
                <a:ext uri="{FF2B5EF4-FFF2-40B4-BE49-F238E27FC236}">
                  <a16:creationId xmlns:a16="http://schemas.microsoft.com/office/drawing/2014/main" id="{08FDCBD9-6811-46DF-9487-CD8280570B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0611" y="2939122"/>
              <a:ext cx="62400" cy="61245"/>
            </a:xfrm>
            <a:custGeom>
              <a:avLst/>
              <a:gdLst>
                <a:gd name="T0" fmla="*/ 11 w 54"/>
                <a:gd name="T1" fmla="*/ 16 h 53"/>
                <a:gd name="T2" fmla="*/ 11 w 54"/>
                <a:gd name="T3" fmla="*/ 53 h 53"/>
                <a:gd name="T4" fmla="*/ 0 w 54"/>
                <a:gd name="T5" fmla="*/ 53 h 53"/>
                <a:gd name="T6" fmla="*/ 0 w 54"/>
                <a:gd name="T7" fmla="*/ 0 h 53"/>
                <a:gd name="T8" fmla="*/ 11 w 54"/>
                <a:gd name="T9" fmla="*/ 0 h 53"/>
                <a:gd name="T10" fmla="*/ 43 w 54"/>
                <a:gd name="T11" fmla="*/ 38 h 53"/>
                <a:gd name="T12" fmla="*/ 43 w 54"/>
                <a:gd name="T13" fmla="*/ 0 h 53"/>
                <a:gd name="T14" fmla="*/ 54 w 54"/>
                <a:gd name="T15" fmla="*/ 0 h 53"/>
                <a:gd name="T16" fmla="*/ 54 w 54"/>
                <a:gd name="T17" fmla="*/ 53 h 53"/>
                <a:gd name="T18" fmla="*/ 43 w 54"/>
                <a:gd name="T19" fmla="*/ 53 h 53"/>
                <a:gd name="T20" fmla="*/ 11 w 54"/>
                <a:gd name="T21" fmla="*/ 1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53">
                  <a:moveTo>
                    <a:pt x="11" y="16"/>
                  </a:moveTo>
                  <a:lnTo>
                    <a:pt x="11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11" y="0"/>
                  </a:lnTo>
                  <a:lnTo>
                    <a:pt x="43" y="38"/>
                  </a:lnTo>
                  <a:lnTo>
                    <a:pt x="43" y="0"/>
                  </a:lnTo>
                  <a:lnTo>
                    <a:pt x="54" y="0"/>
                  </a:lnTo>
                  <a:lnTo>
                    <a:pt x="54" y="53"/>
                  </a:lnTo>
                  <a:lnTo>
                    <a:pt x="43" y="53"/>
                  </a:lnTo>
                  <a:lnTo>
                    <a:pt x="11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Freeform 96">
              <a:extLst>
                <a:ext uri="{FF2B5EF4-FFF2-40B4-BE49-F238E27FC236}">
                  <a16:creationId xmlns:a16="http://schemas.microsoft.com/office/drawing/2014/main" id="{A3CDAA33-4706-42DD-AE5A-4667054707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2256" y="2939122"/>
              <a:ext cx="73956" cy="61245"/>
            </a:xfrm>
            <a:custGeom>
              <a:avLst/>
              <a:gdLst>
                <a:gd name="T0" fmla="*/ 64 w 64"/>
                <a:gd name="T1" fmla="*/ 0 h 53"/>
                <a:gd name="T2" fmla="*/ 38 w 64"/>
                <a:gd name="T3" fmla="*/ 53 h 53"/>
                <a:gd name="T4" fmla="*/ 27 w 64"/>
                <a:gd name="T5" fmla="*/ 53 h 53"/>
                <a:gd name="T6" fmla="*/ 0 w 64"/>
                <a:gd name="T7" fmla="*/ 0 h 53"/>
                <a:gd name="T8" fmla="*/ 13 w 64"/>
                <a:gd name="T9" fmla="*/ 0 h 53"/>
                <a:gd name="T10" fmla="*/ 33 w 64"/>
                <a:gd name="T11" fmla="*/ 42 h 53"/>
                <a:gd name="T12" fmla="*/ 52 w 64"/>
                <a:gd name="T13" fmla="*/ 0 h 53"/>
                <a:gd name="T14" fmla="*/ 64 w 64"/>
                <a:gd name="T15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4" h="53">
                  <a:moveTo>
                    <a:pt x="64" y="0"/>
                  </a:moveTo>
                  <a:lnTo>
                    <a:pt x="38" y="53"/>
                  </a:lnTo>
                  <a:lnTo>
                    <a:pt x="27" y="53"/>
                  </a:lnTo>
                  <a:lnTo>
                    <a:pt x="0" y="0"/>
                  </a:lnTo>
                  <a:lnTo>
                    <a:pt x="13" y="0"/>
                  </a:lnTo>
                  <a:lnTo>
                    <a:pt x="33" y="42"/>
                  </a:lnTo>
                  <a:lnTo>
                    <a:pt x="52" y="0"/>
                  </a:lnTo>
                  <a:lnTo>
                    <a:pt x="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" name="Freeform 97">
              <a:extLst>
                <a:ext uri="{FF2B5EF4-FFF2-40B4-BE49-F238E27FC236}">
                  <a16:creationId xmlns:a16="http://schemas.microsoft.com/office/drawing/2014/main" id="{532CCB5E-7A18-4C3F-AA14-9BF3659DBE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3145" y="2939122"/>
              <a:ext cx="55467" cy="61245"/>
            </a:xfrm>
            <a:custGeom>
              <a:avLst/>
              <a:gdLst>
                <a:gd name="T0" fmla="*/ 0 w 42"/>
                <a:gd name="T1" fmla="*/ 32 h 45"/>
                <a:gd name="T2" fmla="*/ 0 w 42"/>
                <a:gd name="T3" fmla="*/ 0 h 45"/>
                <a:gd name="T4" fmla="*/ 42 w 42"/>
                <a:gd name="T5" fmla="*/ 0 h 45"/>
                <a:gd name="T6" fmla="*/ 42 w 42"/>
                <a:gd name="T7" fmla="*/ 7 h 45"/>
                <a:gd name="T8" fmla="*/ 10 w 42"/>
                <a:gd name="T9" fmla="*/ 7 h 45"/>
                <a:gd name="T10" fmla="*/ 10 w 42"/>
                <a:gd name="T11" fmla="*/ 18 h 45"/>
                <a:gd name="T12" fmla="*/ 39 w 42"/>
                <a:gd name="T13" fmla="*/ 18 h 45"/>
                <a:gd name="T14" fmla="*/ 39 w 42"/>
                <a:gd name="T15" fmla="*/ 25 h 45"/>
                <a:gd name="T16" fmla="*/ 10 w 42"/>
                <a:gd name="T17" fmla="*/ 25 h 45"/>
                <a:gd name="T18" fmla="*/ 10 w 42"/>
                <a:gd name="T19" fmla="*/ 32 h 45"/>
                <a:gd name="T20" fmla="*/ 16 w 42"/>
                <a:gd name="T21" fmla="*/ 38 h 45"/>
                <a:gd name="T22" fmla="*/ 42 w 42"/>
                <a:gd name="T23" fmla="*/ 38 h 45"/>
                <a:gd name="T24" fmla="*/ 42 w 42"/>
                <a:gd name="T25" fmla="*/ 45 h 45"/>
                <a:gd name="T26" fmla="*/ 14 w 42"/>
                <a:gd name="T27" fmla="*/ 45 h 45"/>
                <a:gd name="T28" fmla="*/ 0 w 42"/>
                <a:gd name="T29" fmla="*/ 3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45">
                  <a:moveTo>
                    <a:pt x="0" y="3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0" y="36"/>
                    <a:pt x="12" y="38"/>
                    <a:pt x="16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5" y="45"/>
                    <a:pt x="0" y="41"/>
                    <a:pt x="0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" name="Freeform 98">
              <a:extLst>
                <a:ext uri="{FF2B5EF4-FFF2-40B4-BE49-F238E27FC236}">
                  <a16:creationId xmlns:a16="http://schemas.microsoft.com/office/drawing/2014/main" id="{4D29CC36-04C1-4887-B96A-B3F7B5630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9013" y="2937967"/>
              <a:ext cx="64712" cy="63556"/>
            </a:xfrm>
            <a:custGeom>
              <a:avLst/>
              <a:gdLst>
                <a:gd name="T0" fmla="*/ 0 w 48"/>
                <a:gd name="T1" fmla="*/ 40 h 47"/>
                <a:gd name="T2" fmla="*/ 4 w 48"/>
                <a:gd name="T3" fmla="*/ 33 h 47"/>
                <a:gd name="T4" fmla="*/ 25 w 48"/>
                <a:gd name="T5" fmla="*/ 40 h 47"/>
                <a:gd name="T6" fmla="*/ 38 w 48"/>
                <a:gd name="T7" fmla="*/ 34 h 47"/>
                <a:gd name="T8" fmla="*/ 24 w 48"/>
                <a:gd name="T9" fmla="*/ 28 h 47"/>
                <a:gd name="T10" fmla="*/ 1 w 48"/>
                <a:gd name="T11" fmla="*/ 14 h 47"/>
                <a:gd name="T12" fmla="*/ 24 w 48"/>
                <a:gd name="T13" fmla="*/ 0 h 47"/>
                <a:gd name="T14" fmla="*/ 47 w 48"/>
                <a:gd name="T15" fmla="*/ 6 h 47"/>
                <a:gd name="T16" fmla="*/ 43 w 48"/>
                <a:gd name="T17" fmla="*/ 13 h 47"/>
                <a:gd name="T18" fmla="*/ 24 w 48"/>
                <a:gd name="T19" fmla="*/ 7 h 47"/>
                <a:gd name="T20" fmla="*/ 11 w 48"/>
                <a:gd name="T21" fmla="*/ 12 h 47"/>
                <a:gd name="T22" fmla="*/ 25 w 48"/>
                <a:gd name="T23" fmla="*/ 18 h 47"/>
                <a:gd name="T24" fmla="*/ 48 w 48"/>
                <a:gd name="T25" fmla="*/ 33 h 47"/>
                <a:gd name="T26" fmla="*/ 25 w 48"/>
                <a:gd name="T27" fmla="*/ 47 h 47"/>
                <a:gd name="T28" fmla="*/ 0 w 48"/>
                <a:gd name="T29" fmla="*/ 4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" h="47">
                  <a:moveTo>
                    <a:pt x="0" y="40"/>
                  </a:moveTo>
                  <a:cubicBezTo>
                    <a:pt x="4" y="33"/>
                    <a:pt x="4" y="33"/>
                    <a:pt x="4" y="33"/>
                  </a:cubicBezTo>
                  <a:cubicBezTo>
                    <a:pt x="10" y="38"/>
                    <a:pt x="18" y="40"/>
                    <a:pt x="25" y="40"/>
                  </a:cubicBezTo>
                  <a:cubicBezTo>
                    <a:pt x="32" y="40"/>
                    <a:pt x="38" y="38"/>
                    <a:pt x="38" y="34"/>
                  </a:cubicBezTo>
                  <a:cubicBezTo>
                    <a:pt x="38" y="31"/>
                    <a:pt x="32" y="29"/>
                    <a:pt x="24" y="28"/>
                  </a:cubicBezTo>
                  <a:cubicBezTo>
                    <a:pt x="14" y="25"/>
                    <a:pt x="1" y="23"/>
                    <a:pt x="1" y="14"/>
                  </a:cubicBezTo>
                  <a:cubicBezTo>
                    <a:pt x="1" y="5"/>
                    <a:pt x="12" y="0"/>
                    <a:pt x="24" y="0"/>
                  </a:cubicBezTo>
                  <a:cubicBezTo>
                    <a:pt x="32" y="0"/>
                    <a:pt x="41" y="2"/>
                    <a:pt x="47" y="6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37" y="9"/>
                    <a:pt x="30" y="7"/>
                    <a:pt x="24" y="7"/>
                  </a:cubicBezTo>
                  <a:cubicBezTo>
                    <a:pt x="18" y="7"/>
                    <a:pt x="11" y="9"/>
                    <a:pt x="11" y="12"/>
                  </a:cubicBezTo>
                  <a:cubicBezTo>
                    <a:pt x="11" y="16"/>
                    <a:pt x="17" y="17"/>
                    <a:pt x="25" y="18"/>
                  </a:cubicBezTo>
                  <a:cubicBezTo>
                    <a:pt x="35" y="20"/>
                    <a:pt x="48" y="23"/>
                    <a:pt x="48" y="33"/>
                  </a:cubicBezTo>
                  <a:cubicBezTo>
                    <a:pt x="48" y="42"/>
                    <a:pt x="37" y="47"/>
                    <a:pt x="25" y="47"/>
                  </a:cubicBezTo>
                  <a:cubicBezTo>
                    <a:pt x="16" y="47"/>
                    <a:pt x="6" y="44"/>
                    <a:pt x="0" y="4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" name="Freeform 99">
              <a:extLst>
                <a:ext uri="{FF2B5EF4-FFF2-40B4-BE49-F238E27FC236}">
                  <a16:creationId xmlns:a16="http://schemas.microsoft.com/office/drawing/2014/main" id="{501306DA-0EE1-433E-8556-7E2B121F5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8347" y="2939122"/>
              <a:ext cx="60089" cy="61245"/>
            </a:xfrm>
            <a:custGeom>
              <a:avLst/>
              <a:gdLst>
                <a:gd name="T0" fmla="*/ 0 w 52"/>
                <a:gd name="T1" fmla="*/ 8 h 53"/>
                <a:gd name="T2" fmla="*/ 0 w 52"/>
                <a:gd name="T3" fmla="*/ 0 h 53"/>
                <a:gd name="T4" fmla="*/ 52 w 52"/>
                <a:gd name="T5" fmla="*/ 0 h 53"/>
                <a:gd name="T6" fmla="*/ 52 w 52"/>
                <a:gd name="T7" fmla="*/ 8 h 53"/>
                <a:gd name="T8" fmla="*/ 33 w 52"/>
                <a:gd name="T9" fmla="*/ 8 h 53"/>
                <a:gd name="T10" fmla="*/ 33 w 52"/>
                <a:gd name="T11" fmla="*/ 53 h 53"/>
                <a:gd name="T12" fmla="*/ 21 w 52"/>
                <a:gd name="T13" fmla="*/ 53 h 53"/>
                <a:gd name="T14" fmla="*/ 21 w 52"/>
                <a:gd name="T15" fmla="*/ 8 h 53"/>
                <a:gd name="T16" fmla="*/ 0 w 52"/>
                <a:gd name="T17" fmla="*/ 8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3">
                  <a:moveTo>
                    <a:pt x="0" y="8"/>
                  </a:moveTo>
                  <a:lnTo>
                    <a:pt x="0" y="0"/>
                  </a:lnTo>
                  <a:lnTo>
                    <a:pt x="52" y="0"/>
                  </a:lnTo>
                  <a:lnTo>
                    <a:pt x="52" y="8"/>
                  </a:lnTo>
                  <a:lnTo>
                    <a:pt x="33" y="8"/>
                  </a:lnTo>
                  <a:lnTo>
                    <a:pt x="33" y="53"/>
                  </a:lnTo>
                  <a:lnTo>
                    <a:pt x="21" y="53"/>
                  </a:lnTo>
                  <a:lnTo>
                    <a:pt x="21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" name="Freeform 100">
              <a:extLst>
                <a:ext uri="{FF2B5EF4-FFF2-40B4-BE49-F238E27FC236}">
                  <a16:creationId xmlns:a16="http://schemas.microsoft.com/office/drawing/2014/main" id="{61080D14-C245-412D-B5F0-F87D4C621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9991" y="2939122"/>
              <a:ext cx="70490" cy="61245"/>
            </a:xfrm>
            <a:custGeom>
              <a:avLst/>
              <a:gdLst>
                <a:gd name="T0" fmla="*/ 49 w 61"/>
                <a:gd name="T1" fmla="*/ 0 h 53"/>
                <a:gd name="T2" fmla="*/ 61 w 61"/>
                <a:gd name="T3" fmla="*/ 0 h 53"/>
                <a:gd name="T4" fmla="*/ 61 w 61"/>
                <a:gd name="T5" fmla="*/ 53 h 53"/>
                <a:gd name="T6" fmla="*/ 50 w 61"/>
                <a:gd name="T7" fmla="*/ 53 h 53"/>
                <a:gd name="T8" fmla="*/ 50 w 61"/>
                <a:gd name="T9" fmla="*/ 13 h 53"/>
                <a:gd name="T10" fmla="*/ 30 w 61"/>
                <a:gd name="T11" fmla="*/ 44 h 53"/>
                <a:gd name="T12" fmla="*/ 9 w 61"/>
                <a:gd name="T13" fmla="*/ 14 h 53"/>
                <a:gd name="T14" fmla="*/ 9 w 61"/>
                <a:gd name="T15" fmla="*/ 53 h 53"/>
                <a:gd name="T16" fmla="*/ 0 w 61"/>
                <a:gd name="T17" fmla="*/ 53 h 53"/>
                <a:gd name="T18" fmla="*/ 0 w 61"/>
                <a:gd name="T19" fmla="*/ 0 h 53"/>
                <a:gd name="T20" fmla="*/ 11 w 61"/>
                <a:gd name="T21" fmla="*/ 0 h 53"/>
                <a:gd name="T22" fmla="*/ 30 w 61"/>
                <a:gd name="T23" fmla="*/ 27 h 53"/>
                <a:gd name="T24" fmla="*/ 49 w 61"/>
                <a:gd name="T25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1" h="53">
                  <a:moveTo>
                    <a:pt x="49" y="0"/>
                  </a:moveTo>
                  <a:lnTo>
                    <a:pt x="61" y="0"/>
                  </a:lnTo>
                  <a:lnTo>
                    <a:pt x="61" y="53"/>
                  </a:lnTo>
                  <a:lnTo>
                    <a:pt x="50" y="53"/>
                  </a:lnTo>
                  <a:lnTo>
                    <a:pt x="50" y="13"/>
                  </a:lnTo>
                  <a:lnTo>
                    <a:pt x="30" y="44"/>
                  </a:lnTo>
                  <a:lnTo>
                    <a:pt x="9" y="14"/>
                  </a:lnTo>
                  <a:lnTo>
                    <a:pt x="9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11" y="0"/>
                  </a:lnTo>
                  <a:lnTo>
                    <a:pt x="30" y="27"/>
                  </a:lnTo>
                  <a:lnTo>
                    <a:pt x="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" name="Freeform 101">
              <a:extLst>
                <a:ext uri="{FF2B5EF4-FFF2-40B4-BE49-F238E27FC236}">
                  <a16:creationId xmlns:a16="http://schemas.microsoft.com/office/drawing/2014/main" id="{CD2F386D-3068-469D-A897-B6C709C9D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6658" y="2939122"/>
              <a:ext cx="55467" cy="61245"/>
            </a:xfrm>
            <a:custGeom>
              <a:avLst/>
              <a:gdLst>
                <a:gd name="T0" fmla="*/ 0 w 42"/>
                <a:gd name="T1" fmla="*/ 32 h 45"/>
                <a:gd name="T2" fmla="*/ 0 w 42"/>
                <a:gd name="T3" fmla="*/ 0 h 45"/>
                <a:gd name="T4" fmla="*/ 41 w 42"/>
                <a:gd name="T5" fmla="*/ 0 h 45"/>
                <a:gd name="T6" fmla="*/ 41 w 42"/>
                <a:gd name="T7" fmla="*/ 7 h 45"/>
                <a:gd name="T8" fmla="*/ 10 w 42"/>
                <a:gd name="T9" fmla="*/ 7 h 45"/>
                <a:gd name="T10" fmla="*/ 10 w 42"/>
                <a:gd name="T11" fmla="*/ 18 h 45"/>
                <a:gd name="T12" fmla="*/ 38 w 42"/>
                <a:gd name="T13" fmla="*/ 18 h 45"/>
                <a:gd name="T14" fmla="*/ 38 w 42"/>
                <a:gd name="T15" fmla="*/ 25 h 45"/>
                <a:gd name="T16" fmla="*/ 10 w 42"/>
                <a:gd name="T17" fmla="*/ 25 h 45"/>
                <a:gd name="T18" fmla="*/ 10 w 42"/>
                <a:gd name="T19" fmla="*/ 32 h 45"/>
                <a:gd name="T20" fmla="*/ 15 w 42"/>
                <a:gd name="T21" fmla="*/ 38 h 45"/>
                <a:gd name="T22" fmla="*/ 42 w 42"/>
                <a:gd name="T23" fmla="*/ 38 h 45"/>
                <a:gd name="T24" fmla="*/ 42 w 42"/>
                <a:gd name="T25" fmla="*/ 45 h 45"/>
                <a:gd name="T26" fmla="*/ 13 w 42"/>
                <a:gd name="T27" fmla="*/ 45 h 45"/>
                <a:gd name="T28" fmla="*/ 0 w 42"/>
                <a:gd name="T29" fmla="*/ 3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45">
                  <a:moveTo>
                    <a:pt x="0" y="3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0" y="36"/>
                    <a:pt x="11" y="38"/>
                    <a:pt x="15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5" y="45"/>
                    <a:pt x="0" y="41"/>
                    <a:pt x="0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" name="Freeform 102">
              <a:extLst>
                <a:ext uri="{FF2B5EF4-FFF2-40B4-BE49-F238E27FC236}">
                  <a16:creationId xmlns:a16="http://schemas.microsoft.com/office/drawing/2014/main" id="{B4905A94-36AD-42FF-9BD8-8A58A42D3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148" y="2939122"/>
              <a:ext cx="62400" cy="61245"/>
            </a:xfrm>
            <a:custGeom>
              <a:avLst/>
              <a:gdLst>
                <a:gd name="T0" fmla="*/ 10 w 54"/>
                <a:gd name="T1" fmla="*/ 16 h 53"/>
                <a:gd name="T2" fmla="*/ 10 w 54"/>
                <a:gd name="T3" fmla="*/ 53 h 53"/>
                <a:gd name="T4" fmla="*/ 0 w 54"/>
                <a:gd name="T5" fmla="*/ 53 h 53"/>
                <a:gd name="T6" fmla="*/ 0 w 54"/>
                <a:gd name="T7" fmla="*/ 0 h 53"/>
                <a:gd name="T8" fmla="*/ 10 w 54"/>
                <a:gd name="T9" fmla="*/ 0 h 53"/>
                <a:gd name="T10" fmla="*/ 43 w 54"/>
                <a:gd name="T11" fmla="*/ 38 h 53"/>
                <a:gd name="T12" fmla="*/ 43 w 54"/>
                <a:gd name="T13" fmla="*/ 0 h 53"/>
                <a:gd name="T14" fmla="*/ 54 w 54"/>
                <a:gd name="T15" fmla="*/ 0 h 53"/>
                <a:gd name="T16" fmla="*/ 54 w 54"/>
                <a:gd name="T17" fmla="*/ 53 h 53"/>
                <a:gd name="T18" fmla="*/ 43 w 54"/>
                <a:gd name="T19" fmla="*/ 53 h 53"/>
                <a:gd name="T20" fmla="*/ 10 w 54"/>
                <a:gd name="T21" fmla="*/ 1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53">
                  <a:moveTo>
                    <a:pt x="10" y="16"/>
                  </a:moveTo>
                  <a:lnTo>
                    <a:pt x="10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10" y="0"/>
                  </a:lnTo>
                  <a:lnTo>
                    <a:pt x="43" y="38"/>
                  </a:lnTo>
                  <a:lnTo>
                    <a:pt x="43" y="0"/>
                  </a:lnTo>
                  <a:lnTo>
                    <a:pt x="54" y="0"/>
                  </a:lnTo>
                  <a:lnTo>
                    <a:pt x="54" y="53"/>
                  </a:lnTo>
                  <a:lnTo>
                    <a:pt x="43" y="53"/>
                  </a:ln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" name="Freeform 103">
              <a:extLst>
                <a:ext uri="{FF2B5EF4-FFF2-40B4-BE49-F238E27FC236}">
                  <a16:creationId xmlns:a16="http://schemas.microsoft.com/office/drawing/2014/main" id="{3223CD3D-E19B-4A28-A20B-14C037DA7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8793" y="2939122"/>
              <a:ext cx="60089" cy="61245"/>
            </a:xfrm>
            <a:custGeom>
              <a:avLst/>
              <a:gdLst>
                <a:gd name="T0" fmla="*/ 0 w 52"/>
                <a:gd name="T1" fmla="*/ 8 h 53"/>
                <a:gd name="T2" fmla="*/ 0 w 52"/>
                <a:gd name="T3" fmla="*/ 0 h 53"/>
                <a:gd name="T4" fmla="*/ 52 w 52"/>
                <a:gd name="T5" fmla="*/ 0 h 53"/>
                <a:gd name="T6" fmla="*/ 52 w 52"/>
                <a:gd name="T7" fmla="*/ 8 h 53"/>
                <a:gd name="T8" fmla="*/ 33 w 52"/>
                <a:gd name="T9" fmla="*/ 8 h 53"/>
                <a:gd name="T10" fmla="*/ 33 w 52"/>
                <a:gd name="T11" fmla="*/ 53 h 53"/>
                <a:gd name="T12" fmla="*/ 21 w 52"/>
                <a:gd name="T13" fmla="*/ 53 h 53"/>
                <a:gd name="T14" fmla="*/ 21 w 52"/>
                <a:gd name="T15" fmla="*/ 8 h 53"/>
                <a:gd name="T16" fmla="*/ 0 w 52"/>
                <a:gd name="T17" fmla="*/ 8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3">
                  <a:moveTo>
                    <a:pt x="0" y="8"/>
                  </a:moveTo>
                  <a:lnTo>
                    <a:pt x="0" y="0"/>
                  </a:lnTo>
                  <a:lnTo>
                    <a:pt x="52" y="0"/>
                  </a:lnTo>
                  <a:lnTo>
                    <a:pt x="52" y="8"/>
                  </a:lnTo>
                  <a:lnTo>
                    <a:pt x="33" y="8"/>
                  </a:lnTo>
                  <a:lnTo>
                    <a:pt x="33" y="53"/>
                  </a:lnTo>
                  <a:lnTo>
                    <a:pt x="21" y="53"/>
                  </a:lnTo>
                  <a:lnTo>
                    <a:pt x="21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" name="Freeform 104">
              <a:extLst>
                <a:ext uri="{FF2B5EF4-FFF2-40B4-BE49-F238E27FC236}">
                  <a16:creationId xmlns:a16="http://schemas.microsoft.com/office/drawing/2014/main" id="{10653271-384C-49D2-859D-A41CAFD14E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33549" y="2939122"/>
              <a:ext cx="63556" cy="61245"/>
            </a:xfrm>
            <a:custGeom>
              <a:avLst/>
              <a:gdLst>
                <a:gd name="T0" fmla="*/ 47 w 47"/>
                <a:gd name="T1" fmla="*/ 33 h 45"/>
                <a:gd name="T2" fmla="*/ 28 w 47"/>
                <a:gd name="T3" fmla="*/ 45 h 45"/>
                <a:gd name="T4" fmla="*/ 0 w 47"/>
                <a:gd name="T5" fmla="*/ 45 h 45"/>
                <a:gd name="T6" fmla="*/ 0 w 47"/>
                <a:gd name="T7" fmla="*/ 0 h 45"/>
                <a:gd name="T8" fmla="*/ 26 w 47"/>
                <a:gd name="T9" fmla="*/ 0 h 45"/>
                <a:gd name="T10" fmla="*/ 45 w 47"/>
                <a:gd name="T11" fmla="*/ 12 h 45"/>
                <a:gd name="T12" fmla="*/ 38 w 47"/>
                <a:gd name="T13" fmla="*/ 22 h 45"/>
                <a:gd name="T14" fmla="*/ 47 w 47"/>
                <a:gd name="T15" fmla="*/ 33 h 45"/>
                <a:gd name="T16" fmla="*/ 9 w 47"/>
                <a:gd name="T17" fmla="*/ 7 h 45"/>
                <a:gd name="T18" fmla="*/ 9 w 47"/>
                <a:gd name="T19" fmla="*/ 19 h 45"/>
                <a:gd name="T20" fmla="*/ 26 w 47"/>
                <a:gd name="T21" fmla="*/ 19 h 45"/>
                <a:gd name="T22" fmla="*/ 35 w 47"/>
                <a:gd name="T23" fmla="*/ 13 h 45"/>
                <a:gd name="T24" fmla="*/ 26 w 47"/>
                <a:gd name="T25" fmla="*/ 7 h 45"/>
                <a:gd name="T26" fmla="*/ 9 w 47"/>
                <a:gd name="T27" fmla="*/ 7 h 45"/>
                <a:gd name="T28" fmla="*/ 37 w 47"/>
                <a:gd name="T29" fmla="*/ 32 h 45"/>
                <a:gd name="T30" fmla="*/ 28 w 47"/>
                <a:gd name="T31" fmla="*/ 26 h 45"/>
                <a:gd name="T32" fmla="*/ 9 w 47"/>
                <a:gd name="T33" fmla="*/ 26 h 45"/>
                <a:gd name="T34" fmla="*/ 9 w 47"/>
                <a:gd name="T35" fmla="*/ 38 h 45"/>
                <a:gd name="T36" fmla="*/ 27 w 47"/>
                <a:gd name="T37" fmla="*/ 38 h 45"/>
                <a:gd name="T38" fmla="*/ 37 w 47"/>
                <a:gd name="T39" fmla="*/ 3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7" h="45">
                  <a:moveTo>
                    <a:pt x="47" y="33"/>
                  </a:moveTo>
                  <a:cubicBezTo>
                    <a:pt x="47" y="41"/>
                    <a:pt x="39" y="45"/>
                    <a:pt x="28" y="45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37" y="0"/>
                    <a:pt x="45" y="4"/>
                    <a:pt x="45" y="12"/>
                  </a:cubicBezTo>
                  <a:cubicBezTo>
                    <a:pt x="45" y="17"/>
                    <a:pt x="42" y="20"/>
                    <a:pt x="38" y="22"/>
                  </a:cubicBezTo>
                  <a:cubicBezTo>
                    <a:pt x="43" y="24"/>
                    <a:pt x="47" y="27"/>
                    <a:pt x="47" y="33"/>
                  </a:cubicBezTo>
                  <a:close/>
                  <a:moveTo>
                    <a:pt x="9" y="7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31" y="19"/>
                    <a:pt x="35" y="17"/>
                    <a:pt x="35" y="13"/>
                  </a:cubicBezTo>
                  <a:cubicBezTo>
                    <a:pt x="35" y="9"/>
                    <a:pt x="31" y="7"/>
                    <a:pt x="26" y="7"/>
                  </a:cubicBezTo>
                  <a:lnTo>
                    <a:pt x="9" y="7"/>
                  </a:lnTo>
                  <a:close/>
                  <a:moveTo>
                    <a:pt x="37" y="32"/>
                  </a:moveTo>
                  <a:cubicBezTo>
                    <a:pt x="37" y="28"/>
                    <a:pt x="33" y="26"/>
                    <a:pt x="28" y="26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33" y="38"/>
                    <a:pt x="37" y="36"/>
                    <a:pt x="37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" name="Freeform 105">
              <a:extLst>
                <a:ext uri="{FF2B5EF4-FFF2-40B4-BE49-F238E27FC236}">
                  <a16:creationId xmlns:a16="http://schemas.microsoft.com/office/drawing/2014/main" id="{72A598F3-663E-4C9E-8BC3-8BC4C2E4C9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98261" y="2939122"/>
              <a:ext cx="76267" cy="61245"/>
            </a:xfrm>
            <a:custGeom>
              <a:avLst/>
              <a:gdLst>
                <a:gd name="T0" fmla="*/ 47 w 66"/>
                <a:gd name="T1" fmla="*/ 40 h 53"/>
                <a:gd name="T2" fmla="*/ 18 w 66"/>
                <a:gd name="T3" fmla="*/ 40 h 53"/>
                <a:gd name="T4" fmla="*/ 11 w 66"/>
                <a:gd name="T5" fmla="*/ 53 h 53"/>
                <a:gd name="T6" fmla="*/ 0 w 66"/>
                <a:gd name="T7" fmla="*/ 53 h 53"/>
                <a:gd name="T8" fmla="*/ 28 w 66"/>
                <a:gd name="T9" fmla="*/ 0 h 53"/>
                <a:gd name="T10" fmla="*/ 39 w 66"/>
                <a:gd name="T11" fmla="*/ 0 h 53"/>
                <a:gd name="T12" fmla="*/ 66 w 66"/>
                <a:gd name="T13" fmla="*/ 53 h 53"/>
                <a:gd name="T14" fmla="*/ 53 w 66"/>
                <a:gd name="T15" fmla="*/ 53 h 53"/>
                <a:gd name="T16" fmla="*/ 47 w 66"/>
                <a:gd name="T17" fmla="*/ 40 h 53"/>
                <a:gd name="T18" fmla="*/ 43 w 66"/>
                <a:gd name="T19" fmla="*/ 32 h 53"/>
                <a:gd name="T20" fmla="*/ 32 w 66"/>
                <a:gd name="T21" fmla="*/ 11 h 53"/>
                <a:gd name="T22" fmla="*/ 22 w 66"/>
                <a:gd name="T23" fmla="*/ 32 h 53"/>
                <a:gd name="T24" fmla="*/ 43 w 66"/>
                <a:gd name="T25" fmla="*/ 3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53">
                  <a:moveTo>
                    <a:pt x="47" y="40"/>
                  </a:moveTo>
                  <a:lnTo>
                    <a:pt x="18" y="40"/>
                  </a:lnTo>
                  <a:lnTo>
                    <a:pt x="11" y="53"/>
                  </a:lnTo>
                  <a:lnTo>
                    <a:pt x="0" y="53"/>
                  </a:lnTo>
                  <a:lnTo>
                    <a:pt x="28" y="0"/>
                  </a:lnTo>
                  <a:lnTo>
                    <a:pt x="39" y="0"/>
                  </a:lnTo>
                  <a:lnTo>
                    <a:pt x="66" y="53"/>
                  </a:lnTo>
                  <a:lnTo>
                    <a:pt x="53" y="53"/>
                  </a:lnTo>
                  <a:lnTo>
                    <a:pt x="47" y="40"/>
                  </a:lnTo>
                  <a:close/>
                  <a:moveTo>
                    <a:pt x="43" y="32"/>
                  </a:moveTo>
                  <a:lnTo>
                    <a:pt x="32" y="11"/>
                  </a:lnTo>
                  <a:lnTo>
                    <a:pt x="22" y="32"/>
                  </a:lnTo>
                  <a:lnTo>
                    <a:pt x="43" y="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" name="Freeform 106">
              <a:extLst>
                <a:ext uri="{FF2B5EF4-FFF2-40B4-BE49-F238E27FC236}">
                  <a16:creationId xmlns:a16="http://schemas.microsoft.com/office/drawing/2014/main" id="{1033D5A9-01D9-4F98-86F9-3E912CFF8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305" y="2939122"/>
              <a:ext cx="63556" cy="61245"/>
            </a:xfrm>
            <a:custGeom>
              <a:avLst/>
              <a:gdLst>
                <a:gd name="T0" fmla="*/ 11 w 55"/>
                <a:gd name="T1" fmla="*/ 16 h 53"/>
                <a:gd name="T2" fmla="*/ 11 w 55"/>
                <a:gd name="T3" fmla="*/ 53 h 53"/>
                <a:gd name="T4" fmla="*/ 0 w 55"/>
                <a:gd name="T5" fmla="*/ 53 h 53"/>
                <a:gd name="T6" fmla="*/ 0 w 55"/>
                <a:gd name="T7" fmla="*/ 0 h 53"/>
                <a:gd name="T8" fmla="*/ 11 w 55"/>
                <a:gd name="T9" fmla="*/ 0 h 53"/>
                <a:gd name="T10" fmla="*/ 43 w 55"/>
                <a:gd name="T11" fmla="*/ 38 h 53"/>
                <a:gd name="T12" fmla="*/ 43 w 55"/>
                <a:gd name="T13" fmla="*/ 0 h 53"/>
                <a:gd name="T14" fmla="*/ 55 w 55"/>
                <a:gd name="T15" fmla="*/ 0 h 53"/>
                <a:gd name="T16" fmla="*/ 55 w 55"/>
                <a:gd name="T17" fmla="*/ 53 h 53"/>
                <a:gd name="T18" fmla="*/ 43 w 55"/>
                <a:gd name="T19" fmla="*/ 53 h 53"/>
                <a:gd name="T20" fmla="*/ 11 w 55"/>
                <a:gd name="T21" fmla="*/ 1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5" h="53">
                  <a:moveTo>
                    <a:pt x="11" y="16"/>
                  </a:moveTo>
                  <a:lnTo>
                    <a:pt x="11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11" y="0"/>
                  </a:lnTo>
                  <a:lnTo>
                    <a:pt x="43" y="38"/>
                  </a:lnTo>
                  <a:lnTo>
                    <a:pt x="43" y="0"/>
                  </a:lnTo>
                  <a:lnTo>
                    <a:pt x="55" y="0"/>
                  </a:lnTo>
                  <a:lnTo>
                    <a:pt x="55" y="53"/>
                  </a:lnTo>
                  <a:lnTo>
                    <a:pt x="43" y="53"/>
                  </a:lnTo>
                  <a:lnTo>
                    <a:pt x="11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" name="Freeform 107">
              <a:extLst>
                <a:ext uri="{FF2B5EF4-FFF2-40B4-BE49-F238E27FC236}">
                  <a16:creationId xmlns:a16="http://schemas.microsoft.com/office/drawing/2014/main" id="{F7FDC5F2-7F59-4937-B012-3BB635E57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040" y="2939122"/>
              <a:ext cx="63556" cy="61245"/>
            </a:xfrm>
            <a:custGeom>
              <a:avLst/>
              <a:gdLst>
                <a:gd name="T0" fmla="*/ 20 w 55"/>
                <a:gd name="T1" fmla="*/ 28 h 53"/>
                <a:gd name="T2" fmla="*/ 11 w 55"/>
                <a:gd name="T3" fmla="*/ 37 h 53"/>
                <a:gd name="T4" fmla="*/ 11 w 55"/>
                <a:gd name="T5" fmla="*/ 53 h 53"/>
                <a:gd name="T6" fmla="*/ 0 w 55"/>
                <a:gd name="T7" fmla="*/ 53 h 53"/>
                <a:gd name="T8" fmla="*/ 0 w 55"/>
                <a:gd name="T9" fmla="*/ 0 h 53"/>
                <a:gd name="T10" fmla="*/ 11 w 55"/>
                <a:gd name="T11" fmla="*/ 0 h 53"/>
                <a:gd name="T12" fmla="*/ 11 w 55"/>
                <a:gd name="T13" fmla="*/ 26 h 53"/>
                <a:gd name="T14" fmla="*/ 39 w 55"/>
                <a:gd name="T15" fmla="*/ 0 h 53"/>
                <a:gd name="T16" fmla="*/ 53 w 55"/>
                <a:gd name="T17" fmla="*/ 0 h 53"/>
                <a:gd name="T18" fmla="*/ 28 w 55"/>
                <a:gd name="T19" fmla="*/ 21 h 53"/>
                <a:gd name="T20" fmla="*/ 55 w 55"/>
                <a:gd name="T21" fmla="*/ 53 h 53"/>
                <a:gd name="T22" fmla="*/ 41 w 55"/>
                <a:gd name="T23" fmla="*/ 53 h 53"/>
                <a:gd name="T24" fmla="*/ 20 w 55"/>
                <a:gd name="T25" fmla="*/ 28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5" h="53">
                  <a:moveTo>
                    <a:pt x="20" y="28"/>
                  </a:moveTo>
                  <a:lnTo>
                    <a:pt x="11" y="37"/>
                  </a:lnTo>
                  <a:lnTo>
                    <a:pt x="11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11" y="0"/>
                  </a:lnTo>
                  <a:lnTo>
                    <a:pt x="11" y="26"/>
                  </a:lnTo>
                  <a:lnTo>
                    <a:pt x="39" y="0"/>
                  </a:lnTo>
                  <a:lnTo>
                    <a:pt x="53" y="0"/>
                  </a:lnTo>
                  <a:lnTo>
                    <a:pt x="28" y="21"/>
                  </a:lnTo>
                  <a:lnTo>
                    <a:pt x="55" y="53"/>
                  </a:lnTo>
                  <a:lnTo>
                    <a:pt x="41" y="53"/>
                  </a:lnTo>
                  <a:lnTo>
                    <a:pt x="20" y="2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" name="Freeform 108">
              <a:extLst>
                <a:ext uri="{FF2B5EF4-FFF2-40B4-BE49-F238E27FC236}">
                  <a16:creationId xmlns:a16="http://schemas.microsoft.com/office/drawing/2014/main" id="{91CC3033-D760-44B9-B0B2-DB2DBFB515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4515" y="2889433"/>
              <a:ext cx="70490" cy="63556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" name="Rectangle 109">
              <a:extLst>
                <a:ext uri="{FF2B5EF4-FFF2-40B4-BE49-F238E27FC236}">
                  <a16:creationId xmlns:a16="http://schemas.microsoft.com/office/drawing/2014/main" id="{76D6EA83-7237-40B5-B80B-F7C8E392F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692" y="2973789"/>
              <a:ext cx="323558" cy="2773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grpSp>
          <p:nvGrpSpPr>
            <p:cNvPr id="37" name="Groupe 2">
              <a:extLst>
                <a:ext uri="{FF2B5EF4-FFF2-40B4-BE49-F238E27FC236}">
                  <a16:creationId xmlns:a16="http://schemas.microsoft.com/office/drawing/2014/main" id="{4D000C05-3A7A-4A3A-86A4-2B832B5F4F39}"/>
                </a:ext>
              </a:extLst>
            </p:cNvPr>
            <p:cNvGrpSpPr/>
            <p:nvPr/>
          </p:nvGrpSpPr>
          <p:grpSpPr>
            <a:xfrm>
              <a:off x="1070693" y="2740365"/>
              <a:ext cx="1947124" cy="144446"/>
              <a:chOff x="1070693" y="2740365"/>
              <a:chExt cx="1947124" cy="144446"/>
            </a:xfrm>
            <a:grpFill/>
          </p:grpSpPr>
          <p:sp>
            <p:nvSpPr>
              <p:cNvPr id="39" name="Freeform 70">
                <a:extLst>
                  <a:ext uri="{FF2B5EF4-FFF2-40B4-BE49-F238E27FC236}">
                    <a16:creationId xmlns:a16="http://schemas.microsoft.com/office/drawing/2014/main" id="{736332B7-663D-44C5-A8F4-4730F4C83E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028" y="2770410"/>
                <a:ext cx="121335" cy="114401"/>
              </a:xfrm>
              <a:custGeom>
                <a:avLst/>
                <a:gdLst>
                  <a:gd name="T0" fmla="*/ 52 w 91"/>
                  <a:gd name="T1" fmla="*/ 0 h 85"/>
                  <a:gd name="T2" fmla="*/ 89 w 91"/>
                  <a:gd name="T3" fmla="*/ 12 h 85"/>
                  <a:gd name="T4" fmla="*/ 81 w 91"/>
                  <a:gd name="T5" fmla="*/ 22 h 85"/>
                  <a:gd name="T6" fmla="*/ 53 w 91"/>
                  <a:gd name="T7" fmla="*/ 13 h 85"/>
                  <a:gd name="T8" fmla="*/ 19 w 91"/>
                  <a:gd name="T9" fmla="*/ 43 h 85"/>
                  <a:gd name="T10" fmla="*/ 53 w 91"/>
                  <a:gd name="T11" fmla="*/ 72 h 85"/>
                  <a:gd name="T12" fmla="*/ 82 w 91"/>
                  <a:gd name="T13" fmla="*/ 62 h 85"/>
                  <a:gd name="T14" fmla="*/ 91 w 91"/>
                  <a:gd name="T15" fmla="*/ 73 h 85"/>
                  <a:gd name="T16" fmla="*/ 52 w 91"/>
                  <a:gd name="T17" fmla="*/ 85 h 85"/>
                  <a:gd name="T18" fmla="*/ 0 w 91"/>
                  <a:gd name="T19" fmla="*/ 43 h 85"/>
                  <a:gd name="T20" fmla="*/ 52 w 91"/>
                  <a:gd name="T21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1" h="85">
                    <a:moveTo>
                      <a:pt x="52" y="0"/>
                    </a:moveTo>
                    <a:cubicBezTo>
                      <a:pt x="65" y="0"/>
                      <a:pt x="78" y="4"/>
                      <a:pt x="89" y="12"/>
                    </a:cubicBezTo>
                    <a:cubicBezTo>
                      <a:pt x="81" y="22"/>
                      <a:pt x="81" y="22"/>
                      <a:pt x="81" y="22"/>
                    </a:cubicBezTo>
                    <a:cubicBezTo>
                      <a:pt x="72" y="16"/>
                      <a:pt x="65" y="13"/>
                      <a:pt x="53" y="13"/>
                    </a:cubicBezTo>
                    <a:cubicBezTo>
                      <a:pt x="34" y="13"/>
                      <a:pt x="19" y="25"/>
                      <a:pt x="19" y="43"/>
                    </a:cubicBezTo>
                    <a:cubicBezTo>
                      <a:pt x="19" y="60"/>
                      <a:pt x="34" y="72"/>
                      <a:pt x="53" y="72"/>
                    </a:cubicBezTo>
                    <a:cubicBezTo>
                      <a:pt x="65" y="72"/>
                      <a:pt x="73" y="69"/>
                      <a:pt x="82" y="62"/>
                    </a:cubicBezTo>
                    <a:cubicBezTo>
                      <a:pt x="91" y="73"/>
                      <a:pt x="91" y="73"/>
                      <a:pt x="91" y="73"/>
                    </a:cubicBezTo>
                    <a:cubicBezTo>
                      <a:pt x="80" y="81"/>
                      <a:pt x="66" y="85"/>
                      <a:pt x="52" y="85"/>
                    </a:cubicBezTo>
                    <a:cubicBezTo>
                      <a:pt x="26" y="85"/>
                      <a:pt x="0" y="70"/>
                      <a:pt x="0" y="43"/>
                    </a:cubicBezTo>
                    <a:cubicBezTo>
                      <a:pt x="0" y="16"/>
                      <a:pt x="26" y="0"/>
                      <a:pt x="5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0" name="Freeform 71">
                <a:extLst>
                  <a:ext uri="{FF2B5EF4-FFF2-40B4-BE49-F238E27FC236}">
                    <a16:creationId xmlns:a16="http://schemas.microsoft.com/office/drawing/2014/main" id="{9853C07C-0D86-4D42-992D-B2EC0901025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90785" y="2771566"/>
                <a:ext cx="112090" cy="112090"/>
              </a:xfrm>
              <a:custGeom>
                <a:avLst/>
                <a:gdLst>
                  <a:gd name="T0" fmla="*/ 0 w 84"/>
                  <a:gd name="T1" fmla="*/ 0 h 83"/>
                  <a:gd name="T2" fmla="*/ 44 w 84"/>
                  <a:gd name="T3" fmla="*/ 0 h 83"/>
                  <a:gd name="T4" fmla="*/ 82 w 84"/>
                  <a:gd name="T5" fmla="*/ 27 h 83"/>
                  <a:gd name="T6" fmla="*/ 57 w 84"/>
                  <a:gd name="T7" fmla="*/ 52 h 83"/>
                  <a:gd name="T8" fmla="*/ 84 w 84"/>
                  <a:gd name="T9" fmla="*/ 83 h 83"/>
                  <a:gd name="T10" fmla="*/ 64 w 84"/>
                  <a:gd name="T11" fmla="*/ 83 h 83"/>
                  <a:gd name="T12" fmla="*/ 39 w 84"/>
                  <a:gd name="T13" fmla="*/ 54 h 83"/>
                  <a:gd name="T14" fmla="*/ 17 w 84"/>
                  <a:gd name="T15" fmla="*/ 54 h 83"/>
                  <a:gd name="T16" fmla="*/ 17 w 84"/>
                  <a:gd name="T17" fmla="*/ 83 h 83"/>
                  <a:gd name="T18" fmla="*/ 0 w 84"/>
                  <a:gd name="T19" fmla="*/ 83 h 83"/>
                  <a:gd name="T20" fmla="*/ 0 w 84"/>
                  <a:gd name="T21" fmla="*/ 0 h 83"/>
                  <a:gd name="T22" fmla="*/ 43 w 84"/>
                  <a:gd name="T23" fmla="*/ 41 h 83"/>
                  <a:gd name="T24" fmla="*/ 63 w 84"/>
                  <a:gd name="T25" fmla="*/ 27 h 83"/>
                  <a:gd name="T26" fmla="*/ 43 w 84"/>
                  <a:gd name="T27" fmla="*/ 14 h 83"/>
                  <a:gd name="T28" fmla="*/ 17 w 84"/>
                  <a:gd name="T29" fmla="*/ 14 h 83"/>
                  <a:gd name="T30" fmla="*/ 17 w 84"/>
                  <a:gd name="T31" fmla="*/ 41 h 83"/>
                  <a:gd name="T32" fmla="*/ 43 w 84"/>
                  <a:gd name="T33" fmla="*/ 41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4" h="83">
                    <a:moveTo>
                      <a:pt x="0" y="0"/>
                    </a:moveTo>
                    <a:cubicBezTo>
                      <a:pt x="44" y="0"/>
                      <a:pt x="44" y="0"/>
                      <a:pt x="44" y="0"/>
                    </a:cubicBezTo>
                    <a:cubicBezTo>
                      <a:pt x="65" y="0"/>
                      <a:pt x="82" y="9"/>
                      <a:pt x="82" y="27"/>
                    </a:cubicBezTo>
                    <a:cubicBezTo>
                      <a:pt x="82" y="41"/>
                      <a:pt x="71" y="48"/>
                      <a:pt x="57" y="52"/>
                    </a:cubicBezTo>
                    <a:cubicBezTo>
                      <a:pt x="84" y="83"/>
                      <a:pt x="84" y="83"/>
                      <a:pt x="84" y="83"/>
                    </a:cubicBezTo>
                    <a:cubicBezTo>
                      <a:pt x="64" y="83"/>
                      <a:pt x="64" y="83"/>
                      <a:pt x="64" y="83"/>
                    </a:cubicBezTo>
                    <a:cubicBezTo>
                      <a:pt x="39" y="54"/>
                      <a:pt x="39" y="54"/>
                      <a:pt x="39" y="54"/>
                    </a:cubicBezTo>
                    <a:cubicBezTo>
                      <a:pt x="17" y="54"/>
                      <a:pt x="17" y="54"/>
                      <a:pt x="17" y="54"/>
                    </a:cubicBezTo>
                    <a:cubicBezTo>
                      <a:pt x="17" y="83"/>
                      <a:pt x="17" y="83"/>
                      <a:pt x="17" y="83"/>
                    </a:cubicBezTo>
                    <a:cubicBezTo>
                      <a:pt x="0" y="83"/>
                      <a:pt x="0" y="83"/>
                      <a:pt x="0" y="83"/>
                    </a:cubicBezTo>
                    <a:lnTo>
                      <a:pt x="0" y="0"/>
                    </a:lnTo>
                    <a:close/>
                    <a:moveTo>
                      <a:pt x="43" y="41"/>
                    </a:moveTo>
                    <a:cubicBezTo>
                      <a:pt x="55" y="41"/>
                      <a:pt x="63" y="36"/>
                      <a:pt x="63" y="27"/>
                    </a:cubicBezTo>
                    <a:cubicBezTo>
                      <a:pt x="63" y="18"/>
                      <a:pt x="56" y="14"/>
                      <a:pt x="43" y="14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41"/>
                      <a:pt x="17" y="41"/>
                      <a:pt x="17" y="41"/>
                    </a:cubicBezTo>
                    <a:lnTo>
                      <a:pt x="43" y="4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1" name="Freeform 72">
                <a:extLst>
                  <a:ext uri="{FF2B5EF4-FFF2-40B4-BE49-F238E27FC236}">
                    <a16:creationId xmlns:a16="http://schemas.microsoft.com/office/drawing/2014/main" id="{818F16A2-90D7-4C13-B000-8994F2E1BD1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28296" y="2740365"/>
                <a:ext cx="101690" cy="143290"/>
              </a:xfrm>
              <a:custGeom>
                <a:avLst/>
                <a:gdLst>
                  <a:gd name="T0" fmla="*/ 0 w 76"/>
                  <a:gd name="T1" fmla="*/ 82 h 106"/>
                  <a:gd name="T2" fmla="*/ 0 w 76"/>
                  <a:gd name="T3" fmla="*/ 23 h 106"/>
                  <a:gd name="T4" fmla="*/ 74 w 76"/>
                  <a:gd name="T5" fmla="*/ 23 h 106"/>
                  <a:gd name="T6" fmla="*/ 74 w 76"/>
                  <a:gd name="T7" fmla="*/ 37 h 106"/>
                  <a:gd name="T8" fmla="*/ 17 w 76"/>
                  <a:gd name="T9" fmla="*/ 37 h 106"/>
                  <a:gd name="T10" fmla="*/ 17 w 76"/>
                  <a:gd name="T11" fmla="*/ 57 h 106"/>
                  <a:gd name="T12" fmla="*/ 70 w 76"/>
                  <a:gd name="T13" fmla="*/ 57 h 106"/>
                  <a:gd name="T14" fmla="*/ 70 w 76"/>
                  <a:gd name="T15" fmla="*/ 69 h 106"/>
                  <a:gd name="T16" fmla="*/ 17 w 76"/>
                  <a:gd name="T17" fmla="*/ 69 h 106"/>
                  <a:gd name="T18" fmla="*/ 17 w 76"/>
                  <a:gd name="T19" fmla="*/ 82 h 106"/>
                  <a:gd name="T20" fmla="*/ 28 w 76"/>
                  <a:gd name="T21" fmla="*/ 93 h 106"/>
                  <a:gd name="T22" fmla="*/ 76 w 76"/>
                  <a:gd name="T23" fmla="*/ 93 h 106"/>
                  <a:gd name="T24" fmla="*/ 76 w 76"/>
                  <a:gd name="T25" fmla="*/ 106 h 106"/>
                  <a:gd name="T26" fmla="*/ 24 w 76"/>
                  <a:gd name="T27" fmla="*/ 106 h 106"/>
                  <a:gd name="T28" fmla="*/ 0 w 76"/>
                  <a:gd name="T29" fmla="*/ 82 h 106"/>
                  <a:gd name="T30" fmla="*/ 57 w 76"/>
                  <a:gd name="T31" fmla="*/ 0 h 106"/>
                  <a:gd name="T32" fmla="*/ 43 w 76"/>
                  <a:gd name="T33" fmla="*/ 14 h 106"/>
                  <a:gd name="T34" fmla="*/ 28 w 76"/>
                  <a:gd name="T35" fmla="*/ 14 h 106"/>
                  <a:gd name="T36" fmla="*/ 38 w 76"/>
                  <a:gd name="T37" fmla="*/ 0 h 106"/>
                  <a:gd name="T38" fmla="*/ 57 w 76"/>
                  <a:gd name="T3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6" h="106">
                    <a:moveTo>
                      <a:pt x="0" y="82"/>
                    </a:moveTo>
                    <a:cubicBezTo>
                      <a:pt x="0" y="23"/>
                      <a:pt x="0" y="23"/>
                      <a:pt x="0" y="23"/>
                    </a:cubicBezTo>
                    <a:cubicBezTo>
                      <a:pt x="74" y="23"/>
                      <a:pt x="74" y="23"/>
                      <a:pt x="74" y="23"/>
                    </a:cubicBezTo>
                    <a:cubicBezTo>
                      <a:pt x="74" y="37"/>
                      <a:pt x="74" y="37"/>
                      <a:pt x="74" y="37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70" y="57"/>
                      <a:pt x="70" y="57"/>
                      <a:pt x="70" y="57"/>
                    </a:cubicBezTo>
                    <a:cubicBezTo>
                      <a:pt x="70" y="69"/>
                      <a:pt x="70" y="69"/>
                      <a:pt x="70" y="69"/>
                    </a:cubicBezTo>
                    <a:cubicBezTo>
                      <a:pt x="17" y="69"/>
                      <a:pt x="17" y="69"/>
                      <a:pt x="17" y="69"/>
                    </a:cubicBezTo>
                    <a:cubicBezTo>
                      <a:pt x="17" y="82"/>
                      <a:pt x="17" y="82"/>
                      <a:pt x="17" y="82"/>
                    </a:cubicBezTo>
                    <a:cubicBezTo>
                      <a:pt x="17" y="89"/>
                      <a:pt x="21" y="93"/>
                      <a:pt x="28" y="93"/>
                    </a:cubicBezTo>
                    <a:cubicBezTo>
                      <a:pt x="76" y="93"/>
                      <a:pt x="76" y="93"/>
                      <a:pt x="76" y="93"/>
                    </a:cubicBezTo>
                    <a:cubicBezTo>
                      <a:pt x="76" y="106"/>
                      <a:pt x="76" y="106"/>
                      <a:pt x="76" y="106"/>
                    </a:cubicBezTo>
                    <a:cubicBezTo>
                      <a:pt x="24" y="106"/>
                      <a:pt x="24" y="106"/>
                      <a:pt x="24" y="106"/>
                    </a:cubicBezTo>
                    <a:cubicBezTo>
                      <a:pt x="8" y="106"/>
                      <a:pt x="0" y="97"/>
                      <a:pt x="0" y="82"/>
                    </a:cubicBezTo>
                    <a:close/>
                    <a:moveTo>
                      <a:pt x="57" y="0"/>
                    </a:moveTo>
                    <a:cubicBezTo>
                      <a:pt x="43" y="14"/>
                      <a:pt x="43" y="14"/>
                      <a:pt x="43" y="14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38" y="0"/>
                      <a:pt x="38" y="0"/>
                      <a:pt x="38" y="0"/>
                    </a:cubicBezTo>
                    <a:lnTo>
                      <a:pt x="5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2" name="Freeform 73">
                <a:extLst>
                  <a:ext uri="{FF2B5EF4-FFF2-40B4-BE49-F238E27FC236}">
                    <a16:creationId xmlns:a16="http://schemas.microsoft.com/office/drawing/2014/main" id="{942C9745-D9B5-4E43-B866-0E8462AD24E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661186" y="2771566"/>
                <a:ext cx="119023" cy="112090"/>
              </a:xfrm>
              <a:custGeom>
                <a:avLst/>
                <a:gdLst>
                  <a:gd name="T0" fmla="*/ 0 w 90"/>
                  <a:gd name="T1" fmla="*/ 0 h 83"/>
                  <a:gd name="T2" fmla="*/ 37 w 90"/>
                  <a:gd name="T3" fmla="*/ 0 h 83"/>
                  <a:gd name="T4" fmla="*/ 90 w 90"/>
                  <a:gd name="T5" fmla="*/ 42 h 83"/>
                  <a:gd name="T6" fmla="*/ 37 w 90"/>
                  <a:gd name="T7" fmla="*/ 83 h 83"/>
                  <a:gd name="T8" fmla="*/ 0 w 90"/>
                  <a:gd name="T9" fmla="*/ 83 h 83"/>
                  <a:gd name="T10" fmla="*/ 0 w 90"/>
                  <a:gd name="T11" fmla="*/ 0 h 83"/>
                  <a:gd name="T12" fmla="*/ 38 w 90"/>
                  <a:gd name="T13" fmla="*/ 70 h 83"/>
                  <a:gd name="T14" fmla="*/ 71 w 90"/>
                  <a:gd name="T15" fmla="*/ 42 h 83"/>
                  <a:gd name="T16" fmla="*/ 38 w 90"/>
                  <a:gd name="T17" fmla="*/ 14 h 83"/>
                  <a:gd name="T18" fmla="*/ 17 w 90"/>
                  <a:gd name="T19" fmla="*/ 14 h 83"/>
                  <a:gd name="T20" fmla="*/ 17 w 90"/>
                  <a:gd name="T21" fmla="*/ 70 h 83"/>
                  <a:gd name="T22" fmla="*/ 38 w 90"/>
                  <a:gd name="T23" fmla="*/ 7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0" h="83">
                    <a:moveTo>
                      <a:pt x="0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69" y="0"/>
                      <a:pt x="90" y="17"/>
                      <a:pt x="90" y="42"/>
                    </a:cubicBezTo>
                    <a:cubicBezTo>
                      <a:pt x="90" y="66"/>
                      <a:pt x="69" y="83"/>
                      <a:pt x="37" y="83"/>
                    </a:cubicBezTo>
                    <a:cubicBezTo>
                      <a:pt x="0" y="83"/>
                      <a:pt x="0" y="83"/>
                      <a:pt x="0" y="83"/>
                    </a:cubicBezTo>
                    <a:lnTo>
                      <a:pt x="0" y="0"/>
                    </a:lnTo>
                    <a:close/>
                    <a:moveTo>
                      <a:pt x="38" y="70"/>
                    </a:moveTo>
                    <a:cubicBezTo>
                      <a:pt x="58" y="70"/>
                      <a:pt x="71" y="59"/>
                      <a:pt x="71" y="42"/>
                    </a:cubicBezTo>
                    <a:cubicBezTo>
                      <a:pt x="71" y="25"/>
                      <a:pt x="58" y="14"/>
                      <a:pt x="38" y="14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70"/>
                      <a:pt x="17" y="70"/>
                      <a:pt x="17" y="70"/>
                    </a:cubicBezTo>
                    <a:lnTo>
                      <a:pt x="38" y="7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3" name="Rectangle 74">
                <a:extLst>
                  <a:ext uri="{FF2B5EF4-FFF2-40B4-BE49-F238E27FC236}">
                    <a16:creationId xmlns:a16="http://schemas.microsoft.com/office/drawing/2014/main" id="{AB8CFF60-D803-4B1C-A2C0-E8D2FF6F48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7943" y="2771566"/>
                <a:ext cx="23111" cy="11209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4" name="Freeform 75">
                <a:extLst>
                  <a:ext uri="{FF2B5EF4-FFF2-40B4-BE49-F238E27FC236}">
                    <a16:creationId xmlns:a16="http://schemas.microsoft.com/office/drawing/2014/main" id="{34EDDDAB-A4DB-421F-806D-371A016320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6476" y="2771566"/>
                <a:ext cx="108623" cy="112090"/>
              </a:xfrm>
              <a:custGeom>
                <a:avLst/>
                <a:gdLst>
                  <a:gd name="T0" fmla="*/ 0 w 94"/>
                  <a:gd name="T1" fmla="*/ 16 h 97"/>
                  <a:gd name="T2" fmla="*/ 0 w 94"/>
                  <a:gd name="T3" fmla="*/ 0 h 97"/>
                  <a:gd name="T4" fmla="*/ 94 w 94"/>
                  <a:gd name="T5" fmla="*/ 0 h 97"/>
                  <a:gd name="T6" fmla="*/ 94 w 94"/>
                  <a:gd name="T7" fmla="*/ 16 h 97"/>
                  <a:gd name="T8" fmla="*/ 57 w 94"/>
                  <a:gd name="T9" fmla="*/ 16 h 97"/>
                  <a:gd name="T10" fmla="*/ 57 w 94"/>
                  <a:gd name="T11" fmla="*/ 97 h 97"/>
                  <a:gd name="T12" fmla="*/ 36 w 94"/>
                  <a:gd name="T13" fmla="*/ 97 h 97"/>
                  <a:gd name="T14" fmla="*/ 36 w 94"/>
                  <a:gd name="T15" fmla="*/ 16 h 97"/>
                  <a:gd name="T16" fmla="*/ 0 w 94"/>
                  <a:gd name="T17" fmla="*/ 16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4" h="97">
                    <a:moveTo>
                      <a:pt x="0" y="16"/>
                    </a:moveTo>
                    <a:lnTo>
                      <a:pt x="0" y="0"/>
                    </a:lnTo>
                    <a:lnTo>
                      <a:pt x="94" y="0"/>
                    </a:lnTo>
                    <a:lnTo>
                      <a:pt x="94" y="16"/>
                    </a:lnTo>
                    <a:lnTo>
                      <a:pt x="57" y="16"/>
                    </a:lnTo>
                    <a:lnTo>
                      <a:pt x="57" y="97"/>
                    </a:lnTo>
                    <a:lnTo>
                      <a:pt x="36" y="97"/>
                    </a:lnTo>
                    <a:lnTo>
                      <a:pt x="36" y="16"/>
                    </a:lnTo>
                    <a:lnTo>
                      <a:pt x="0" y="1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5" name="Freeform 76">
                <a:extLst>
                  <a:ext uri="{FF2B5EF4-FFF2-40B4-BE49-F238E27FC236}">
                    <a16:creationId xmlns:a16="http://schemas.microsoft.com/office/drawing/2014/main" id="{E8E4CDD1-F42F-4FB5-99E3-6E8E2E56F0C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015944" y="2771566"/>
                <a:ext cx="137512" cy="112090"/>
              </a:xfrm>
              <a:custGeom>
                <a:avLst/>
                <a:gdLst>
                  <a:gd name="T0" fmla="*/ 84 w 119"/>
                  <a:gd name="T1" fmla="*/ 74 h 97"/>
                  <a:gd name="T2" fmla="*/ 31 w 119"/>
                  <a:gd name="T3" fmla="*/ 74 h 97"/>
                  <a:gd name="T4" fmla="*/ 21 w 119"/>
                  <a:gd name="T5" fmla="*/ 97 h 97"/>
                  <a:gd name="T6" fmla="*/ 0 w 119"/>
                  <a:gd name="T7" fmla="*/ 97 h 97"/>
                  <a:gd name="T8" fmla="*/ 48 w 119"/>
                  <a:gd name="T9" fmla="*/ 0 h 97"/>
                  <a:gd name="T10" fmla="*/ 69 w 119"/>
                  <a:gd name="T11" fmla="*/ 0 h 97"/>
                  <a:gd name="T12" fmla="*/ 119 w 119"/>
                  <a:gd name="T13" fmla="*/ 97 h 97"/>
                  <a:gd name="T14" fmla="*/ 96 w 119"/>
                  <a:gd name="T15" fmla="*/ 97 h 97"/>
                  <a:gd name="T16" fmla="*/ 84 w 119"/>
                  <a:gd name="T17" fmla="*/ 74 h 97"/>
                  <a:gd name="T18" fmla="*/ 76 w 119"/>
                  <a:gd name="T19" fmla="*/ 59 h 97"/>
                  <a:gd name="T20" fmla="*/ 58 w 119"/>
                  <a:gd name="T21" fmla="*/ 20 h 97"/>
                  <a:gd name="T22" fmla="*/ 39 w 119"/>
                  <a:gd name="T23" fmla="*/ 59 h 97"/>
                  <a:gd name="T24" fmla="*/ 76 w 119"/>
                  <a:gd name="T25" fmla="*/ 59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9" h="97">
                    <a:moveTo>
                      <a:pt x="84" y="74"/>
                    </a:moveTo>
                    <a:lnTo>
                      <a:pt x="31" y="74"/>
                    </a:lnTo>
                    <a:lnTo>
                      <a:pt x="21" y="97"/>
                    </a:lnTo>
                    <a:lnTo>
                      <a:pt x="0" y="97"/>
                    </a:lnTo>
                    <a:lnTo>
                      <a:pt x="48" y="0"/>
                    </a:lnTo>
                    <a:lnTo>
                      <a:pt x="69" y="0"/>
                    </a:lnTo>
                    <a:lnTo>
                      <a:pt x="119" y="97"/>
                    </a:lnTo>
                    <a:lnTo>
                      <a:pt x="96" y="97"/>
                    </a:lnTo>
                    <a:lnTo>
                      <a:pt x="84" y="74"/>
                    </a:lnTo>
                    <a:close/>
                    <a:moveTo>
                      <a:pt x="76" y="59"/>
                    </a:moveTo>
                    <a:lnTo>
                      <a:pt x="58" y="20"/>
                    </a:lnTo>
                    <a:lnTo>
                      <a:pt x="39" y="59"/>
                    </a:lnTo>
                    <a:lnTo>
                      <a:pt x="76" y="5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6" name="Freeform 77">
                <a:extLst>
                  <a:ext uri="{FF2B5EF4-FFF2-40B4-BE49-F238E27FC236}">
                    <a16:creationId xmlns:a16="http://schemas.microsoft.com/office/drawing/2014/main" id="{DF115A81-1619-4CEE-BA4A-3BB19C36B1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2701" y="2770410"/>
                <a:ext cx="123646" cy="114401"/>
              </a:xfrm>
              <a:custGeom>
                <a:avLst/>
                <a:gdLst>
                  <a:gd name="T0" fmla="*/ 52 w 93"/>
                  <a:gd name="T1" fmla="*/ 0 h 85"/>
                  <a:gd name="T2" fmla="*/ 88 w 93"/>
                  <a:gd name="T3" fmla="*/ 12 h 85"/>
                  <a:gd name="T4" fmla="*/ 80 w 93"/>
                  <a:gd name="T5" fmla="*/ 22 h 85"/>
                  <a:gd name="T6" fmla="*/ 53 w 93"/>
                  <a:gd name="T7" fmla="*/ 13 h 85"/>
                  <a:gd name="T8" fmla="*/ 18 w 93"/>
                  <a:gd name="T9" fmla="*/ 42 h 85"/>
                  <a:gd name="T10" fmla="*/ 52 w 93"/>
                  <a:gd name="T11" fmla="*/ 72 h 85"/>
                  <a:gd name="T12" fmla="*/ 75 w 93"/>
                  <a:gd name="T13" fmla="*/ 66 h 85"/>
                  <a:gd name="T14" fmla="*/ 75 w 93"/>
                  <a:gd name="T15" fmla="*/ 50 h 85"/>
                  <a:gd name="T16" fmla="*/ 51 w 93"/>
                  <a:gd name="T17" fmla="*/ 50 h 85"/>
                  <a:gd name="T18" fmla="*/ 51 w 93"/>
                  <a:gd name="T19" fmla="*/ 38 h 85"/>
                  <a:gd name="T20" fmla="*/ 93 w 93"/>
                  <a:gd name="T21" fmla="*/ 38 h 85"/>
                  <a:gd name="T22" fmla="*/ 93 w 93"/>
                  <a:gd name="T23" fmla="*/ 72 h 85"/>
                  <a:gd name="T24" fmla="*/ 51 w 93"/>
                  <a:gd name="T25" fmla="*/ 85 h 85"/>
                  <a:gd name="T26" fmla="*/ 0 w 93"/>
                  <a:gd name="T27" fmla="*/ 43 h 85"/>
                  <a:gd name="T28" fmla="*/ 52 w 93"/>
                  <a:gd name="T29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3" h="85">
                    <a:moveTo>
                      <a:pt x="52" y="0"/>
                    </a:moveTo>
                    <a:cubicBezTo>
                      <a:pt x="64" y="0"/>
                      <a:pt x="78" y="4"/>
                      <a:pt x="88" y="12"/>
                    </a:cubicBezTo>
                    <a:cubicBezTo>
                      <a:pt x="80" y="22"/>
                      <a:pt x="80" y="22"/>
                      <a:pt x="80" y="22"/>
                    </a:cubicBezTo>
                    <a:cubicBezTo>
                      <a:pt x="71" y="16"/>
                      <a:pt x="64" y="13"/>
                      <a:pt x="53" y="13"/>
                    </a:cubicBezTo>
                    <a:cubicBezTo>
                      <a:pt x="33" y="13"/>
                      <a:pt x="18" y="25"/>
                      <a:pt x="18" y="42"/>
                    </a:cubicBezTo>
                    <a:cubicBezTo>
                      <a:pt x="18" y="60"/>
                      <a:pt x="32" y="72"/>
                      <a:pt x="52" y="72"/>
                    </a:cubicBezTo>
                    <a:cubicBezTo>
                      <a:pt x="61" y="72"/>
                      <a:pt x="70" y="70"/>
                      <a:pt x="75" y="66"/>
                    </a:cubicBezTo>
                    <a:cubicBezTo>
                      <a:pt x="75" y="50"/>
                      <a:pt x="75" y="50"/>
                      <a:pt x="75" y="50"/>
                    </a:cubicBezTo>
                    <a:cubicBezTo>
                      <a:pt x="51" y="50"/>
                      <a:pt x="51" y="50"/>
                      <a:pt x="51" y="50"/>
                    </a:cubicBezTo>
                    <a:cubicBezTo>
                      <a:pt x="51" y="38"/>
                      <a:pt x="51" y="38"/>
                      <a:pt x="51" y="38"/>
                    </a:cubicBezTo>
                    <a:cubicBezTo>
                      <a:pt x="93" y="38"/>
                      <a:pt x="93" y="38"/>
                      <a:pt x="93" y="38"/>
                    </a:cubicBezTo>
                    <a:cubicBezTo>
                      <a:pt x="93" y="72"/>
                      <a:pt x="93" y="72"/>
                      <a:pt x="93" y="72"/>
                    </a:cubicBezTo>
                    <a:cubicBezTo>
                      <a:pt x="83" y="79"/>
                      <a:pt x="69" y="85"/>
                      <a:pt x="51" y="85"/>
                    </a:cubicBezTo>
                    <a:cubicBezTo>
                      <a:pt x="20" y="85"/>
                      <a:pt x="0" y="67"/>
                      <a:pt x="0" y="43"/>
                    </a:cubicBezTo>
                    <a:cubicBezTo>
                      <a:pt x="0" y="16"/>
                      <a:pt x="25" y="0"/>
                      <a:pt x="5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7" name="Freeform 78">
                <a:extLst>
                  <a:ext uri="{FF2B5EF4-FFF2-40B4-BE49-F238E27FC236}">
                    <a16:creationId xmlns:a16="http://schemas.microsoft.com/office/drawing/2014/main" id="{6E602302-D008-4DF6-8125-61F8F2F2C9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18702" y="2771566"/>
                <a:ext cx="113245" cy="112090"/>
              </a:xfrm>
              <a:custGeom>
                <a:avLst/>
                <a:gdLst>
                  <a:gd name="T0" fmla="*/ 0 w 85"/>
                  <a:gd name="T1" fmla="*/ 0 h 83"/>
                  <a:gd name="T2" fmla="*/ 44 w 85"/>
                  <a:gd name="T3" fmla="*/ 0 h 83"/>
                  <a:gd name="T4" fmla="*/ 82 w 85"/>
                  <a:gd name="T5" fmla="*/ 27 h 83"/>
                  <a:gd name="T6" fmla="*/ 58 w 85"/>
                  <a:gd name="T7" fmla="*/ 52 h 83"/>
                  <a:gd name="T8" fmla="*/ 85 w 85"/>
                  <a:gd name="T9" fmla="*/ 83 h 83"/>
                  <a:gd name="T10" fmla="*/ 64 w 85"/>
                  <a:gd name="T11" fmla="*/ 83 h 83"/>
                  <a:gd name="T12" fmla="*/ 39 w 85"/>
                  <a:gd name="T13" fmla="*/ 54 h 83"/>
                  <a:gd name="T14" fmla="*/ 17 w 85"/>
                  <a:gd name="T15" fmla="*/ 54 h 83"/>
                  <a:gd name="T16" fmla="*/ 17 w 85"/>
                  <a:gd name="T17" fmla="*/ 83 h 83"/>
                  <a:gd name="T18" fmla="*/ 0 w 85"/>
                  <a:gd name="T19" fmla="*/ 83 h 83"/>
                  <a:gd name="T20" fmla="*/ 0 w 85"/>
                  <a:gd name="T21" fmla="*/ 0 h 83"/>
                  <a:gd name="T22" fmla="*/ 43 w 85"/>
                  <a:gd name="T23" fmla="*/ 41 h 83"/>
                  <a:gd name="T24" fmla="*/ 64 w 85"/>
                  <a:gd name="T25" fmla="*/ 27 h 83"/>
                  <a:gd name="T26" fmla="*/ 43 w 85"/>
                  <a:gd name="T27" fmla="*/ 14 h 83"/>
                  <a:gd name="T28" fmla="*/ 17 w 85"/>
                  <a:gd name="T29" fmla="*/ 14 h 83"/>
                  <a:gd name="T30" fmla="*/ 17 w 85"/>
                  <a:gd name="T31" fmla="*/ 41 h 83"/>
                  <a:gd name="T32" fmla="*/ 43 w 85"/>
                  <a:gd name="T33" fmla="*/ 41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5" h="83">
                    <a:moveTo>
                      <a:pt x="0" y="0"/>
                    </a:moveTo>
                    <a:cubicBezTo>
                      <a:pt x="44" y="0"/>
                      <a:pt x="44" y="0"/>
                      <a:pt x="44" y="0"/>
                    </a:cubicBezTo>
                    <a:cubicBezTo>
                      <a:pt x="65" y="0"/>
                      <a:pt x="82" y="9"/>
                      <a:pt x="82" y="27"/>
                    </a:cubicBezTo>
                    <a:cubicBezTo>
                      <a:pt x="82" y="41"/>
                      <a:pt x="72" y="48"/>
                      <a:pt x="58" y="52"/>
                    </a:cubicBezTo>
                    <a:cubicBezTo>
                      <a:pt x="85" y="83"/>
                      <a:pt x="85" y="83"/>
                      <a:pt x="85" y="83"/>
                    </a:cubicBezTo>
                    <a:cubicBezTo>
                      <a:pt x="64" y="83"/>
                      <a:pt x="64" y="83"/>
                      <a:pt x="64" y="83"/>
                    </a:cubicBezTo>
                    <a:cubicBezTo>
                      <a:pt x="39" y="54"/>
                      <a:pt x="39" y="54"/>
                      <a:pt x="39" y="54"/>
                    </a:cubicBezTo>
                    <a:cubicBezTo>
                      <a:pt x="17" y="54"/>
                      <a:pt x="17" y="54"/>
                      <a:pt x="17" y="54"/>
                    </a:cubicBezTo>
                    <a:cubicBezTo>
                      <a:pt x="17" y="83"/>
                      <a:pt x="17" y="83"/>
                      <a:pt x="17" y="83"/>
                    </a:cubicBezTo>
                    <a:cubicBezTo>
                      <a:pt x="0" y="83"/>
                      <a:pt x="0" y="83"/>
                      <a:pt x="0" y="83"/>
                    </a:cubicBezTo>
                    <a:lnTo>
                      <a:pt x="0" y="0"/>
                    </a:lnTo>
                    <a:close/>
                    <a:moveTo>
                      <a:pt x="43" y="41"/>
                    </a:moveTo>
                    <a:cubicBezTo>
                      <a:pt x="56" y="41"/>
                      <a:pt x="64" y="36"/>
                      <a:pt x="64" y="27"/>
                    </a:cubicBezTo>
                    <a:cubicBezTo>
                      <a:pt x="64" y="18"/>
                      <a:pt x="56" y="14"/>
                      <a:pt x="43" y="14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41"/>
                      <a:pt x="17" y="41"/>
                      <a:pt x="17" y="41"/>
                    </a:cubicBezTo>
                    <a:lnTo>
                      <a:pt x="43" y="4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8" name="Rectangle 79">
                <a:extLst>
                  <a:ext uri="{FF2B5EF4-FFF2-40B4-BE49-F238E27FC236}">
                    <a16:creationId xmlns:a16="http://schemas.microsoft.com/office/drawing/2014/main" id="{0C09A34D-4192-4171-94B7-BEB1EE6E4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0836" y="2771566"/>
                <a:ext cx="23111" cy="11209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9" name="Freeform 80">
                <a:extLst>
                  <a:ext uri="{FF2B5EF4-FFF2-40B4-BE49-F238E27FC236}">
                    <a16:creationId xmlns:a16="http://schemas.microsoft.com/office/drawing/2014/main" id="{812F87D3-2AC9-4BB3-83D5-E546731232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2836" y="2770410"/>
                <a:ext cx="120179" cy="114401"/>
              </a:xfrm>
              <a:custGeom>
                <a:avLst/>
                <a:gdLst>
                  <a:gd name="T0" fmla="*/ 52 w 90"/>
                  <a:gd name="T1" fmla="*/ 0 h 85"/>
                  <a:gd name="T2" fmla="*/ 89 w 90"/>
                  <a:gd name="T3" fmla="*/ 12 h 85"/>
                  <a:gd name="T4" fmla="*/ 80 w 90"/>
                  <a:gd name="T5" fmla="*/ 22 h 85"/>
                  <a:gd name="T6" fmla="*/ 53 w 90"/>
                  <a:gd name="T7" fmla="*/ 13 h 85"/>
                  <a:gd name="T8" fmla="*/ 18 w 90"/>
                  <a:gd name="T9" fmla="*/ 43 h 85"/>
                  <a:gd name="T10" fmla="*/ 53 w 90"/>
                  <a:gd name="T11" fmla="*/ 72 h 85"/>
                  <a:gd name="T12" fmla="*/ 82 w 90"/>
                  <a:gd name="T13" fmla="*/ 62 h 85"/>
                  <a:gd name="T14" fmla="*/ 90 w 90"/>
                  <a:gd name="T15" fmla="*/ 73 h 85"/>
                  <a:gd name="T16" fmla="*/ 52 w 90"/>
                  <a:gd name="T17" fmla="*/ 85 h 85"/>
                  <a:gd name="T18" fmla="*/ 0 w 90"/>
                  <a:gd name="T19" fmla="*/ 43 h 85"/>
                  <a:gd name="T20" fmla="*/ 52 w 90"/>
                  <a:gd name="T21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0" h="85">
                    <a:moveTo>
                      <a:pt x="52" y="0"/>
                    </a:moveTo>
                    <a:cubicBezTo>
                      <a:pt x="65" y="0"/>
                      <a:pt x="78" y="4"/>
                      <a:pt x="89" y="12"/>
                    </a:cubicBezTo>
                    <a:cubicBezTo>
                      <a:pt x="80" y="22"/>
                      <a:pt x="80" y="22"/>
                      <a:pt x="80" y="22"/>
                    </a:cubicBezTo>
                    <a:cubicBezTo>
                      <a:pt x="71" y="16"/>
                      <a:pt x="64" y="13"/>
                      <a:pt x="53" y="13"/>
                    </a:cubicBezTo>
                    <a:cubicBezTo>
                      <a:pt x="33" y="13"/>
                      <a:pt x="18" y="25"/>
                      <a:pt x="18" y="43"/>
                    </a:cubicBezTo>
                    <a:cubicBezTo>
                      <a:pt x="18" y="60"/>
                      <a:pt x="33" y="72"/>
                      <a:pt x="53" y="72"/>
                    </a:cubicBezTo>
                    <a:cubicBezTo>
                      <a:pt x="65" y="72"/>
                      <a:pt x="72" y="69"/>
                      <a:pt x="82" y="62"/>
                    </a:cubicBezTo>
                    <a:cubicBezTo>
                      <a:pt x="90" y="73"/>
                      <a:pt x="90" y="73"/>
                      <a:pt x="90" y="73"/>
                    </a:cubicBezTo>
                    <a:cubicBezTo>
                      <a:pt x="79" y="81"/>
                      <a:pt x="65" y="85"/>
                      <a:pt x="52" y="85"/>
                    </a:cubicBezTo>
                    <a:cubicBezTo>
                      <a:pt x="25" y="85"/>
                      <a:pt x="0" y="70"/>
                      <a:pt x="0" y="43"/>
                    </a:cubicBezTo>
                    <a:cubicBezTo>
                      <a:pt x="0" y="16"/>
                      <a:pt x="25" y="0"/>
                      <a:pt x="5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0" name="Freeform 81">
                <a:extLst>
                  <a:ext uri="{FF2B5EF4-FFF2-40B4-BE49-F238E27FC236}">
                    <a16:creationId xmlns:a16="http://schemas.microsoft.com/office/drawing/2014/main" id="{C097E1BC-F084-43DE-9DB2-A423B1815D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643415" y="2770410"/>
                <a:ext cx="138668" cy="114401"/>
              </a:xfrm>
              <a:custGeom>
                <a:avLst/>
                <a:gdLst>
                  <a:gd name="T0" fmla="*/ 0 w 104"/>
                  <a:gd name="T1" fmla="*/ 43 h 85"/>
                  <a:gd name="T2" fmla="*/ 52 w 104"/>
                  <a:gd name="T3" fmla="*/ 0 h 85"/>
                  <a:gd name="T4" fmla="*/ 104 w 104"/>
                  <a:gd name="T5" fmla="*/ 43 h 85"/>
                  <a:gd name="T6" fmla="*/ 52 w 104"/>
                  <a:gd name="T7" fmla="*/ 85 h 85"/>
                  <a:gd name="T8" fmla="*/ 0 w 104"/>
                  <a:gd name="T9" fmla="*/ 43 h 85"/>
                  <a:gd name="T10" fmla="*/ 18 w 104"/>
                  <a:gd name="T11" fmla="*/ 43 h 85"/>
                  <a:gd name="T12" fmla="*/ 52 w 104"/>
                  <a:gd name="T13" fmla="*/ 72 h 85"/>
                  <a:gd name="T14" fmla="*/ 86 w 104"/>
                  <a:gd name="T15" fmla="*/ 43 h 85"/>
                  <a:gd name="T16" fmla="*/ 52 w 104"/>
                  <a:gd name="T17" fmla="*/ 13 h 85"/>
                  <a:gd name="T18" fmla="*/ 18 w 104"/>
                  <a:gd name="T19" fmla="*/ 43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4" h="85">
                    <a:moveTo>
                      <a:pt x="0" y="43"/>
                    </a:moveTo>
                    <a:cubicBezTo>
                      <a:pt x="0" y="19"/>
                      <a:pt x="22" y="0"/>
                      <a:pt x="52" y="0"/>
                    </a:cubicBezTo>
                    <a:cubicBezTo>
                      <a:pt x="83" y="0"/>
                      <a:pt x="104" y="19"/>
                      <a:pt x="104" y="43"/>
                    </a:cubicBezTo>
                    <a:cubicBezTo>
                      <a:pt x="104" y="66"/>
                      <a:pt x="83" y="85"/>
                      <a:pt x="52" y="85"/>
                    </a:cubicBezTo>
                    <a:cubicBezTo>
                      <a:pt x="22" y="85"/>
                      <a:pt x="0" y="66"/>
                      <a:pt x="0" y="43"/>
                    </a:cubicBezTo>
                    <a:close/>
                    <a:moveTo>
                      <a:pt x="18" y="43"/>
                    </a:moveTo>
                    <a:cubicBezTo>
                      <a:pt x="18" y="59"/>
                      <a:pt x="32" y="72"/>
                      <a:pt x="52" y="72"/>
                    </a:cubicBezTo>
                    <a:cubicBezTo>
                      <a:pt x="72" y="72"/>
                      <a:pt x="86" y="59"/>
                      <a:pt x="86" y="43"/>
                    </a:cubicBezTo>
                    <a:cubicBezTo>
                      <a:pt x="86" y="26"/>
                      <a:pt x="72" y="13"/>
                      <a:pt x="52" y="13"/>
                    </a:cubicBezTo>
                    <a:cubicBezTo>
                      <a:pt x="32" y="13"/>
                      <a:pt x="18" y="26"/>
                      <a:pt x="18" y="4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1" name="Freeform 82">
                <a:extLst>
                  <a:ext uri="{FF2B5EF4-FFF2-40B4-BE49-F238E27FC236}">
                    <a16:creationId xmlns:a16="http://schemas.microsoft.com/office/drawing/2014/main" id="{7AF58B38-4E00-4061-B08E-FDF68D29F5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6349" y="2771566"/>
                <a:ext cx="93601" cy="112090"/>
              </a:xfrm>
              <a:custGeom>
                <a:avLst/>
                <a:gdLst>
                  <a:gd name="T0" fmla="*/ 0 w 81"/>
                  <a:gd name="T1" fmla="*/ 0 h 97"/>
                  <a:gd name="T2" fmla="*/ 21 w 81"/>
                  <a:gd name="T3" fmla="*/ 0 h 97"/>
                  <a:gd name="T4" fmla="*/ 21 w 81"/>
                  <a:gd name="T5" fmla="*/ 82 h 97"/>
                  <a:gd name="T6" fmla="*/ 81 w 81"/>
                  <a:gd name="T7" fmla="*/ 82 h 97"/>
                  <a:gd name="T8" fmla="*/ 81 w 81"/>
                  <a:gd name="T9" fmla="*/ 97 h 97"/>
                  <a:gd name="T10" fmla="*/ 0 w 81"/>
                  <a:gd name="T11" fmla="*/ 97 h 97"/>
                  <a:gd name="T12" fmla="*/ 0 w 81"/>
                  <a:gd name="T13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" h="97">
                    <a:moveTo>
                      <a:pt x="0" y="0"/>
                    </a:moveTo>
                    <a:lnTo>
                      <a:pt x="21" y="0"/>
                    </a:lnTo>
                    <a:lnTo>
                      <a:pt x="21" y="82"/>
                    </a:lnTo>
                    <a:lnTo>
                      <a:pt x="81" y="82"/>
                    </a:lnTo>
                    <a:lnTo>
                      <a:pt x="81" y="97"/>
                    </a:lnTo>
                    <a:lnTo>
                      <a:pt x="0" y="9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2" name="Freeform 83">
                <a:extLst>
                  <a:ext uri="{FF2B5EF4-FFF2-40B4-BE49-F238E27FC236}">
                    <a16:creationId xmlns:a16="http://schemas.microsoft.com/office/drawing/2014/main" id="{3DBC365C-8B4E-4634-8476-064791A463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7283" y="2771566"/>
                <a:ext cx="100534" cy="112090"/>
              </a:xfrm>
              <a:custGeom>
                <a:avLst/>
                <a:gdLst>
                  <a:gd name="T0" fmla="*/ 0 w 76"/>
                  <a:gd name="T1" fmla="*/ 59 h 83"/>
                  <a:gd name="T2" fmla="*/ 0 w 76"/>
                  <a:gd name="T3" fmla="*/ 0 h 83"/>
                  <a:gd name="T4" fmla="*/ 74 w 76"/>
                  <a:gd name="T5" fmla="*/ 0 h 83"/>
                  <a:gd name="T6" fmla="*/ 74 w 76"/>
                  <a:gd name="T7" fmla="*/ 14 h 83"/>
                  <a:gd name="T8" fmla="*/ 17 w 76"/>
                  <a:gd name="T9" fmla="*/ 14 h 83"/>
                  <a:gd name="T10" fmla="*/ 17 w 76"/>
                  <a:gd name="T11" fmla="*/ 34 h 83"/>
                  <a:gd name="T12" fmla="*/ 70 w 76"/>
                  <a:gd name="T13" fmla="*/ 34 h 83"/>
                  <a:gd name="T14" fmla="*/ 70 w 76"/>
                  <a:gd name="T15" fmla="*/ 46 h 83"/>
                  <a:gd name="T16" fmla="*/ 17 w 76"/>
                  <a:gd name="T17" fmla="*/ 46 h 83"/>
                  <a:gd name="T18" fmla="*/ 17 w 76"/>
                  <a:gd name="T19" fmla="*/ 59 h 83"/>
                  <a:gd name="T20" fmla="*/ 28 w 76"/>
                  <a:gd name="T21" fmla="*/ 70 h 83"/>
                  <a:gd name="T22" fmla="*/ 76 w 76"/>
                  <a:gd name="T23" fmla="*/ 70 h 83"/>
                  <a:gd name="T24" fmla="*/ 76 w 76"/>
                  <a:gd name="T25" fmla="*/ 83 h 83"/>
                  <a:gd name="T26" fmla="*/ 23 w 76"/>
                  <a:gd name="T27" fmla="*/ 83 h 83"/>
                  <a:gd name="T28" fmla="*/ 0 w 76"/>
                  <a:gd name="T29" fmla="*/ 59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6" h="83">
                    <a:moveTo>
                      <a:pt x="0" y="59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74" y="0"/>
                      <a:pt x="74" y="0"/>
                      <a:pt x="74" y="0"/>
                    </a:cubicBezTo>
                    <a:cubicBezTo>
                      <a:pt x="74" y="14"/>
                      <a:pt x="74" y="14"/>
                      <a:pt x="74" y="14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70" y="34"/>
                      <a:pt x="70" y="34"/>
                      <a:pt x="70" y="34"/>
                    </a:cubicBezTo>
                    <a:cubicBezTo>
                      <a:pt x="70" y="46"/>
                      <a:pt x="70" y="46"/>
                      <a:pt x="70" y="46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7" y="59"/>
                      <a:pt x="17" y="59"/>
                      <a:pt x="17" y="59"/>
                    </a:cubicBezTo>
                    <a:cubicBezTo>
                      <a:pt x="17" y="66"/>
                      <a:pt x="21" y="70"/>
                      <a:pt x="28" y="70"/>
                    </a:cubicBezTo>
                    <a:cubicBezTo>
                      <a:pt x="76" y="70"/>
                      <a:pt x="76" y="70"/>
                      <a:pt x="76" y="70"/>
                    </a:cubicBezTo>
                    <a:cubicBezTo>
                      <a:pt x="76" y="83"/>
                      <a:pt x="76" y="83"/>
                      <a:pt x="76" y="83"/>
                    </a:cubicBezTo>
                    <a:cubicBezTo>
                      <a:pt x="23" y="83"/>
                      <a:pt x="23" y="83"/>
                      <a:pt x="23" y="83"/>
                    </a:cubicBezTo>
                    <a:cubicBezTo>
                      <a:pt x="8" y="83"/>
                      <a:pt x="0" y="74"/>
                      <a:pt x="0" y="5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3" name="Freeform 110">
                <a:extLst>
                  <a:ext uri="{FF2B5EF4-FFF2-40B4-BE49-F238E27FC236}">
                    <a16:creationId xmlns:a16="http://schemas.microsoft.com/office/drawing/2014/main" id="{5CFAE426-09EA-475A-B226-40CC37E3DF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0693" y="2753077"/>
                <a:ext cx="87823" cy="71645"/>
              </a:xfrm>
              <a:custGeom>
                <a:avLst/>
                <a:gdLst>
                  <a:gd name="T0" fmla="*/ 66 w 66"/>
                  <a:gd name="T1" fmla="*/ 25 h 53"/>
                  <a:gd name="T2" fmla="*/ 19 w 66"/>
                  <a:gd name="T3" fmla="*/ 50 h 53"/>
                  <a:gd name="T4" fmla="*/ 7 w 66"/>
                  <a:gd name="T5" fmla="*/ 48 h 53"/>
                  <a:gd name="T6" fmla="*/ 0 w 66"/>
                  <a:gd name="T7" fmla="*/ 31 h 53"/>
                  <a:gd name="T8" fmla="*/ 8 w 66"/>
                  <a:gd name="T9" fmla="*/ 31 h 53"/>
                  <a:gd name="T10" fmla="*/ 66 w 66"/>
                  <a:gd name="T11" fmla="*/ 0 h 53"/>
                  <a:gd name="T12" fmla="*/ 66 w 66"/>
                  <a:gd name="T13" fmla="*/ 2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6" h="53">
                    <a:moveTo>
                      <a:pt x="66" y="25"/>
                    </a:moveTo>
                    <a:cubicBezTo>
                      <a:pt x="66" y="25"/>
                      <a:pt x="28" y="47"/>
                      <a:pt x="19" y="50"/>
                    </a:cubicBezTo>
                    <a:cubicBezTo>
                      <a:pt x="11" y="53"/>
                      <a:pt x="8" y="49"/>
                      <a:pt x="7" y="48"/>
                    </a:cubicBezTo>
                    <a:cubicBezTo>
                      <a:pt x="4" y="44"/>
                      <a:pt x="1" y="33"/>
                      <a:pt x="0" y="31"/>
                    </a:cubicBezTo>
                    <a:cubicBezTo>
                      <a:pt x="1" y="31"/>
                      <a:pt x="3" y="32"/>
                      <a:pt x="8" y="31"/>
                    </a:cubicBezTo>
                    <a:cubicBezTo>
                      <a:pt x="13" y="29"/>
                      <a:pt x="66" y="0"/>
                      <a:pt x="66" y="0"/>
                    </a:cubicBezTo>
                    <a:cubicBezTo>
                      <a:pt x="66" y="25"/>
                      <a:pt x="66" y="25"/>
                      <a:pt x="66" y="2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sp>
          <p:nvSpPr>
            <p:cNvPr id="38" name="Freeform 111">
              <a:extLst>
                <a:ext uri="{FF2B5EF4-FFF2-40B4-BE49-F238E27FC236}">
                  <a16:creationId xmlns:a16="http://schemas.microsoft.com/office/drawing/2014/main" id="{252BDFB8-E319-43BB-8609-C1EF18DFFD61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669" y="2766943"/>
              <a:ext cx="362847" cy="21031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5904770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1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437F57-15C8-4D2D-B73D-21A84F1FA8C9}"/>
              </a:ext>
            </a:extLst>
          </p:cNvPr>
          <p:cNvSpPr/>
          <p:nvPr userDrawn="1"/>
        </p:nvSpPr>
        <p:spPr>
          <a:xfrm>
            <a:off x="96000" y="111627"/>
            <a:ext cx="12000000" cy="6492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noProof="0">
              <a:solidFill>
                <a:schemeClr val="accent1"/>
              </a:solidFill>
            </a:endParaRP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A58D577-BBE1-4EBA-B88B-1319EE79DE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FB6156-CE20-4A28-B66A-C992FB968DFA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3BA01-CAD5-4063-9F9F-A21424C85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8E6DAC6-9A23-4EDE-93DD-3205445DC8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FA1326DB-FFA5-4E14-B46B-DC2B2E304B91}" type="datetime3">
              <a:rPr lang="en-US" smtClean="0"/>
              <a:t>3 November 2025</a:t>
            </a:fld>
            <a:endParaRPr lang="fr-FR" dirty="0"/>
          </a:p>
        </p:txBody>
      </p:sp>
      <p:grpSp>
        <p:nvGrpSpPr>
          <p:cNvPr id="8" name="Groupe 250">
            <a:extLst>
              <a:ext uri="{FF2B5EF4-FFF2-40B4-BE49-F238E27FC236}">
                <a16:creationId xmlns:a16="http://schemas.microsoft.com/office/drawing/2014/main" id="{D1523903-A0AB-4159-B9ED-E3ED9DAF45F1}"/>
              </a:ext>
            </a:extLst>
          </p:cNvPr>
          <p:cNvGrpSpPr/>
          <p:nvPr userDrawn="1"/>
        </p:nvGrpSpPr>
        <p:grpSpPr>
          <a:xfrm>
            <a:off x="5456917" y="6670035"/>
            <a:ext cx="1278167" cy="125311"/>
            <a:chOff x="5629458" y="3655836"/>
            <a:chExt cx="2227432" cy="218376"/>
          </a:xfrm>
          <a:solidFill>
            <a:srgbClr val="5E6A71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91E5409A-1D98-4999-9FF3-43FE3E2C3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975" y="3775689"/>
              <a:ext cx="61958" cy="55864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907D0EE4-8BA8-4E4F-BA82-E99BDDC44E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662" y="3849835"/>
              <a:ext cx="284396" cy="2437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449D257A-3660-4C97-A517-AA3639FCD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1195" y="3655836"/>
              <a:ext cx="77193" cy="62973"/>
            </a:xfrm>
            <a:custGeom>
              <a:avLst/>
              <a:gdLst>
                <a:gd name="T0" fmla="*/ 66 w 66"/>
                <a:gd name="T1" fmla="*/ 25 h 53"/>
                <a:gd name="T2" fmla="*/ 19 w 66"/>
                <a:gd name="T3" fmla="*/ 50 h 53"/>
                <a:gd name="T4" fmla="*/ 7 w 66"/>
                <a:gd name="T5" fmla="*/ 48 h 53"/>
                <a:gd name="T6" fmla="*/ 0 w 66"/>
                <a:gd name="T7" fmla="*/ 31 h 53"/>
                <a:gd name="T8" fmla="*/ 8 w 66"/>
                <a:gd name="T9" fmla="*/ 31 h 53"/>
                <a:gd name="T10" fmla="*/ 66 w 66"/>
                <a:gd name="T11" fmla="*/ 0 h 53"/>
                <a:gd name="T12" fmla="*/ 66 w 66"/>
                <a:gd name="T13" fmla="*/ 2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53">
                  <a:moveTo>
                    <a:pt x="66" y="25"/>
                  </a:moveTo>
                  <a:cubicBezTo>
                    <a:pt x="66" y="25"/>
                    <a:pt x="28" y="47"/>
                    <a:pt x="19" y="50"/>
                  </a:cubicBezTo>
                  <a:cubicBezTo>
                    <a:pt x="11" y="53"/>
                    <a:pt x="8" y="49"/>
                    <a:pt x="7" y="48"/>
                  </a:cubicBezTo>
                  <a:cubicBezTo>
                    <a:pt x="4" y="44"/>
                    <a:pt x="1" y="33"/>
                    <a:pt x="0" y="31"/>
                  </a:cubicBezTo>
                  <a:cubicBezTo>
                    <a:pt x="1" y="31"/>
                    <a:pt x="3" y="32"/>
                    <a:pt x="8" y="31"/>
                  </a:cubicBezTo>
                  <a:cubicBezTo>
                    <a:pt x="13" y="29"/>
                    <a:pt x="66" y="0"/>
                    <a:pt x="66" y="0"/>
                  </a:cubicBezTo>
                  <a:cubicBezTo>
                    <a:pt x="66" y="25"/>
                    <a:pt x="66" y="25"/>
                    <a:pt x="66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F0F4526F-F4F9-467E-BF19-71F4525FF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458" y="3669040"/>
              <a:ext cx="318930" cy="18384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D16F33D3-5F07-4CE3-983F-285668F94FD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3550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5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765C5BB2-AC9C-4AAA-BC63-DF4FA2EAD9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8481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C551252F-B976-4ECF-A85C-C623FCCBA1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4271" y="3696464"/>
              <a:ext cx="90398" cy="126963"/>
            </a:xfrm>
            <a:custGeom>
              <a:avLst/>
              <a:gdLst>
                <a:gd name="T0" fmla="*/ 0 w 77"/>
                <a:gd name="T1" fmla="*/ 83 h 107"/>
                <a:gd name="T2" fmla="*/ 0 w 77"/>
                <a:gd name="T3" fmla="*/ 24 h 107"/>
                <a:gd name="T4" fmla="*/ 75 w 77"/>
                <a:gd name="T5" fmla="*/ 24 h 107"/>
                <a:gd name="T6" fmla="*/ 75 w 77"/>
                <a:gd name="T7" fmla="*/ 37 h 107"/>
                <a:gd name="T8" fmla="*/ 18 w 77"/>
                <a:gd name="T9" fmla="*/ 37 h 107"/>
                <a:gd name="T10" fmla="*/ 18 w 77"/>
                <a:gd name="T11" fmla="*/ 57 h 107"/>
                <a:gd name="T12" fmla="*/ 70 w 77"/>
                <a:gd name="T13" fmla="*/ 57 h 107"/>
                <a:gd name="T14" fmla="*/ 70 w 77"/>
                <a:gd name="T15" fmla="*/ 70 h 107"/>
                <a:gd name="T16" fmla="*/ 18 w 77"/>
                <a:gd name="T17" fmla="*/ 70 h 107"/>
                <a:gd name="T18" fmla="*/ 18 w 77"/>
                <a:gd name="T19" fmla="*/ 83 h 107"/>
                <a:gd name="T20" fmla="*/ 28 w 77"/>
                <a:gd name="T21" fmla="*/ 93 h 107"/>
                <a:gd name="T22" fmla="*/ 77 w 77"/>
                <a:gd name="T23" fmla="*/ 93 h 107"/>
                <a:gd name="T24" fmla="*/ 77 w 77"/>
                <a:gd name="T25" fmla="*/ 107 h 107"/>
                <a:gd name="T26" fmla="*/ 24 w 77"/>
                <a:gd name="T27" fmla="*/ 107 h 107"/>
                <a:gd name="T28" fmla="*/ 0 w 77"/>
                <a:gd name="T29" fmla="*/ 83 h 107"/>
                <a:gd name="T30" fmla="*/ 57 w 77"/>
                <a:gd name="T31" fmla="*/ 0 h 107"/>
                <a:gd name="T32" fmla="*/ 43 w 77"/>
                <a:gd name="T33" fmla="*/ 15 h 107"/>
                <a:gd name="T34" fmla="*/ 28 w 77"/>
                <a:gd name="T35" fmla="*/ 15 h 107"/>
                <a:gd name="T36" fmla="*/ 39 w 77"/>
                <a:gd name="T37" fmla="*/ 0 h 107"/>
                <a:gd name="T38" fmla="*/ 57 w 77"/>
                <a:gd name="T39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" h="107">
                  <a:moveTo>
                    <a:pt x="0" y="83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90"/>
                    <a:pt x="21" y="93"/>
                    <a:pt x="28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107"/>
                    <a:pt x="77" y="107"/>
                    <a:pt x="77" y="107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9" y="107"/>
                    <a:pt x="0" y="98"/>
                    <a:pt x="0" y="83"/>
                  </a:cubicBezTo>
                  <a:close/>
                  <a:moveTo>
                    <a:pt x="57" y="0"/>
                  </a:moveTo>
                  <a:cubicBezTo>
                    <a:pt x="43" y="15"/>
                    <a:pt x="43" y="15"/>
                    <a:pt x="43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9" y="0"/>
                    <a:pt x="39" y="0"/>
                    <a:pt x="39" y="0"/>
                  </a:cubicBez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75068BD1-AD6C-4B4A-8A20-833C24AB84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7014" y="3724904"/>
              <a:ext cx="105633" cy="98523"/>
            </a:xfrm>
            <a:custGeom>
              <a:avLst/>
              <a:gdLst>
                <a:gd name="T0" fmla="*/ 0 w 90"/>
                <a:gd name="T1" fmla="*/ 0 h 83"/>
                <a:gd name="T2" fmla="*/ 37 w 90"/>
                <a:gd name="T3" fmla="*/ 0 h 83"/>
                <a:gd name="T4" fmla="*/ 90 w 90"/>
                <a:gd name="T5" fmla="*/ 41 h 83"/>
                <a:gd name="T6" fmla="*/ 37 w 90"/>
                <a:gd name="T7" fmla="*/ 83 h 83"/>
                <a:gd name="T8" fmla="*/ 0 w 90"/>
                <a:gd name="T9" fmla="*/ 83 h 83"/>
                <a:gd name="T10" fmla="*/ 0 w 90"/>
                <a:gd name="T11" fmla="*/ 0 h 83"/>
                <a:gd name="T12" fmla="*/ 38 w 90"/>
                <a:gd name="T13" fmla="*/ 69 h 83"/>
                <a:gd name="T14" fmla="*/ 71 w 90"/>
                <a:gd name="T15" fmla="*/ 41 h 83"/>
                <a:gd name="T16" fmla="*/ 38 w 90"/>
                <a:gd name="T17" fmla="*/ 13 h 83"/>
                <a:gd name="T18" fmla="*/ 17 w 90"/>
                <a:gd name="T19" fmla="*/ 13 h 83"/>
                <a:gd name="T20" fmla="*/ 17 w 90"/>
                <a:gd name="T21" fmla="*/ 69 h 83"/>
                <a:gd name="T22" fmla="*/ 38 w 90"/>
                <a:gd name="T23" fmla="*/ 6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3">
                  <a:moveTo>
                    <a:pt x="0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69" y="0"/>
                    <a:pt x="90" y="17"/>
                    <a:pt x="90" y="41"/>
                  </a:cubicBezTo>
                  <a:cubicBezTo>
                    <a:pt x="90" y="66"/>
                    <a:pt x="69" y="83"/>
                    <a:pt x="3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38" y="69"/>
                  </a:moveTo>
                  <a:cubicBezTo>
                    <a:pt x="58" y="69"/>
                    <a:pt x="71" y="58"/>
                    <a:pt x="71" y="41"/>
                  </a:cubicBezTo>
                  <a:cubicBezTo>
                    <a:pt x="71" y="25"/>
                    <a:pt x="58" y="13"/>
                    <a:pt x="3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69"/>
                    <a:pt x="17" y="69"/>
                    <a:pt x="17" y="69"/>
                  </a:cubicBezTo>
                  <a:lnTo>
                    <a:pt x="38" y="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17" name="Rectangle 13">
              <a:extLst>
                <a:ext uri="{FF2B5EF4-FFF2-40B4-BE49-F238E27FC236}">
                  <a16:creationId xmlns:a16="http://schemas.microsoft.com/office/drawing/2014/main" id="{23405560-4130-486F-8B45-4324201CC0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929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858716F2-0837-45DB-AF10-F4A007E7E0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557" y="3724904"/>
              <a:ext cx="94460" cy="98523"/>
            </a:xfrm>
            <a:custGeom>
              <a:avLst/>
              <a:gdLst>
                <a:gd name="T0" fmla="*/ 0 w 93"/>
                <a:gd name="T1" fmla="*/ 15 h 97"/>
                <a:gd name="T2" fmla="*/ 0 w 93"/>
                <a:gd name="T3" fmla="*/ 0 h 97"/>
                <a:gd name="T4" fmla="*/ 93 w 93"/>
                <a:gd name="T5" fmla="*/ 0 h 97"/>
                <a:gd name="T6" fmla="*/ 93 w 93"/>
                <a:gd name="T7" fmla="*/ 15 h 97"/>
                <a:gd name="T8" fmla="*/ 56 w 93"/>
                <a:gd name="T9" fmla="*/ 15 h 97"/>
                <a:gd name="T10" fmla="*/ 56 w 93"/>
                <a:gd name="T11" fmla="*/ 97 h 97"/>
                <a:gd name="T12" fmla="*/ 36 w 93"/>
                <a:gd name="T13" fmla="*/ 97 h 97"/>
                <a:gd name="T14" fmla="*/ 36 w 93"/>
                <a:gd name="T15" fmla="*/ 15 h 97"/>
                <a:gd name="T16" fmla="*/ 0 w 93"/>
                <a:gd name="T17" fmla="*/ 1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97">
                  <a:moveTo>
                    <a:pt x="0" y="15"/>
                  </a:moveTo>
                  <a:lnTo>
                    <a:pt x="0" y="0"/>
                  </a:lnTo>
                  <a:lnTo>
                    <a:pt x="93" y="0"/>
                  </a:lnTo>
                  <a:lnTo>
                    <a:pt x="93" y="15"/>
                  </a:lnTo>
                  <a:lnTo>
                    <a:pt x="56" y="15"/>
                  </a:lnTo>
                  <a:lnTo>
                    <a:pt x="56" y="97"/>
                  </a:lnTo>
                  <a:lnTo>
                    <a:pt x="36" y="97"/>
                  </a:lnTo>
                  <a:lnTo>
                    <a:pt x="36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6FCFA6AB-D09A-4AD3-B6A4-2E429A057C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70552" y="3724904"/>
              <a:ext cx="121884" cy="98523"/>
            </a:xfrm>
            <a:custGeom>
              <a:avLst/>
              <a:gdLst>
                <a:gd name="T0" fmla="*/ 85 w 120"/>
                <a:gd name="T1" fmla="*/ 73 h 97"/>
                <a:gd name="T2" fmla="*/ 32 w 120"/>
                <a:gd name="T3" fmla="*/ 73 h 97"/>
                <a:gd name="T4" fmla="*/ 21 w 120"/>
                <a:gd name="T5" fmla="*/ 97 h 97"/>
                <a:gd name="T6" fmla="*/ 0 w 120"/>
                <a:gd name="T7" fmla="*/ 97 h 97"/>
                <a:gd name="T8" fmla="*/ 50 w 120"/>
                <a:gd name="T9" fmla="*/ 0 h 97"/>
                <a:gd name="T10" fmla="*/ 70 w 120"/>
                <a:gd name="T11" fmla="*/ 0 h 97"/>
                <a:gd name="T12" fmla="*/ 120 w 120"/>
                <a:gd name="T13" fmla="*/ 97 h 97"/>
                <a:gd name="T14" fmla="*/ 97 w 120"/>
                <a:gd name="T15" fmla="*/ 97 h 97"/>
                <a:gd name="T16" fmla="*/ 85 w 120"/>
                <a:gd name="T17" fmla="*/ 73 h 97"/>
                <a:gd name="T18" fmla="*/ 77 w 120"/>
                <a:gd name="T19" fmla="*/ 58 h 97"/>
                <a:gd name="T20" fmla="*/ 59 w 120"/>
                <a:gd name="T21" fmla="*/ 20 h 97"/>
                <a:gd name="T22" fmla="*/ 40 w 120"/>
                <a:gd name="T23" fmla="*/ 58 h 97"/>
                <a:gd name="T24" fmla="*/ 77 w 120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7">
                  <a:moveTo>
                    <a:pt x="85" y="73"/>
                  </a:moveTo>
                  <a:lnTo>
                    <a:pt x="32" y="73"/>
                  </a:lnTo>
                  <a:lnTo>
                    <a:pt x="21" y="97"/>
                  </a:lnTo>
                  <a:lnTo>
                    <a:pt x="0" y="97"/>
                  </a:lnTo>
                  <a:lnTo>
                    <a:pt x="50" y="0"/>
                  </a:lnTo>
                  <a:lnTo>
                    <a:pt x="70" y="0"/>
                  </a:lnTo>
                  <a:lnTo>
                    <a:pt x="120" y="97"/>
                  </a:lnTo>
                  <a:lnTo>
                    <a:pt x="97" y="97"/>
                  </a:lnTo>
                  <a:lnTo>
                    <a:pt x="85" y="73"/>
                  </a:lnTo>
                  <a:close/>
                  <a:moveTo>
                    <a:pt x="77" y="58"/>
                  </a:moveTo>
                  <a:lnTo>
                    <a:pt x="59" y="20"/>
                  </a:lnTo>
                  <a:lnTo>
                    <a:pt x="40" y="58"/>
                  </a:lnTo>
                  <a:lnTo>
                    <a:pt x="77" y="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1D162822-4499-4DBF-86E5-51BBE3EF89F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498" y="3723888"/>
              <a:ext cx="108680" cy="100555"/>
            </a:xfrm>
            <a:custGeom>
              <a:avLst/>
              <a:gdLst>
                <a:gd name="T0" fmla="*/ 52 w 93"/>
                <a:gd name="T1" fmla="*/ 0 h 85"/>
                <a:gd name="T2" fmla="*/ 89 w 93"/>
                <a:gd name="T3" fmla="*/ 11 h 85"/>
                <a:gd name="T4" fmla="*/ 80 w 93"/>
                <a:gd name="T5" fmla="*/ 22 h 85"/>
                <a:gd name="T6" fmla="*/ 53 w 93"/>
                <a:gd name="T7" fmla="*/ 12 h 85"/>
                <a:gd name="T8" fmla="*/ 18 w 93"/>
                <a:gd name="T9" fmla="*/ 42 h 85"/>
                <a:gd name="T10" fmla="*/ 52 w 93"/>
                <a:gd name="T11" fmla="*/ 72 h 85"/>
                <a:gd name="T12" fmla="*/ 76 w 93"/>
                <a:gd name="T13" fmla="*/ 66 h 85"/>
                <a:gd name="T14" fmla="*/ 76 w 93"/>
                <a:gd name="T15" fmla="*/ 50 h 85"/>
                <a:gd name="T16" fmla="*/ 51 w 93"/>
                <a:gd name="T17" fmla="*/ 50 h 85"/>
                <a:gd name="T18" fmla="*/ 51 w 93"/>
                <a:gd name="T19" fmla="*/ 37 h 85"/>
                <a:gd name="T20" fmla="*/ 93 w 93"/>
                <a:gd name="T21" fmla="*/ 37 h 85"/>
                <a:gd name="T22" fmla="*/ 93 w 93"/>
                <a:gd name="T23" fmla="*/ 72 h 85"/>
                <a:gd name="T24" fmla="*/ 52 w 93"/>
                <a:gd name="T25" fmla="*/ 85 h 85"/>
                <a:gd name="T26" fmla="*/ 0 w 93"/>
                <a:gd name="T27" fmla="*/ 42 h 85"/>
                <a:gd name="T28" fmla="*/ 52 w 93"/>
                <a:gd name="T2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4"/>
                    <a:pt x="18" y="42"/>
                  </a:cubicBezTo>
                  <a:cubicBezTo>
                    <a:pt x="18" y="59"/>
                    <a:pt x="32" y="72"/>
                    <a:pt x="52" y="72"/>
                  </a:cubicBezTo>
                  <a:cubicBezTo>
                    <a:pt x="61" y="72"/>
                    <a:pt x="70" y="70"/>
                    <a:pt x="76" y="66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3" y="72"/>
                    <a:pt x="93" y="72"/>
                    <a:pt x="93" y="72"/>
                  </a:cubicBezTo>
                  <a:cubicBezTo>
                    <a:pt x="83" y="79"/>
                    <a:pt x="69" y="85"/>
                    <a:pt x="52" y="85"/>
                  </a:cubicBezTo>
                  <a:cubicBezTo>
                    <a:pt x="21" y="85"/>
                    <a:pt x="0" y="67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1EBD3547-D374-476E-B065-B63D86978B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9555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2" name="Rectangle 18">
              <a:extLst>
                <a:ext uri="{FF2B5EF4-FFF2-40B4-BE49-F238E27FC236}">
                  <a16:creationId xmlns:a16="http://schemas.microsoft.com/office/drawing/2014/main" id="{C87CF9C9-8087-489E-99F5-1D836651A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9408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8C569499-3E9B-4EAB-8311-3E75676CC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2067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8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8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4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5FEC440C-C24B-4698-B8F1-D4134E6C7D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1763" y="3723888"/>
              <a:ext cx="123915" cy="100555"/>
            </a:xfrm>
            <a:custGeom>
              <a:avLst/>
              <a:gdLst>
                <a:gd name="T0" fmla="*/ 0 w 105"/>
                <a:gd name="T1" fmla="*/ 42 h 85"/>
                <a:gd name="T2" fmla="*/ 52 w 105"/>
                <a:gd name="T3" fmla="*/ 0 h 85"/>
                <a:gd name="T4" fmla="*/ 105 w 105"/>
                <a:gd name="T5" fmla="*/ 42 h 85"/>
                <a:gd name="T6" fmla="*/ 52 w 105"/>
                <a:gd name="T7" fmla="*/ 85 h 85"/>
                <a:gd name="T8" fmla="*/ 0 w 105"/>
                <a:gd name="T9" fmla="*/ 42 h 85"/>
                <a:gd name="T10" fmla="*/ 19 w 105"/>
                <a:gd name="T11" fmla="*/ 42 h 85"/>
                <a:gd name="T12" fmla="*/ 52 w 105"/>
                <a:gd name="T13" fmla="*/ 72 h 85"/>
                <a:gd name="T14" fmla="*/ 86 w 105"/>
                <a:gd name="T15" fmla="*/ 42 h 85"/>
                <a:gd name="T16" fmla="*/ 52 w 105"/>
                <a:gd name="T17" fmla="*/ 12 h 85"/>
                <a:gd name="T18" fmla="*/ 19 w 105"/>
                <a:gd name="T19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" h="85">
                  <a:moveTo>
                    <a:pt x="0" y="42"/>
                  </a:moveTo>
                  <a:cubicBezTo>
                    <a:pt x="0" y="19"/>
                    <a:pt x="22" y="0"/>
                    <a:pt x="52" y="0"/>
                  </a:cubicBezTo>
                  <a:cubicBezTo>
                    <a:pt x="83" y="0"/>
                    <a:pt x="105" y="19"/>
                    <a:pt x="105" y="42"/>
                  </a:cubicBezTo>
                  <a:cubicBezTo>
                    <a:pt x="105" y="66"/>
                    <a:pt x="83" y="85"/>
                    <a:pt x="52" y="85"/>
                  </a:cubicBezTo>
                  <a:cubicBezTo>
                    <a:pt x="22" y="85"/>
                    <a:pt x="0" y="66"/>
                    <a:pt x="0" y="42"/>
                  </a:cubicBezTo>
                  <a:close/>
                  <a:moveTo>
                    <a:pt x="19" y="42"/>
                  </a:moveTo>
                  <a:cubicBezTo>
                    <a:pt x="19" y="59"/>
                    <a:pt x="32" y="72"/>
                    <a:pt x="52" y="72"/>
                  </a:cubicBezTo>
                  <a:cubicBezTo>
                    <a:pt x="72" y="72"/>
                    <a:pt x="86" y="59"/>
                    <a:pt x="86" y="42"/>
                  </a:cubicBezTo>
                  <a:cubicBezTo>
                    <a:pt x="86" y="26"/>
                    <a:pt x="72" y="12"/>
                    <a:pt x="52" y="12"/>
                  </a:cubicBezTo>
                  <a:cubicBezTo>
                    <a:pt x="32" y="12"/>
                    <a:pt x="19" y="26"/>
                    <a:pt x="19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BFE5EBD8-0ABB-4EBA-B620-641E9AA91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1929" y="3724904"/>
              <a:ext cx="82272" cy="98523"/>
            </a:xfrm>
            <a:custGeom>
              <a:avLst/>
              <a:gdLst>
                <a:gd name="T0" fmla="*/ 0 w 81"/>
                <a:gd name="T1" fmla="*/ 0 h 97"/>
                <a:gd name="T2" fmla="*/ 20 w 81"/>
                <a:gd name="T3" fmla="*/ 0 h 97"/>
                <a:gd name="T4" fmla="*/ 20 w 81"/>
                <a:gd name="T5" fmla="*/ 81 h 97"/>
                <a:gd name="T6" fmla="*/ 81 w 81"/>
                <a:gd name="T7" fmla="*/ 81 h 97"/>
                <a:gd name="T8" fmla="*/ 81 w 81"/>
                <a:gd name="T9" fmla="*/ 97 h 97"/>
                <a:gd name="T10" fmla="*/ 0 w 81"/>
                <a:gd name="T11" fmla="*/ 97 h 97"/>
                <a:gd name="T12" fmla="*/ 0 w 81"/>
                <a:gd name="T13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97">
                  <a:moveTo>
                    <a:pt x="0" y="0"/>
                  </a:moveTo>
                  <a:lnTo>
                    <a:pt x="20" y="0"/>
                  </a:lnTo>
                  <a:lnTo>
                    <a:pt x="20" y="81"/>
                  </a:lnTo>
                  <a:lnTo>
                    <a:pt x="81" y="81"/>
                  </a:lnTo>
                  <a:lnTo>
                    <a:pt x="81" y="97"/>
                  </a:lnTo>
                  <a:lnTo>
                    <a:pt x="0" y="9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3D5F2885-57FE-4FCB-91BE-40CB427CB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4359" y="3724904"/>
              <a:ext cx="89382" cy="98523"/>
            </a:xfrm>
            <a:custGeom>
              <a:avLst/>
              <a:gdLst>
                <a:gd name="T0" fmla="*/ 0 w 76"/>
                <a:gd name="T1" fmla="*/ 59 h 83"/>
                <a:gd name="T2" fmla="*/ 0 w 76"/>
                <a:gd name="T3" fmla="*/ 0 h 83"/>
                <a:gd name="T4" fmla="*/ 75 w 76"/>
                <a:gd name="T5" fmla="*/ 0 h 83"/>
                <a:gd name="T6" fmla="*/ 75 w 76"/>
                <a:gd name="T7" fmla="*/ 13 h 83"/>
                <a:gd name="T8" fmla="*/ 18 w 76"/>
                <a:gd name="T9" fmla="*/ 13 h 83"/>
                <a:gd name="T10" fmla="*/ 18 w 76"/>
                <a:gd name="T11" fmla="*/ 33 h 83"/>
                <a:gd name="T12" fmla="*/ 70 w 76"/>
                <a:gd name="T13" fmla="*/ 33 h 83"/>
                <a:gd name="T14" fmla="*/ 70 w 76"/>
                <a:gd name="T15" fmla="*/ 46 h 83"/>
                <a:gd name="T16" fmla="*/ 18 w 76"/>
                <a:gd name="T17" fmla="*/ 46 h 83"/>
                <a:gd name="T18" fmla="*/ 18 w 76"/>
                <a:gd name="T19" fmla="*/ 59 h 83"/>
                <a:gd name="T20" fmla="*/ 28 w 76"/>
                <a:gd name="T21" fmla="*/ 69 h 83"/>
                <a:gd name="T22" fmla="*/ 76 w 76"/>
                <a:gd name="T23" fmla="*/ 69 h 83"/>
                <a:gd name="T24" fmla="*/ 76 w 76"/>
                <a:gd name="T25" fmla="*/ 83 h 83"/>
                <a:gd name="T26" fmla="*/ 24 w 76"/>
                <a:gd name="T27" fmla="*/ 83 h 83"/>
                <a:gd name="T28" fmla="*/ 0 w 76"/>
                <a:gd name="T29" fmla="*/ 5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83">
                  <a:moveTo>
                    <a:pt x="0" y="5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66"/>
                    <a:pt x="21" y="69"/>
                    <a:pt x="28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9" y="83"/>
                    <a:pt x="0" y="74"/>
                    <a:pt x="0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032515BA-4B77-41E0-ACE2-CE217624D9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2651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5"/>
                    <a:pt x="18" y="42"/>
                  </a:cubicBezTo>
                  <a:cubicBezTo>
                    <a:pt x="18" y="60"/>
                    <a:pt x="34" y="72"/>
                    <a:pt x="53" y="72"/>
                  </a:cubicBezTo>
                  <a:cubicBezTo>
                    <a:pt x="65" y="72"/>
                    <a:pt x="73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8" name="Rectangle 24">
              <a:extLst>
                <a:ext uri="{FF2B5EF4-FFF2-40B4-BE49-F238E27FC236}">
                  <a16:creationId xmlns:a16="http://schemas.microsoft.com/office/drawing/2014/main" id="{CE325F06-3FE2-4FA3-92EB-DBEEF1DFA6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6566" y="3724904"/>
              <a:ext cx="20314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7EAAC2D4-EF58-4308-9656-A19F92AA44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6335" y="3724904"/>
              <a:ext cx="100555" cy="98523"/>
            </a:xfrm>
            <a:custGeom>
              <a:avLst/>
              <a:gdLst>
                <a:gd name="T0" fmla="*/ 86 w 86"/>
                <a:gd name="T1" fmla="*/ 59 h 83"/>
                <a:gd name="T2" fmla="*/ 51 w 86"/>
                <a:gd name="T3" fmla="*/ 83 h 83"/>
                <a:gd name="T4" fmla="*/ 0 w 86"/>
                <a:gd name="T5" fmla="*/ 83 h 83"/>
                <a:gd name="T6" fmla="*/ 0 w 86"/>
                <a:gd name="T7" fmla="*/ 0 h 83"/>
                <a:gd name="T8" fmla="*/ 48 w 86"/>
                <a:gd name="T9" fmla="*/ 0 h 83"/>
                <a:gd name="T10" fmla="*/ 82 w 86"/>
                <a:gd name="T11" fmla="*/ 23 h 83"/>
                <a:gd name="T12" fmla="*/ 69 w 86"/>
                <a:gd name="T13" fmla="*/ 40 h 83"/>
                <a:gd name="T14" fmla="*/ 86 w 86"/>
                <a:gd name="T15" fmla="*/ 59 h 83"/>
                <a:gd name="T16" fmla="*/ 17 w 86"/>
                <a:gd name="T17" fmla="*/ 13 h 83"/>
                <a:gd name="T18" fmla="*/ 17 w 86"/>
                <a:gd name="T19" fmla="*/ 34 h 83"/>
                <a:gd name="T20" fmla="*/ 47 w 86"/>
                <a:gd name="T21" fmla="*/ 34 h 83"/>
                <a:gd name="T22" fmla="*/ 63 w 86"/>
                <a:gd name="T23" fmla="*/ 24 h 83"/>
                <a:gd name="T24" fmla="*/ 46 w 86"/>
                <a:gd name="T25" fmla="*/ 13 h 83"/>
                <a:gd name="T26" fmla="*/ 17 w 86"/>
                <a:gd name="T27" fmla="*/ 13 h 83"/>
                <a:gd name="T28" fmla="*/ 67 w 86"/>
                <a:gd name="T29" fmla="*/ 58 h 83"/>
                <a:gd name="T30" fmla="*/ 50 w 86"/>
                <a:gd name="T31" fmla="*/ 47 h 83"/>
                <a:gd name="T32" fmla="*/ 17 w 86"/>
                <a:gd name="T33" fmla="*/ 47 h 83"/>
                <a:gd name="T34" fmla="*/ 17 w 86"/>
                <a:gd name="T35" fmla="*/ 69 h 83"/>
                <a:gd name="T36" fmla="*/ 50 w 86"/>
                <a:gd name="T37" fmla="*/ 69 h 83"/>
                <a:gd name="T38" fmla="*/ 67 w 86"/>
                <a:gd name="T39" fmla="*/ 5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" h="83">
                  <a:moveTo>
                    <a:pt x="86" y="59"/>
                  </a:moveTo>
                  <a:cubicBezTo>
                    <a:pt x="86" y="74"/>
                    <a:pt x="70" y="83"/>
                    <a:pt x="51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7" y="0"/>
                    <a:pt x="82" y="8"/>
                    <a:pt x="82" y="23"/>
                  </a:cubicBezTo>
                  <a:cubicBezTo>
                    <a:pt x="82" y="31"/>
                    <a:pt x="77" y="37"/>
                    <a:pt x="69" y="40"/>
                  </a:cubicBezTo>
                  <a:cubicBezTo>
                    <a:pt x="79" y="43"/>
                    <a:pt x="86" y="49"/>
                    <a:pt x="86" y="59"/>
                  </a:cubicBezTo>
                  <a:close/>
                  <a:moveTo>
                    <a:pt x="17" y="13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57" y="34"/>
                    <a:pt x="63" y="31"/>
                    <a:pt x="63" y="24"/>
                  </a:cubicBezTo>
                  <a:cubicBezTo>
                    <a:pt x="63" y="17"/>
                    <a:pt x="57" y="13"/>
                    <a:pt x="46" y="13"/>
                  </a:cubicBezTo>
                  <a:lnTo>
                    <a:pt x="17" y="13"/>
                  </a:lnTo>
                  <a:close/>
                  <a:moveTo>
                    <a:pt x="67" y="58"/>
                  </a:moveTo>
                  <a:cubicBezTo>
                    <a:pt x="67" y="51"/>
                    <a:pt x="60" y="47"/>
                    <a:pt x="50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60" y="69"/>
                    <a:pt x="67" y="65"/>
                    <a:pt x="67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99865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0D40FCB-E8A3-48AA-A100-F9CEE36D25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accent6"/>
                </a:solidFill>
              </a:defRPr>
            </a:lvl1pPr>
          </a:lstStyle>
          <a:p>
            <a:fld id="{6BC7A270-31B3-4BF2-A083-5A1C9416BEE5}" type="datetime3">
              <a:rPr lang="en-US" smtClean="0"/>
              <a:t>3 November 2025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4107567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3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BCF5F30-D370-4466-83E8-53B40DAB5648}"/>
              </a:ext>
            </a:extLst>
          </p:cNvPr>
          <p:cNvSpPr/>
          <p:nvPr userDrawn="1"/>
        </p:nvSpPr>
        <p:spPr>
          <a:xfrm>
            <a:off x="96000" y="111627"/>
            <a:ext cx="12000000" cy="6492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noProof="0"/>
          </a:p>
        </p:txBody>
      </p:sp>
      <p:sp>
        <p:nvSpPr>
          <p:cNvPr id="45" name="Title 13">
            <a:extLst>
              <a:ext uri="{FF2B5EF4-FFF2-40B4-BE49-F238E27FC236}">
                <a16:creationId xmlns:a16="http://schemas.microsoft.com/office/drawing/2014/main" id="{D112AC07-9248-4648-9D69-E1265AB203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322" y="277913"/>
            <a:ext cx="10523797" cy="86177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28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This is the slide title </a:t>
            </a:r>
            <a:br>
              <a:rPr lang="en-US" noProof="0"/>
            </a:br>
            <a:r>
              <a:rPr lang="en-US" noProof="0"/>
              <a:t>in 2 lines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834DC8F-613D-4859-A3A8-E4922C00C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F48B74-4844-FE45-8BA6-B99E24FC9BC1}"/>
              </a:ext>
            </a:extLst>
          </p:cNvPr>
          <p:cNvSpPr/>
          <p:nvPr userDrawn="1"/>
        </p:nvSpPr>
        <p:spPr>
          <a:xfrm>
            <a:off x="610311" y="1259335"/>
            <a:ext cx="823380" cy="99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2BD2B7-E7E9-B445-B014-AD9C0F2DC5B2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6CBB92F-EC65-8E45-8334-B8F2CFA64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75D78C6-8F05-45B3-A71F-4BE65A039C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B0F52221-874D-4A0E-B152-7D60BE145238}" type="datetime3">
              <a:rPr lang="en-US" smtClean="0"/>
              <a:t>3 November 2025</a:t>
            </a:fld>
            <a:endParaRPr lang="en-US"/>
          </a:p>
        </p:txBody>
      </p:sp>
      <p:grpSp>
        <p:nvGrpSpPr>
          <p:cNvPr id="13" name="Groupe 250">
            <a:extLst>
              <a:ext uri="{FF2B5EF4-FFF2-40B4-BE49-F238E27FC236}">
                <a16:creationId xmlns:a16="http://schemas.microsoft.com/office/drawing/2014/main" id="{6F665DD0-3D57-46EC-9562-4BA9E8894314}"/>
              </a:ext>
            </a:extLst>
          </p:cNvPr>
          <p:cNvGrpSpPr/>
          <p:nvPr userDrawn="1"/>
        </p:nvGrpSpPr>
        <p:grpSpPr>
          <a:xfrm>
            <a:off x="5456917" y="6670035"/>
            <a:ext cx="1278167" cy="125311"/>
            <a:chOff x="5629458" y="3655836"/>
            <a:chExt cx="2227432" cy="218376"/>
          </a:xfrm>
          <a:solidFill>
            <a:srgbClr val="5E6A71"/>
          </a:solidFill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B3F16EE3-4D04-447C-8654-78520C4166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975" y="3775689"/>
              <a:ext cx="61958" cy="55864"/>
            </a:xfrm>
            <a:custGeom>
              <a:avLst/>
              <a:gdLst>
                <a:gd name="T0" fmla="*/ 0 w 53"/>
                <a:gd name="T1" fmla="*/ 16 h 47"/>
                <a:gd name="T2" fmla="*/ 30 w 53"/>
                <a:gd name="T3" fmla="*/ 0 h 47"/>
                <a:gd name="T4" fmla="*/ 53 w 53"/>
                <a:gd name="T5" fmla="*/ 47 h 47"/>
                <a:gd name="T6" fmla="*/ 20 w 53"/>
                <a:gd name="T7" fmla="*/ 47 h 47"/>
                <a:gd name="T8" fmla="*/ 11 w 53"/>
                <a:gd name="T9" fmla="*/ 41 h 47"/>
                <a:gd name="T10" fmla="*/ 0 w 53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7">
                  <a:moveTo>
                    <a:pt x="0" y="16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13" y="47"/>
                    <a:pt x="11" y="41"/>
                  </a:cubicBezTo>
                  <a:cubicBezTo>
                    <a:pt x="8" y="34"/>
                    <a:pt x="0" y="16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7" name="Rectangle 6">
              <a:extLst>
                <a:ext uri="{FF2B5EF4-FFF2-40B4-BE49-F238E27FC236}">
                  <a16:creationId xmlns:a16="http://schemas.microsoft.com/office/drawing/2014/main" id="{39BE17B9-A22D-4BB5-8076-54D4F40C4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662" y="3849835"/>
              <a:ext cx="284396" cy="2437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598AB3D9-ECA4-4489-A18A-070710511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1195" y="3655836"/>
              <a:ext cx="77193" cy="62973"/>
            </a:xfrm>
            <a:custGeom>
              <a:avLst/>
              <a:gdLst>
                <a:gd name="T0" fmla="*/ 66 w 66"/>
                <a:gd name="T1" fmla="*/ 25 h 53"/>
                <a:gd name="T2" fmla="*/ 19 w 66"/>
                <a:gd name="T3" fmla="*/ 50 h 53"/>
                <a:gd name="T4" fmla="*/ 7 w 66"/>
                <a:gd name="T5" fmla="*/ 48 h 53"/>
                <a:gd name="T6" fmla="*/ 0 w 66"/>
                <a:gd name="T7" fmla="*/ 31 h 53"/>
                <a:gd name="T8" fmla="*/ 8 w 66"/>
                <a:gd name="T9" fmla="*/ 31 h 53"/>
                <a:gd name="T10" fmla="*/ 66 w 66"/>
                <a:gd name="T11" fmla="*/ 0 h 53"/>
                <a:gd name="T12" fmla="*/ 66 w 66"/>
                <a:gd name="T13" fmla="*/ 2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53">
                  <a:moveTo>
                    <a:pt x="66" y="25"/>
                  </a:moveTo>
                  <a:cubicBezTo>
                    <a:pt x="66" y="25"/>
                    <a:pt x="28" y="47"/>
                    <a:pt x="19" y="50"/>
                  </a:cubicBezTo>
                  <a:cubicBezTo>
                    <a:pt x="11" y="53"/>
                    <a:pt x="8" y="49"/>
                    <a:pt x="7" y="48"/>
                  </a:cubicBezTo>
                  <a:cubicBezTo>
                    <a:pt x="4" y="44"/>
                    <a:pt x="1" y="33"/>
                    <a:pt x="0" y="31"/>
                  </a:cubicBezTo>
                  <a:cubicBezTo>
                    <a:pt x="1" y="31"/>
                    <a:pt x="3" y="32"/>
                    <a:pt x="8" y="31"/>
                  </a:cubicBezTo>
                  <a:cubicBezTo>
                    <a:pt x="13" y="29"/>
                    <a:pt x="66" y="0"/>
                    <a:pt x="66" y="0"/>
                  </a:cubicBezTo>
                  <a:cubicBezTo>
                    <a:pt x="66" y="25"/>
                    <a:pt x="66" y="25"/>
                    <a:pt x="66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5DB5D31D-956F-4FE8-A2D5-493713F77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458" y="3669040"/>
              <a:ext cx="318930" cy="183842"/>
            </a:xfrm>
            <a:custGeom>
              <a:avLst/>
              <a:gdLst>
                <a:gd name="T0" fmla="*/ 211 w 272"/>
                <a:gd name="T1" fmla="*/ 59 h 155"/>
                <a:gd name="T2" fmla="*/ 186 w 272"/>
                <a:gd name="T3" fmla="*/ 3 h 155"/>
                <a:gd name="T4" fmla="*/ 149 w 272"/>
                <a:gd name="T5" fmla="*/ 3 h 155"/>
                <a:gd name="T6" fmla="*/ 98 w 272"/>
                <a:gd name="T7" fmla="*/ 99 h 155"/>
                <a:gd name="T8" fmla="*/ 139 w 272"/>
                <a:gd name="T9" fmla="*/ 86 h 155"/>
                <a:gd name="T10" fmla="*/ 166 w 272"/>
                <a:gd name="T11" fmla="*/ 33 h 155"/>
                <a:gd name="T12" fmla="*/ 182 w 272"/>
                <a:gd name="T13" fmla="*/ 74 h 155"/>
                <a:gd name="T14" fmla="*/ 121 w 272"/>
                <a:gd name="T15" fmla="*/ 102 h 155"/>
                <a:gd name="T16" fmla="*/ 32 w 272"/>
                <a:gd name="T17" fmla="*/ 104 h 155"/>
                <a:gd name="T18" fmla="*/ 110 w 272"/>
                <a:gd name="T19" fmla="*/ 29 h 155"/>
                <a:gd name="T20" fmla="*/ 126 w 272"/>
                <a:gd name="T21" fmla="*/ 28 h 155"/>
                <a:gd name="T22" fmla="*/ 118 w 272"/>
                <a:gd name="T23" fmla="*/ 7 h 155"/>
                <a:gd name="T24" fmla="*/ 103 w 272"/>
                <a:gd name="T25" fmla="*/ 1 h 155"/>
                <a:gd name="T26" fmla="*/ 13 w 272"/>
                <a:gd name="T27" fmla="*/ 63 h 155"/>
                <a:gd name="T28" fmla="*/ 27 w 272"/>
                <a:gd name="T29" fmla="*/ 123 h 155"/>
                <a:gd name="T30" fmla="*/ 136 w 272"/>
                <a:gd name="T31" fmla="*/ 126 h 155"/>
                <a:gd name="T32" fmla="*/ 272 w 272"/>
                <a:gd name="T33" fmla="*/ 55 h 155"/>
                <a:gd name="T34" fmla="*/ 272 w 272"/>
                <a:gd name="T35" fmla="*/ 25 h 155"/>
                <a:gd name="T36" fmla="*/ 211 w 272"/>
                <a:gd name="T37" fmla="*/ 5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2" h="155">
                  <a:moveTo>
                    <a:pt x="211" y="59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99"/>
                    <a:pt x="123" y="98"/>
                    <a:pt x="139" y="86"/>
                  </a:cubicBezTo>
                  <a:cubicBezTo>
                    <a:pt x="144" y="84"/>
                    <a:pt x="155" y="54"/>
                    <a:pt x="166" y="33"/>
                  </a:cubicBezTo>
                  <a:cubicBezTo>
                    <a:pt x="182" y="74"/>
                    <a:pt x="182" y="74"/>
                    <a:pt x="182" y="74"/>
                  </a:cubicBezTo>
                  <a:cubicBezTo>
                    <a:pt x="157" y="87"/>
                    <a:pt x="134" y="98"/>
                    <a:pt x="121" y="102"/>
                  </a:cubicBezTo>
                  <a:cubicBezTo>
                    <a:pt x="87" y="111"/>
                    <a:pt x="47" y="117"/>
                    <a:pt x="32" y="104"/>
                  </a:cubicBezTo>
                  <a:cubicBezTo>
                    <a:pt x="18" y="92"/>
                    <a:pt x="50" y="41"/>
                    <a:pt x="110" y="29"/>
                  </a:cubicBezTo>
                  <a:cubicBezTo>
                    <a:pt x="120" y="27"/>
                    <a:pt x="126" y="28"/>
                    <a:pt x="126" y="28"/>
                  </a:cubicBezTo>
                  <a:cubicBezTo>
                    <a:pt x="126" y="28"/>
                    <a:pt x="122" y="10"/>
                    <a:pt x="118" y="7"/>
                  </a:cubicBezTo>
                  <a:cubicBezTo>
                    <a:pt x="114" y="1"/>
                    <a:pt x="109" y="0"/>
                    <a:pt x="103" y="1"/>
                  </a:cubicBezTo>
                  <a:cubicBezTo>
                    <a:pt x="90" y="2"/>
                    <a:pt x="35" y="16"/>
                    <a:pt x="13" y="63"/>
                  </a:cubicBezTo>
                  <a:cubicBezTo>
                    <a:pt x="0" y="89"/>
                    <a:pt x="17" y="115"/>
                    <a:pt x="27" y="123"/>
                  </a:cubicBezTo>
                  <a:cubicBezTo>
                    <a:pt x="32" y="126"/>
                    <a:pt x="64" y="155"/>
                    <a:pt x="136" y="126"/>
                  </a:cubicBezTo>
                  <a:cubicBezTo>
                    <a:pt x="208" y="98"/>
                    <a:pt x="272" y="55"/>
                    <a:pt x="272" y="55"/>
                  </a:cubicBezTo>
                  <a:cubicBezTo>
                    <a:pt x="272" y="25"/>
                    <a:pt x="272" y="25"/>
                    <a:pt x="272" y="25"/>
                  </a:cubicBezTo>
                  <a:cubicBezTo>
                    <a:pt x="272" y="25"/>
                    <a:pt x="244" y="41"/>
                    <a:pt x="21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B6B15EB0-10E2-432E-9BA5-6ADCBF560BA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3550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5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D4EDBB7C-6A28-47C9-BDFE-43F9B1D8B4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8481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FE33D195-C093-4BF2-BB39-A6AA4E58A0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4271" y="3696464"/>
              <a:ext cx="90398" cy="126963"/>
            </a:xfrm>
            <a:custGeom>
              <a:avLst/>
              <a:gdLst>
                <a:gd name="T0" fmla="*/ 0 w 77"/>
                <a:gd name="T1" fmla="*/ 83 h 107"/>
                <a:gd name="T2" fmla="*/ 0 w 77"/>
                <a:gd name="T3" fmla="*/ 24 h 107"/>
                <a:gd name="T4" fmla="*/ 75 w 77"/>
                <a:gd name="T5" fmla="*/ 24 h 107"/>
                <a:gd name="T6" fmla="*/ 75 w 77"/>
                <a:gd name="T7" fmla="*/ 37 h 107"/>
                <a:gd name="T8" fmla="*/ 18 w 77"/>
                <a:gd name="T9" fmla="*/ 37 h 107"/>
                <a:gd name="T10" fmla="*/ 18 w 77"/>
                <a:gd name="T11" fmla="*/ 57 h 107"/>
                <a:gd name="T12" fmla="*/ 70 w 77"/>
                <a:gd name="T13" fmla="*/ 57 h 107"/>
                <a:gd name="T14" fmla="*/ 70 w 77"/>
                <a:gd name="T15" fmla="*/ 70 h 107"/>
                <a:gd name="T16" fmla="*/ 18 w 77"/>
                <a:gd name="T17" fmla="*/ 70 h 107"/>
                <a:gd name="T18" fmla="*/ 18 w 77"/>
                <a:gd name="T19" fmla="*/ 83 h 107"/>
                <a:gd name="T20" fmla="*/ 28 w 77"/>
                <a:gd name="T21" fmla="*/ 93 h 107"/>
                <a:gd name="T22" fmla="*/ 77 w 77"/>
                <a:gd name="T23" fmla="*/ 93 h 107"/>
                <a:gd name="T24" fmla="*/ 77 w 77"/>
                <a:gd name="T25" fmla="*/ 107 h 107"/>
                <a:gd name="T26" fmla="*/ 24 w 77"/>
                <a:gd name="T27" fmla="*/ 107 h 107"/>
                <a:gd name="T28" fmla="*/ 0 w 77"/>
                <a:gd name="T29" fmla="*/ 83 h 107"/>
                <a:gd name="T30" fmla="*/ 57 w 77"/>
                <a:gd name="T31" fmla="*/ 0 h 107"/>
                <a:gd name="T32" fmla="*/ 43 w 77"/>
                <a:gd name="T33" fmla="*/ 15 h 107"/>
                <a:gd name="T34" fmla="*/ 28 w 77"/>
                <a:gd name="T35" fmla="*/ 15 h 107"/>
                <a:gd name="T36" fmla="*/ 39 w 77"/>
                <a:gd name="T37" fmla="*/ 0 h 107"/>
                <a:gd name="T38" fmla="*/ 57 w 77"/>
                <a:gd name="T39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" h="107">
                  <a:moveTo>
                    <a:pt x="0" y="83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90"/>
                    <a:pt x="21" y="93"/>
                    <a:pt x="28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107"/>
                    <a:pt x="77" y="107"/>
                    <a:pt x="77" y="107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9" y="107"/>
                    <a:pt x="0" y="98"/>
                    <a:pt x="0" y="83"/>
                  </a:cubicBezTo>
                  <a:close/>
                  <a:moveTo>
                    <a:pt x="57" y="0"/>
                  </a:moveTo>
                  <a:cubicBezTo>
                    <a:pt x="43" y="15"/>
                    <a:pt x="43" y="15"/>
                    <a:pt x="43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9" y="0"/>
                    <a:pt x="39" y="0"/>
                    <a:pt x="39" y="0"/>
                  </a:cubicBez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4" name="Freeform 12">
              <a:extLst>
                <a:ext uri="{FF2B5EF4-FFF2-40B4-BE49-F238E27FC236}">
                  <a16:creationId xmlns:a16="http://schemas.microsoft.com/office/drawing/2014/main" id="{1020CBA7-BA0A-40E2-A7DD-0D09A7E941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7014" y="3724904"/>
              <a:ext cx="105633" cy="98523"/>
            </a:xfrm>
            <a:custGeom>
              <a:avLst/>
              <a:gdLst>
                <a:gd name="T0" fmla="*/ 0 w 90"/>
                <a:gd name="T1" fmla="*/ 0 h 83"/>
                <a:gd name="T2" fmla="*/ 37 w 90"/>
                <a:gd name="T3" fmla="*/ 0 h 83"/>
                <a:gd name="T4" fmla="*/ 90 w 90"/>
                <a:gd name="T5" fmla="*/ 41 h 83"/>
                <a:gd name="T6" fmla="*/ 37 w 90"/>
                <a:gd name="T7" fmla="*/ 83 h 83"/>
                <a:gd name="T8" fmla="*/ 0 w 90"/>
                <a:gd name="T9" fmla="*/ 83 h 83"/>
                <a:gd name="T10" fmla="*/ 0 w 90"/>
                <a:gd name="T11" fmla="*/ 0 h 83"/>
                <a:gd name="T12" fmla="*/ 38 w 90"/>
                <a:gd name="T13" fmla="*/ 69 h 83"/>
                <a:gd name="T14" fmla="*/ 71 w 90"/>
                <a:gd name="T15" fmla="*/ 41 h 83"/>
                <a:gd name="T16" fmla="*/ 38 w 90"/>
                <a:gd name="T17" fmla="*/ 13 h 83"/>
                <a:gd name="T18" fmla="*/ 17 w 90"/>
                <a:gd name="T19" fmla="*/ 13 h 83"/>
                <a:gd name="T20" fmla="*/ 17 w 90"/>
                <a:gd name="T21" fmla="*/ 69 h 83"/>
                <a:gd name="T22" fmla="*/ 38 w 90"/>
                <a:gd name="T23" fmla="*/ 6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3">
                  <a:moveTo>
                    <a:pt x="0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69" y="0"/>
                    <a:pt x="90" y="17"/>
                    <a:pt x="90" y="41"/>
                  </a:cubicBezTo>
                  <a:cubicBezTo>
                    <a:pt x="90" y="66"/>
                    <a:pt x="69" y="83"/>
                    <a:pt x="3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38" y="69"/>
                  </a:moveTo>
                  <a:cubicBezTo>
                    <a:pt x="58" y="69"/>
                    <a:pt x="71" y="58"/>
                    <a:pt x="71" y="41"/>
                  </a:cubicBezTo>
                  <a:cubicBezTo>
                    <a:pt x="71" y="25"/>
                    <a:pt x="58" y="13"/>
                    <a:pt x="3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69"/>
                    <a:pt x="17" y="69"/>
                    <a:pt x="17" y="69"/>
                  </a:cubicBezTo>
                  <a:lnTo>
                    <a:pt x="38" y="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5" name="Rectangle 13">
              <a:extLst>
                <a:ext uri="{FF2B5EF4-FFF2-40B4-BE49-F238E27FC236}">
                  <a16:creationId xmlns:a16="http://schemas.microsoft.com/office/drawing/2014/main" id="{1BEEEEB4-164D-4FF1-ABED-BD245AFCC0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929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FAB4342D-C435-4C88-A956-7276B3D90B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557" y="3724904"/>
              <a:ext cx="94460" cy="98523"/>
            </a:xfrm>
            <a:custGeom>
              <a:avLst/>
              <a:gdLst>
                <a:gd name="T0" fmla="*/ 0 w 93"/>
                <a:gd name="T1" fmla="*/ 15 h 97"/>
                <a:gd name="T2" fmla="*/ 0 w 93"/>
                <a:gd name="T3" fmla="*/ 0 h 97"/>
                <a:gd name="T4" fmla="*/ 93 w 93"/>
                <a:gd name="T5" fmla="*/ 0 h 97"/>
                <a:gd name="T6" fmla="*/ 93 w 93"/>
                <a:gd name="T7" fmla="*/ 15 h 97"/>
                <a:gd name="T8" fmla="*/ 56 w 93"/>
                <a:gd name="T9" fmla="*/ 15 h 97"/>
                <a:gd name="T10" fmla="*/ 56 w 93"/>
                <a:gd name="T11" fmla="*/ 97 h 97"/>
                <a:gd name="T12" fmla="*/ 36 w 93"/>
                <a:gd name="T13" fmla="*/ 97 h 97"/>
                <a:gd name="T14" fmla="*/ 36 w 93"/>
                <a:gd name="T15" fmla="*/ 15 h 97"/>
                <a:gd name="T16" fmla="*/ 0 w 93"/>
                <a:gd name="T17" fmla="*/ 1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97">
                  <a:moveTo>
                    <a:pt x="0" y="15"/>
                  </a:moveTo>
                  <a:lnTo>
                    <a:pt x="0" y="0"/>
                  </a:lnTo>
                  <a:lnTo>
                    <a:pt x="93" y="0"/>
                  </a:lnTo>
                  <a:lnTo>
                    <a:pt x="93" y="15"/>
                  </a:lnTo>
                  <a:lnTo>
                    <a:pt x="56" y="15"/>
                  </a:lnTo>
                  <a:lnTo>
                    <a:pt x="56" y="97"/>
                  </a:lnTo>
                  <a:lnTo>
                    <a:pt x="36" y="97"/>
                  </a:lnTo>
                  <a:lnTo>
                    <a:pt x="36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7" name="Freeform 15">
              <a:extLst>
                <a:ext uri="{FF2B5EF4-FFF2-40B4-BE49-F238E27FC236}">
                  <a16:creationId xmlns:a16="http://schemas.microsoft.com/office/drawing/2014/main" id="{6F3983CA-2D13-4001-B27F-51AE44932A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70552" y="3724904"/>
              <a:ext cx="121884" cy="98523"/>
            </a:xfrm>
            <a:custGeom>
              <a:avLst/>
              <a:gdLst>
                <a:gd name="T0" fmla="*/ 85 w 120"/>
                <a:gd name="T1" fmla="*/ 73 h 97"/>
                <a:gd name="T2" fmla="*/ 32 w 120"/>
                <a:gd name="T3" fmla="*/ 73 h 97"/>
                <a:gd name="T4" fmla="*/ 21 w 120"/>
                <a:gd name="T5" fmla="*/ 97 h 97"/>
                <a:gd name="T6" fmla="*/ 0 w 120"/>
                <a:gd name="T7" fmla="*/ 97 h 97"/>
                <a:gd name="T8" fmla="*/ 50 w 120"/>
                <a:gd name="T9" fmla="*/ 0 h 97"/>
                <a:gd name="T10" fmla="*/ 70 w 120"/>
                <a:gd name="T11" fmla="*/ 0 h 97"/>
                <a:gd name="T12" fmla="*/ 120 w 120"/>
                <a:gd name="T13" fmla="*/ 97 h 97"/>
                <a:gd name="T14" fmla="*/ 97 w 120"/>
                <a:gd name="T15" fmla="*/ 97 h 97"/>
                <a:gd name="T16" fmla="*/ 85 w 120"/>
                <a:gd name="T17" fmla="*/ 73 h 97"/>
                <a:gd name="T18" fmla="*/ 77 w 120"/>
                <a:gd name="T19" fmla="*/ 58 h 97"/>
                <a:gd name="T20" fmla="*/ 59 w 120"/>
                <a:gd name="T21" fmla="*/ 20 h 97"/>
                <a:gd name="T22" fmla="*/ 40 w 120"/>
                <a:gd name="T23" fmla="*/ 58 h 97"/>
                <a:gd name="T24" fmla="*/ 77 w 120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7">
                  <a:moveTo>
                    <a:pt x="85" y="73"/>
                  </a:moveTo>
                  <a:lnTo>
                    <a:pt x="32" y="73"/>
                  </a:lnTo>
                  <a:lnTo>
                    <a:pt x="21" y="97"/>
                  </a:lnTo>
                  <a:lnTo>
                    <a:pt x="0" y="97"/>
                  </a:lnTo>
                  <a:lnTo>
                    <a:pt x="50" y="0"/>
                  </a:lnTo>
                  <a:lnTo>
                    <a:pt x="70" y="0"/>
                  </a:lnTo>
                  <a:lnTo>
                    <a:pt x="120" y="97"/>
                  </a:lnTo>
                  <a:lnTo>
                    <a:pt x="97" y="97"/>
                  </a:lnTo>
                  <a:lnTo>
                    <a:pt x="85" y="73"/>
                  </a:lnTo>
                  <a:close/>
                  <a:moveTo>
                    <a:pt x="77" y="58"/>
                  </a:moveTo>
                  <a:lnTo>
                    <a:pt x="59" y="20"/>
                  </a:lnTo>
                  <a:lnTo>
                    <a:pt x="40" y="58"/>
                  </a:lnTo>
                  <a:lnTo>
                    <a:pt x="77" y="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25010E1C-300D-4362-AC38-27CED7776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498" y="3723888"/>
              <a:ext cx="108680" cy="100555"/>
            </a:xfrm>
            <a:custGeom>
              <a:avLst/>
              <a:gdLst>
                <a:gd name="T0" fmla="*/ 52 w 93"/>
                <a:gd name="T1" fmla="*/ 0 h 85"/>
                <a:gd name="T2" fmla="*/ 89 w 93"/>
                <a:gd name="T3" fmla="*/ 11 h 85"/>
                <a:gd name="T4" fmla="*/ 80 w 93"/>
                <a:gd name="T5" fmla="*/ 22 h 85"/>
                <a:gd name="T6" fmla="*/ 53 w 93"/>
                <a:gd name="T7" fmla="*/ 12 h 85"/>
                <a:gd name="T8" fmla="*/ 18 w 93"/>
                <a:gd name="T9" fmla="*/ 42 h 85"/>
                <a:gd name="T10" fmla="*/ 52 w 93"/>
                <a:gd name="T11" fmla="*/ 72 h 85"/>
                <a:gd name="T12" fmla="*/ 76 w 93"/>
                <a:gd name="T13" fmla="*/ 66 h 85"/>
                <a:gd name="T14" fmla="*/ 76 w 93"/>
                <a:gd name="T15" fmla="*/ 50 h 85"/>
                <a:gd name="T16" fmla="*/ 51 w 93"/>
                <a:gd name="T17" fmla="*/ 50 h 85"/>
                <a:gd name="T18" fmla="*/ 51 w 93"/>
                <a:gd name="T19" fmla="*/ 37 h 85"/>
                <a:gd name="T20" fmla="*/ 93 w 93"/>
                <a:gd name="T21" fmla="*/ 37 h 85"/>
                <a:gd name="T22" fmla="*/ 93 w 93"/>
                <a:gd name="T23" fmla="*/ 72 h 85"/>
                <a:gd name="T24" fmla="*/ 52 w 93"/>
                <a:gd name="T25" fmla="*/ 85 h 85"/>
                <a:gd name="T26" fmla="*/ 0 w 93"/>
                <a:gd name="T27" fmla="*/ 42 h 85"/>
                <a:gd name="T28" fmla="*/ 52 w 93"/>
                <a:gd name="T2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4"/>
                    <a:pt x="18" y="42"/>
                  </a:cubicBezTo>
                  <a:cubicBezTo>
                    <a:pt x="18" y="59"/>
                    <a:pt x="32" y="72"/>
                    <a:pt x="52" y="72"/>
                  </a:cubicBezTo>
                  <a:cubicBezTo>
                    <a:pt x="61" y="72"/>
                    <a:pt x="70" y="70"/>
                    <a:pt x="76" y="66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3" y="72"/>
                    <a:pt x="93" y="72"/>
                    <a:pt x="93" y="72"/>
                  </a:cubicBezTo>
                  <a:cubicBezTo>
                    <a:pt x="83" y="79"/>
                    <a:pt x="69" y="85"/>
                    <a:pt x="52" y="85"/>
                  </a:cubicBezTo>
                  <a:cubicBezTo>
                    <a:pt x="21" y="85"/>
                    <a:pt x="0" y="67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29" name="Freeform 17">
              <a:extLst>
                <a:ext uri="{FF2B5EF4-FFF2-40B4-BE49-F238E27FC236}">
                  <a16:creationId xmlns:a16="http://schemas.microsoft.com/office/drawing/2014/main" id="{11669F72-DC73-453A-BF89-64D52A4656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9555" y="3724904"/>
              <a:ext cx="98523" cy="98523"/>
            </a:xfrm>
            <a:custGeom>
              <a:avLst/>
              <a:gdLst>
                <a:gd name="T0" fmla="*/ 0 w 84"/>
                <a:gd name="T1" fmla="*/ 0 h 83"/>
                <a:gd name="T2" fmla="*/ 44 w 84"/>
                <a:gd name="T3" fmla="*/ 0 h 83"/>
                <a:gd name="T4" fmla="*/ 82 w 84"/>
                <a:gd name="T5" fmla="*/ 27 h 83"/>
                <a:gd name="T6" fmla="*/ 57 w 84"/>
                <a:gd name="T7" fmla="*/ 51 h 83"/>
                <a:gd name="T8" fmla="*/ 84 w 84"/>
                <a:gd name="T9" fmla="*/ 83 h 83"/>
                <a:gd name="T10" fmla="*/ 64 w 84"/>
                <a:gd name="T11" fmla="*/ 83 h 83"/>
                <a:gd name="T12" fmla="*/ 39 w 84"/>
                <a:gd name="T13" fmla="*/ 54 h 83"/>
                <a:gd name="T14" fmla="*/ 17 w 84"/>
                <a:gd name="T15" fmla="*/ 54 h 83"/>
                <a:gd name="T16" fmla="*/ 17 w 84"/>
                <a:gd name="T17" fmla="*/ 83 h 83"/>
                <a:gd name="T18" fmla="*/ 0 w 84"/>
                <a:gd name="T19" fmla="*/ 83 h 83"/>
                <a:gd name="T20" fmla="*/ 0 w 84"/>
                <a:gd name="T21" fmla="*/ 0 h 83"/>
                <a:gd name="T22" fmla="*/ 43 w 84"/>
                <a:gd name="T23" fmla="*/ 41 h 83"/>
                <a:gd name="T24" fmla="*/ 63 w 84"/>
                <a:gd name="T25" fmla="*/ 27 h 83"/>
                <a:gd name="T26" fmla="*/ 43 w 84"/>
                <a:gd name="T27" fmla="*/ 13 h 83"/>
                <a:gd name="T28" fmla="*/ 17 w 84"/>
                <a:gd name="T29" fmla="*/ 13 h 83"/>
                <a:gd name="T30" fmla="*/ 17 w 84"/>
                <a:gd name="T31" fmla="*/ 41 h 83"/>
                <a:gd name="T32" fmla="*/ 43 w 84"/>
                <a:gd name="T33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" h="83">
                  <a:moveTo>
                    <a:pt x="0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65" y="0"/>
                    <a:pt x="82" y="8"/>
                    <a:pt x="82" y="27"/>
                  </a:cubicBezTo>
                  <a:cubicBezTo>
                    <a:pt x="82" y="41"/>
                    <a:pt x="71" y="48"/>
                    <a:pt x="57" y="51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0" y="0"/>
                  </a:lnTo>
                  <a:close/>
                  <a:moveTo>
                    <a:pt x="43" y="41"/>
                  </a:moveTo>
                  <a:cubicBezTo>
                    <a:pt x="55" y="41"/>
                    <a:pt x="63" y="36"/>
                    <a:pt x="63" y="27"/>
                  </a:cubicBezTo>
                  <a:cubicBezTo>
                    <a:pt x="63" y="18"/>
                    <a:pt x="56" y="13"/>
                    <a:pt x="43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41"/>
                    <a:pt x="17" y="41"/>
                    <a:pt x="17" y="41"/>
                  </a:cubicBezTo>
                  <a:lnTo>
                    <a:pt x="43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0" name="Rectangle 18">
              <a:extLst>
                <a:ext uri="{FF2B5EF4-FFF2-40B4-BE49-F238E27FC236}">
                  <a16:creationId xmlns:a16="http://schemas.microsoft.com/office/drawing/2014/main" id="{0AC8181B-B84D-412C-A257-B1FAF0DD53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9408" y="3724904"/>
              <a:ext cx="21330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1" name="Freeform 19">
              <a:extLst>
                <a:ext uri="{FF2B5EF4-FFF2-40B4-BE49-F238E27FC236}">
                  <a16:creationId xmlns:a16="http://schemas.microsoft.com/office/drawing/2014/main" id="{E7341467-D4F0-46D5-A29F-5E8A518D9DB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2067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8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4" y="0"/>
                    <a:pt x="78" y="4"/>
                    <a:pt x="88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1" y="16"/>
                    <a:pt x="64" y="12"/>
                    <a:pt x="53" y="12"/>
                  </a:cubicBezTo>
                  <a:cubicBezTo>
                    <a:pt x="33" y="12"/>
                    <a:pt x="18" y="25"/>
                    <a:pt x="18" y="42"/>
                  </a:cubicBezTo>
                  <a:cubicBezTo>
                    <a:pt x="18" y="60"/>
                    <a:pt x="33" y="72"/>
                    <a:pt x="53" y="72"/>
                  </a:cubicBezTo>
                  <a:cubicBezTo>
                    <a:pt x="64" y="72"/>
                    <a:pt x="72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3" name="Freeform 20">
              <a:extLst>
                <a:ext uri="{FF2B5EF4-FFF2-40B4-BE49-F238E27FC236}">
                  <a16:creationId xmlns:a16="http://schemas.microsoft.com/office/drawing/2014/main" id="{A3E65565-99DD-4A11-8E32-7410CC531F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1763" y="3723888"/>
              <a:ext cx="123915" cy="100555"/>
            </a:xfrm>
            <a:custGeom>
              <a:avLst/>
              <a:gdLst>
                <a:gd name="T0" fmla="*/ 0 w 105"/>
                <a:gd name="T1" fmla="*/ 42 h 85"/>
                <a:gd name="T2" fmla="*/ 52 w 105"/>
                <a:gd name="T3" fmla="*/ 0 h 85"/>
                <a:gd name="T4" fmla="*/ 105 w 105"/>
                <a:gd name="T5" fmla="*/ 42 h 85"/>
                <a:gd name="T6" fmla="*/ 52 w 105"/>
                <a:gd name="T7" fmla="*/ 85 h 85"/>
                <a:gd name="T8" fmla="*/ 0 w 105"/>
                <a:gd name="T9" fmla="*/ 42 h 85"/>
                <a:gd name="T10" fmla="*/ 19 w 105"/>
                <a:gd name="T11" fmla="*/ 42 h 85"/>
                <a:gd name="T12" fmla="*/ 52 w 105"/>
                <a:gd name="T13" fmla="*/ 72 h 85"/>
                <a:gd name="T14" fmla="*/ 86 w 105"/>
                <a:gd name="T15" fmla="*/ 42 h 85"/>
                <a:gd name="T16" fmla="*/ 52 w 105"/>
                <a:gd name="T17" fmla="*/ 12 h 85"/>
                <a:gd name="T18" fmla="*/ 19 w 105"/>
                <a:gd name="T19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" h="85">
                  <a:moveTo>
                    <a:pt x="0" y="42"/>
                  </a:moveTo>
                  <a:cubicBezTo>
                    <a:pt x="0" y="19"/>
                    <a:pt x="22" y="0"/>
                    <a:pt x="52" y="0"/>
                  </a:cubicBezTo>
                  <a:cubicBezTo>
                    <a:pt x="83" y="0"/>
                    <a:pt x="105" y="19"/>
                    <a:pt x="105" y="42"/>
                  </a:cubicBezTo>
                  <a:cubicBezTo>
                    <a:pt x="105" y="66"/>
                    <a:pt x="83" y="85"/>
                    <a:pt x="52" y="85"/>
                  </a:cubicBezTo>
                  <a:cubicBezTo>
                    <a:pt x="22" y="85"/>
                    <a:pt x="0" y="66"/>
                    <a:pt x="0" y="42"/>
                  </a:cubicBezTo>
                  <a:close/>
                  <a:moveTo>
                    <a:pt x="19" y="42"/>
                  </a:moveTo>
                  <a:cubicBezTo>
                    <a:pt x="19" y="59"/>
                    <a:pt x="32" y="72"/>
                    <a:pt x="52" y="72"/>
                  </a:cubicBezTo>
                  <a:cubicBezTo>
                    <a:pt x="72" y="72"/>
                    <a:pt x="86" y="59"/>
                    <a:pt x="86" y="42"/>
                  </a:cubicBezTo>
                  <a:cubicBezTo>
                    <a:pt x="86" y="26"/>
                    <a:pt x="72" y="12"/>
                    <a:pt x="52" y="12"/>
                  </a:cubicBezTo>
                  <a:cubicBezTo>
                    <a:pt x="32" y="12"/>
                    <a:pt x="19" y="26"/>
                    <a:pt x="19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4" name="Freeform 21">
              <a:extLst>
                <a:ext uri="{FF2B5EF4-FFF2-40B4-BE49-F238E27FC236}">
                  <a16:creationId xmlns:a16="http://schemas.microsoft.com/office/drawing/2014/main" id="{05F1B260-CD34-4B5B-813C-AC00648D5B2B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1929" y="3724904"/>
              <a:ext cx="82272" cy="98523"/>
            </a:xfrm>
            <a:custGeom>
              <a:avLst/>
              <a:gdLst>
                <a:gd name="T0" fmla="*/ 0 w 81"/>
                <a:gd name="T1" fmla="*/ 0 h 97"/>
                <a:gd name="T2" fmla="*/ 20 w 81"/>
                <a:gd name="T3" fmla="*/ 0 h 97"/>
                <a:gd name="T4" fmla="*/ 20 w 81"/>
                <a:gd name="T5" fmla="*/ 81 h 97"/>
                <a:gd name="T6" fmla="*/ 81 w 81"/>
                <a:gd name="T7" fmla="*/ 81 h 97"/>
                <a:gd name="T8" fmla="*/ 81 w 81"/>
                <a:gd name="T9" fmla="*/ 97 h 97"/>
                <a:gd name="T10" fmla="*/ 0 w 81"/>
                <a:gd name="T11" fmla="*/ 97 h 97"/>
                <a:gd name="T12" fmla="*/ 0 w 81"/>
                <a:gd name="T13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97">
                  <a:moveTo>
                    <a:pt x="0" y="0"/>
                  </a:moveTo>
                  <a:lnTo>
                    <a:pt x="20" y="0"/>
                  </a:lnTo>
                  <a:lnTo>
                    <a:pt x="20" y="81"/>
                  </a:lnTo>
                  <a:lnTo>
                    <a:pt x="81" y="81"/>
                  </a:lnTo>
                  <a:lnTo>
                    <a:pt x="81" y="97"/>
                  </a:lnTo>
                  <a:lnTo>
                    <a:pt x="0" y="9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5" name="Freeform 22">
              <a:extLst>
                <a:ext uri="{FF2B5EF4-FFF2-40B4-BE49-F238E27FC236}">
                  <a16:creationId xmlns:a16="http://schemas.microsoft.com/office/drawing/2014/main" id="{9F309EFC-BEC8-4B90-9B99-490C0110B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4359" y="3724904"/>
              <a:ext cx="89382" cy="98523"/>
            </a:xfrm>
            <a:custGeom>
              <a:avLst/>
              <a:gdLst>
                <a:gd name="T0" fmla="*/ 0 w 76"/>
                <a:gd name="T1" fmla="*/ 59 h 83"/>
                <a:gd name="T2" fmla="*/ 0 w 76"/>
                <a:gd name="T3" fmla="*/ 0 h 83"/>
                <a:gd name="T4" fmla="*/ 75 w 76"/>
                <a:gd name="T5" fmla="*/ 0 h 83"/>
                <a:gd name="T6" fmla="*/ 75 w 76"/>
                <a:gd name="T7" fmla="*/ 13 h 83"/>
                <a:gd name="T8" fmla="*/ 18 w 76"/>
                <a:gd name="T9" fmla="*/ 13 h 83"/>
                <a:gd name="T10" fmla="*/ 18 w 76"/>
                <a:gd name="T11" fmla="*/ 33 h 83"/>
                <a:gd name="T12" fmla="*/ 70 w 76"/>
                <a:gd name="T13" fmla="*/ 33 h 83"/>
                <a:gd name="T14" fmla="*/ 70 w 76"/>
                <a:gd name="T15" fmla="*/ 46 h 83"/>
                <a:gd name="T16" fmla="*/ 18 w 76"/>
                <a:gd name="T17" fmla="*/ 46 h 83"/>
                <a:gd name="T18" fmla="*/ 18 w 76"/>
                <a:gd name="T19" fmla="*/ 59 h 83"/>
                <a:gd name="T20" fmla="*/ 28 w 76"/>
                <a:gd name="T21" fmla="*/ 69 h 83"/>
                <a:gd name="T22" fmla="*/ 76 w 76"/>
                <a:gd name="T23" fmla="*/ 69 h 83"/>
                <a:gd name="T24" fmla="*/ 76 w 76"/>
                <a:gd name="T25" fmla="*/ 83 h 83"/>
                <a:gd name="T26" fmla="*/ 24 w 76"/>
                <a:gd name="T27" fmla="*/ 83 h 83"/>
                <a:gd name="T28" fmla="*/ 0 w 76"/>
                <a:gd name="T29" fmla="*/ 5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83">
                  <a:moveTo>
                    <a:pt x="0" y="5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66"/>
                    <a:pt x="21" y="69"/>
                    <a:pt x="28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9" y="83"/>
                    <a:pt x="0" y="74"/>
                    <a:pt x="0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6" name="Freeform 23">
              <a:extLst>
                <a:ext uri="{FF2B5EF4-FFF2-40B4-BE49-F238E27FC236}">
                  <a16:creationId xmlns:a16="http://schemas.microsoft.com/office/drawing/2014/main" id="{33FF1724-661B-444B-8BF9-8C1C9296613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2651" y="3723888"/>
              <a:ext cx="105633" cy="100555"/>
            </a:xfrm>
            <a:custGeom>
              <a:avLst/>
              <a:gdLst>
                <a:gd name="T0" fmla="*/ 52 w 90"/>
                <a:gd name="T1" fmla="*/ 0 h 85"/>
                <a:gd name="T2" fmla="*/ 89 w 90"/>
                <a:gd name="T3" fmla="*/ 11 h 85"/>
                <a:gd name="T4" fmla="*/ 80 w 90"/>
                <a:gd name="T5" fmla="*/ 22 h 85"/>
                <a:gd name="T6" fmla="*/ 53 w 90"/>
                <a:gd name="T7" fmla="*/ 12 h 85"/>
                <a:gd name="T8" fmla="*/ 18 w 90"/>
                <a:gd name="T9" fmla="*/ 42 h 85"/>
                <a:gd name="T10" fmla="*/ 53 w 90"/>
                <a:gd name="T11" fmla="*/ 72 h 85"/>
                <a:gd name="T12" fmla="*/ 82 w 90"/>
                <a:gd name="T13" fmla="*/ 62 h 85"/>
                <a:gd name="T14" fmla="*/ 90 w 90"/>
                <a:gd name="T15" fmla="*/ 73 h 85"/>
                <a:gd name="T16" fmla="*/ 52 w 90"/>
                <a:gd name="T17" fmla="*/ 85 h 85"/>
                <a:gd name="T18" fmla="*/ 0 w 90"/>
                <a:gd name="T19" fmla="*/ 42 h 85"/>
                <a:gd name="T20" fmla="*/ 52 w 90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85">
                  <a:moveTo>
                    <a:pt x="52" y="0"/>
                  </a:moveTo>
                  <a:cubicBezTo>
                    <a:pt x="65" y="0"/>
                    <a:pt x="78" y="4"/>
                    <a:pt x="89" y="11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2" y="16"/>
                    <a:pt x="64" y="12"/>
                    <a:pt x="53" y="12"/>
                  </a:cubicBezTo>
                  <a:cubicBezTo>
                    <a:pt x="34" y="12"/>
                    <a:pt x="18" y="25"/>
                    <a:pt x="18" y="42"/>
                  </a:cubicBezTo>
                  <a:cubicBezTo>
                    <a:pt x="18" y="60"/>
                    <a:pt x="34" y="72"/>
                    <a:pt x="53" y="72"/>
                  </a:cubicBezTo>
                  <a:cubicBezTo>
                    <a:pt x="65" y="72"/>
                    <a:pt x="73" y="68"/>
                    <a:pt x="82" y="6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79" y="81"/>
                    <a:pt x="65" y="85"/>
                    <a:pt x="52" y="85"/>
                  </a:cubicBezTo>
                  <a:cubicBezTo>
                    <a:pt x="25" y="85"/>
                    <a:pt x="0" y="69"/>
                    <a:pt x="0" y="42"/>
                  </a:cubicBezTo>
                  <a:cubicBezTo>
                    <a:pt x="0" y="15"/>
                    <a:pt x="25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7" name="Rectangle 24">
              <a:extLst>
                <a:ext uri="{FF2B5EF4-FFF2-40B4-BE49-F238E27FC236}">
                  <a16:creationId xmlns:a16="http://schemas.microsoft.com/office/drawing/2014/main" id="{A039ECC1-EA49-49CD-B49F-857F8CABF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6566" y="3724904"/>
              <a:ext cx="20314" cy="985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  <p:sp>
          <p:nvSpPr>
            <p:cNvPr id="38" name="Freeform 25">
              <a:extLst>
                <a:ext uri="{FF2B5EF4-FFF2-40B4-BE49-F238E27FC236}">
                  <a16:creationId xmlns:a16="http://schemas.microsoft.com/office/drawing/2014/main" id="{BBD6A768-EDC6-47E3-A01B-E61D615CD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6335" y="3724904"/>
              <a:ext cx="100555" cy="98523"/>
            </a:xfrm>
            <a:custGeom>
              <a:avLst/>
              <a:gdLst>
                <a:gd name="T0" fmla="*/ 86 w 86"/>
                <a:gd name="T1" fmla="*/ 59 h 83"/>
                <a:gd name="T2" fmla="*/ 51 w 86"/>
                <a:gd name="T3" fmla="*/ 83 h 83"/>
                <a:gd name="T4" fmla="*/ 0 w 86"/>
                <a:gd name="T5" fmla="*/ 83 h 83"/>
                <a:gd name="T6" fmla="*/ 0 w 86"/>
                <a:gd name="T7" fmla="*/ 0 h 83"/>
                <a:gd name="T8" fmla="*/ 48 w 86"/>
                <a:gd name="T9" fmla="*/ 0 h 83"/>
                <a:gd name="T10" fmla="*/ 82 w 86"/>
                <a:gd name="T11" fmla="*/ 23 h 83"/>
                <a:gd name="T12" fmla="*/ 69 w 86"/>
                <a:gd name="T13" fmla="*/ 40 h 83"/>
                <a:gd name="T14" fmla="*/ 86 w 86"/>
                <a:gd name="T15" fmla="*/ 59 h 83"/>
                <a:gd name="T16" fmla="*/ 17 w 86"/>
                <a:gd name="T17" fmla="*/ 13 h 83"/>
                <a:gd name="T18" fmla="*/ 17 w 86"/>
                <a:gd name="T19" fmla="*/ 34 h 83"/>
                <a:gd name="T20" fmla="*/ 47 w 86"/>
                <a:gd name="T21" fmla="*/ 34 h 83"/>
                <a:gd name="T22" fmla="*/ 63 w 86"/>
                <a:gd name="T23" fmla="*/ 24 h 83"/>
                <a:gd name="T24" fmla="*/ 46 w 86"/>
                <a:gd name="T25" fmla="*/ 13 h 83"/>
                <a:gd name="T26" fmla="*/ 17 w 86"/>
                <a:gd name="T27" fmla="*/ 13 h 83"/>
                <a:gd name="T28" fmla="*/ 67 w 86"/>
                <a:gd name="T29" fmla="*/ 58 h 83"/>
                <a:gd name="T30" fmla="*/ 50 w 86"/>
                <a:gd name="T31" fmla="*/ 47 h 83"/>
                <a:gd name="T32" fmla="*/ 17 w 86"/>
                <a:gd name="T33" fmla="*/ 47 h 83"/>
                <a:gd name="T34" fmla="*/ 17 w 86"/>
                <a:gd name="T35" fmla="*/ 69 h 83"/>
                <a:gd name="T36" fmla="*/ 50 w 86"/>
                <a:gd name="T37" fmla="*/ 69 h 83"/>
                <a:gd name="T38" fmla="*/ 67 w 86"/>
                <a:gd name="T39" fmla="*/ 5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" h="83">
                  <a:moveTo>
                    <a:pt x="86" y="59"/>
                  </a:moveTo>
                  <a:cubicBezTo>
                    <a:pt x="86" y="74"/>
                    <a:pt x="70" y="83"/>
                    <a:pt x="51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7" y="0"/>
                    <a:pt x="82" y="8"/>
                    <a:pt x="82" y="23"/>
                  </a:cubicBezTo>
                  <a:cubicBezTo>
                    <a:pt x="82" y="31"/>
                    <a:pt x="77" y="37"/>
                    <a:pt x="69" y="40"/>
                  </a:cubicBezTo>
                  <a:cubicBezTo>
                    <a:pt x="79" y="43"/>
                    <a:pt x="86" y="49"/>
                    <a:pt x="86" y="59"/>
                  </a:cubicBezTo>
                  <a:close/>
                  <a:moveTo>
                    <a:pt x="17" y="13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57" y="34"/>
                    <a:pt x="63" y="31"/>
                    <a:pt x="63" y="24"/>
                  </a:cubicBezTo>
                  <a:cubicBezTo>
                    <a:pt x="63" y="17"/>
                    <a:pt x="57" y="13"/>
                    <a:pt x="46" y="13"/>
                  </a:cubicBezTo>
                  <a:lnTo>
                    <a:pt x="17" y="13"/>
                  </a:lnTo>
                  <a:close/>
                  <a:moveTo>
                    <a:pt x="67" y="58"/>
                  </a:moveTo>
                  <a:cubicBezTo>
                    <a:pt x="67" y="51"/>
                    <a:pt x="60" y="47"/>
                    <a:pt x="50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60" y="69"/>
                    <a:pt x="67" y="65"/>
                    <a:pt x="67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00664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9600509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only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BCF5F30-D370-4466-83E8-53B40DAB5648}"/>
              </a:ext>
            </a:extLst>
          </p:cNvPr>
          <p:cNvSpPr/>
          <p:nvPr userDrawn="1"/>
        </p:nvSpPr>
        <p:spPr>
          <a:xfrm>
            <a:off x="96000" y="111627"/>
            <a:ext cx="12000000" cy="6492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noProof="0"/>
          </a:p>
        </p:txBody>
      </p:sp>
      <p:sp>
        <p:nvSpPr>
          <p:cNvPr id="45" name="Title 13">
            <a:extLst>
              <a:ext uri="{FF2B5EF4-FFF2-40B4-BE49-F238E27FC236}">
                <a16:creationId xmlns:a16="http://schemas.microsoft.com/office/drawing/2014/main" id="{D112AC07-9248-4648-9D69-E1265AB203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322" y="277913"/>
            <a:ext cx="10523797" cy="86177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28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This is the slide title </a:t>
            </a:r>
            <a:br>
              <a:rPr lang="en-US" noProof="0" dirty="0"/>
            </a:br>
            <a:r>
              <a:rPr lang="en-US" noProof="0" dirty="0"/>
              <a:t>in 2 lines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F48B74-4844-FE45-8BA6-B99E24FC9BC1}"/>
              </a:ext>
            </a:extLst>
          </p:cNvPr>
          <p:cNvSpPr/>
          <p:nvPr userDrawn="1"/>
        </p:nvSpPr>
        <p:spPr>
          <a:xfrm>
            <a:off x="610311" y="1259335"/>
            <a:ext cx="823380" cy="99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5C9AA5E-1451-479D-B89E-DA0D8962BC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0308" y="1645736"/>
            <a:ext cx="10523797" cy="4584912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defRPr sz="14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10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FCAC28CB-5038-4676-A304-627989CA5D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188" t="30067" r="6188" b="30067"/>
          <a:stretch/>
        </p:blipFill>
        <p:spPr>
          <a:xfrm>
            <a:off x="5436245" y="6667101"/>
            <a:ext cx="1319515" cy="137376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834DC8F-613D-4859-A3A8-E4922C00C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2BD2B7-E7E9-B445-B014-AD9C0F2DC5B2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6CBB92F-EC65-8E45-8334-B8F2CFA64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75D78C6-8F05-45B3-A71F-4BE65A039C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accent2"/>
                </a:solidFill>
              </a:defRPr>
            </a:lvl1pPr>
          </a:lstStyle>
          <a:p>
            <a:fld id="{9EBF24D5-46DC-4579-9AAC-D4A05D77B0B5}" type="datetime4">
              <a:rPr lang="fr-FR" smtClean="0"/>
              <a:t>3 novembre 2025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70339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le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BCF5F30-D370-4466-83E8-53B40DAB5648}"/>
              </a:ext>
            </a:extLst>
          </p:cNvPr>
          <p:cNvSpPr/>
          <p:nvPr userDrawn="1"/>
        </p:nvSpPr>
        <p:spPr>
          <a:xfrm>
            <a:off x="96000" y="111627"/>
            <a:ext cx="12000000" cy="6492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noProof="0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FCAC28CB-5038-4676-A304-627989CA5D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188" t="30067" r="6188" b="30067"/>
          <a:stretch/>
        </p:blipFill>
        <p:spPr>
          <a:xfrm>
            <a:off x="5436245" y="6667101"/>
            <a:ext cx="1319515" cy="137376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834DC8F-613D-4859-A3A8-E4922C00C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F48B74-4844-FE45-8BA6-B99E24FC9BC1}"/>
              </a:ext>
            </a:extLst>
          </p:cNvPr>
          <p:cNvSpPr/>
          <p:nvPr userDrawn="1"/>
        </p:nvSpPr>
        <p:spPr>
          <a:xfrm>
            <a:off x="610311" y="1259335"/>
            <a:ext cx="823380" cy="99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2BD2B7-E7E9-B445-B014-AD9C0F2DC5B2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6CBB92F-EC65-8E45-8334-B8F2CFA64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5C9AA5E-1451-479D-B89E-DA0D8962BC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0308" y="1645736"/>
            <a:ext cx="10523797" cy="4584912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defRPr sz="1400">
                <a:solidFill>
                  <a:schemeClr val="tx2"/>
                </a:solidFill>
              </a:defRPr>
            </a:lvl1pPr>
            <a:lvl2pPr marL="345600" indent="-1728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</a:defRPr>
            </a:lvl2pPr>
            <a:lvl3pPr marL="5184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  <a:defRPr sz="1100">
                <a:solidFill>
                  <a:schemeClr val="tx2"/>
                </a:solidFill>
              </a:defRPr>
            </a:lvl3pPr>
            <a:lvl4pPr marL="691200" indent="-172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2"/>
                </a:solidFill>
              </a:defRPr>
            </a:lvl4pPr>
            <a:lvl5pPr marL="864000" indent="-172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Title 13">
            <a:extLst>
              <a:ext uri="{FF2B5EF4-FFF2-40B4-BE49-F238E27FC236}">
                <a16:creationId xmlns:a16="http://schemas.microsoft.com/office/drawing/2014/main" id="{214F3A41-D5EC-4661-94DF-22EABA144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322" y="154802"/>
            <a:ext cx="10523797" cy="430887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28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This is the slide title</a:t>
            </a:r>
            <a:endParaRPr lang="fr-FR" noProof="0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998FF73-F1D6-4B2F-8755-312E1E814A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4322" y="585819"/>
            <a:ext cx="10519783" cy="55399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This is the slide subtitle </a:t>
            </a:r>
            <a:br>
              <a:rPr lang="en-US" dirty="0"/>
            </a:br>
            <a:r>
              <a:rPr lang="en-US" dirty="0"/>
              <a:t>in 2 lines</a:t>
            </a:r>
            <a:endParaRPr lang="fr-FR" dirty="0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ACB4822F-60F5-4636-8BEA-DFCBA917B5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accent2"/>
                </a:solidFill>
              </a:defRPr>
            </a:lvl1pPr>
          </a:lstStyle>
          <a:p>
            <a:fld id="{BF1B1A97-C4B5-4327-9AB1-B2F3BC5E5673}" type="datetime4">
              <a:rPr lang="fr-FR" smtClean="0"/>
              <a:t>3 novembre 2025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364790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ront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270" imgH="270" progId="TCLayout.ActiveDocument.1">
                  <p:embed/>
                </p:oleObj>
              </mc:Choice>
              <mc:Fallback>
                <p:oleObj name="Diapositive think-cell" r:id="rId3" imgW="270" imgH="270" progId="TCLayout.ActiveDocument.1">
                  <p:embed/>
                  <p:pic>
                    <p:nvPicPr>
                      <p:cNvPr id="11" name="Object 10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2"/>
          <p:cNvSpPr>
            <a:spLocks noChangeArrowheads="1"/>
          </p:cNvSpPr>
          <p:nvPr userDrawn="1"/>
        </p:nvSpPr>
        <p:spPr bwMode="auto">
          <a:xfrm>
            <a:off x="0" y="1457325"/>
            <a:ext cx="12192000" cy="42402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5389566"/>
            <a:ext cx="8534400" cy="307975"/>
          </a:xfrm>
        </p:spPr>
        <p:txBody>
          <a:bodyPr>
            <a:noAutofit/>
          </a:bodyPr>
          <a:lstStyle>
            <a:lvl1pPr marL="0" indent="0" algn="l">
              <a:buNone/>
              <a:defRPr sz="1200" b="0">
                <a:solidFill>
                  <a:schemeClr val="accent4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fr-FR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0"/>
          </p:nvPr>
        </p:nvSpPr>
        <p:spPr>
          <a:xfrm>
            <a:off x="719669" y="6303972"/>
            <a:ext cx="3155951" cy="237269"/>
          </a:xfrm>
        </p:spPr>
        <p:txBody>
          <a:bodyPr anchor="ctr">
            <a:normAutofit/>
          </a:bodyPr>
          <a:lstStyle>
            <a:lvl1pPr marL="0" indent="0" algn="l">
              <a:buFontTx/>
              <a:buNone/>
              <a:defRPr sz="100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8" y="2682875"/>
            <a:ext cx="10680923" cy="1046162"/>
          </a:xfrm>
        </p:spPr>
        <p:txBody>
          <a:bodyPr anchor="t">
            <a:noAutofit/>
          </a:bodyPr>
          <a:lstStyle>
            <a:lvl1pPr algn="l">
              <a:defRPr sz="29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fr-FR" dirty="0"/>
          </a:p>
        </p:txBody>
      </p:sp>
      <p:cxnSp>
        <p:nvCxnSpPr>
          <p:cNvPr id="8" name="Connecteur droit 9"/>
          <p:cNvCxnSpPr>
            <a:cxnSpLocks noChangeShapeType="1"/>
          </p:cNvCxnSpPr>
          <p:nvPr userDrawn="1"/>
        </p:nvCxnSpPr>
        <p:spPr bwMode="auto">
          <a:xfrm>
            <a:off x="0" y="1423892"/>
            <a:ext cx="12192000" cy="0"/>
          </a:xfrm>
          <a:prstGeom prst="line">
            <a:avLst/>
          </a:prstGeom>
          <a:noFill/>
          <a:ln w="76200" cmpd="sng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3" name="Picture 16" descr="CA_filial_cartouch_rvb"/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75200" y="-1"/>
            <a:ext cx="2641600" cy="1286359"/>
          </a:xfrm>
          <a:prstGeom prst="rect">
            <a:avLst/>
          </a:prstGeom>
          <a:noFill/>
          <a:ln>
            <a:noFill/>
          </a:ln>
          <a:effectLst>
            <a:outerShdw blurRad="63500" dist="38099" dir="4499982" algn="ctr" rotWithShape="0">
              <a:srgbClr val="0000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Image 1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0087" y="6182163"/>
            <a:ext cx="3833757" cy="365069"/>
          </a:xfrm>
          <a:prstGeom prst="rect">
            <a:avLst/>
          </a:prstGeom>
        </p:spPr>
      </p:pic>
      <p:pic>
        <p:nvPicPr>
          <p:cNvPr id="14" name="Picture 60" descr="C:\Users\UT22W5\Desktop\logo.png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2136" y="5942681"/>
            <a:ext cx="1224869" cy="679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808931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522" y="337363"/>
            <a:ext cx="10245969" cy="446276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cxnSp>
        <p:nvCxnSpPr>
          <p:cNvPr id="3" name="Connecteur droit 12"/>
          <p:cNvCxnSpPr>
            <a:cxnSpLocks noChangeShapeType="1"/>
          </p:cNvCxnSpPr>
          <p:nvPr userDrawn="1">
            <p:custDataLst>
              <p:tags r:id="rId1"/>
            </p:custDataLst>
          </p:nvPr>
        </p:nvCxnSpPr>
        <p:spPr bwMode="auto">
          <a:xfrm>
            <a:off x="0" y="887271"/>
            <a:ext cx="12192000" cy="0"/>
          </a:xfrm>
          <a:prstGeom prst="line">
            <a:avLst/>
          </a:prstGeom>
          <a:noFill/>
          <a:ln w="76200" cmpd="sng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105073336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ransi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5" imgW="270" imgH="270" progId="TCLayout.ActiveDocument.1">
                  <p:embed/>
                </p:oleObj>
              </mc:Choice>
              <mc:Fallback>
                <p:oleObj name="Diapositive think-cell" r:id="rId5" imgW="270" imgH="270" progId="TCLayout.ActiveDocument.1">
                  <p:embed/>
                  <p:pic>
                    <p:nvPicPr>
                      <p:cNvPr id="10" name="Object 9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12"/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887271"/>
            <a:ext cx="12192000" cy="4810268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016557" y="2318084"/>
            <a:ext cx="10363200" cy="1948642"/>
          </a:xfrm>
        </p:spPr>
        <p:txBody>
          <a:bodyPr anchor="ctr" anchorCtr="0">
            <a:noAutofit/>
          </a:bodyPr>
          <a:lstStyle>
            <a:lvl1pPr algn="l">
              <a:defRPr sz="3200" b="1" cap="none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fr-FR" dirty="0"/>
          </a:p>
        </p:txBody>
      </p:sp>
      <p:cxnSp>
        <p:nvCxnSpPr>
          <p:cNvPr id="11" name="Connecteur droit 12"/>
          <p:cNvCxnSpPr>
            <a:cxnSpLocks noChangeShapeType="1"/>
          </p:cNvCxnSpPr>
          <p:nvPr userDrawn="1"/>
        </p:nvCxnSpPr>
        <p:spPr bwMode="auto">
          <a:xfrm>
            <a:off x="0" y="887271"/>
            <a:ext cx="12192000" cy="0"/>
          </a:xfrm>
          <a:prstGeom prst="line">
            <a:avLst/>
          </a:prstGeom>
          <a:noFill/>
          <a:ln w="76200" cmpd="sng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446493948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522" y="337363"/>
            <a:ext cx="10245969" cy="446276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cxnSp>
        <p:nvCxnSpPr>
          <p:cNvPr id="3" name="Connecteur droit 12"/>
          <p:cNvCxnSpPr>
            <a:cxnSpLocks noChangeShapeType="1"/>
          </p:cNvCxnSpPr>
          <p:nvPr userDrawn="1">
            <p:custDataLst>
              <p:tags r:id="rId1"/>
            </p:custDataLst>
          </p:nvPr>
        </p:nvCxnSpPr>
        <p:spPr bwMode="auto">
          <a:xfrm>
            <a:off x="0" y="887271"/>
            <a:ext cx="12192000" cy="0"/>
          </a:xfrm>
          <a:prstGeom prst="line">
            <a:avLst/>
          </a:prstGeom>
          <a:noFill/>
          <a:ln w="76200" cmpd="sng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Espace réservé du texte 7"/>
          <p:cNvSpPr>
            <a:spLocks noGrp="1"/>
          </p:cNvSpPr>
          <p:nvPr>
            <p:ph type="body" sz="quarter" idx="12"/>
          </p:nvPr>
        </p:nvSpPr>
        <p:spPr>
          <a:xfrm>
            <a:off x="427568" y="66392"/>
            <a:ext cx="10245923" cy="271746"/>
          </a:xfrm>
        </p:spPr>
        <p:txBody>
          <a:bodyPr/>
          <a:lstStyle>
            <a:lvl1pPr>
              <a:defRPr sz="1400" b="0">
                <a:solidFill>
                  <a:schemeClr val="accent1"/>
                </a:solidFill>
              </a:defRPr>
            </a:lvl1pPr>
            <a:lvl2pPr>
              <a:defRPr sz="1051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761872516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270" imgH="270" progId="TCLayout.ActiveDocument.1">
                  <p:embed/>
                </p:oleObj>
              </mc:Choice>
              <mc:Fallback>
                <p:oleObj name="Diapositive think-cell" r:id="rId3" imgW="270" imgH="270" progId="TCLayout.ActiveDocument.1">
                  <p:embed/>
                  <p:pic>
                    <p:nvPicPr>
                      <p:cNvPr id="12" name="Object 1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12"/>
          <p:cNvSpPr>
            <a:spLocks noChangeArrowheads="1"/>
          </p:cNvSpPr>
          <p:nvPr userDrawn="1"/>
        </p:nvSpPr>
        <p:spPr bwMode="auto">
          <a:xfrm>
            <a:off x="0" y="904709"/>
            <a:ext cx="12192000" cy="4821404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fr-FR" sz="1800" dirty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7852" y="217707"/>
            <a:ext cx="10972800" cy="446276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fr-FR" dirty="0"/>
          </a:p>
        </p:txBody>
      </p:sp>
      <p:cxnSp>
        <p:nvCxnSpPr>
          <p:cNvPr id="9" name="Connecteur droit 12"/>
          <p:cNvCxnSpPr>
            <a:cxnSpLocks noChangeShapeType="1"/>
          </p:cNvCxnSpPr>
          <p:nvPr userDrawn="1"/>
        </p:nvCxnSpPr>
        <p:spPr bwMode="auto">
          <a:xfrm>
            <a:off x="0" y="887271"/>
            <a:ext cx="12192000" cy="0"/>
          </a:xfrm>
          <a:prstGeom prst="line">
            <a:avLst/>
          </a:prstGeom>
          <a:noFill/>
          <a:ln w="76200" cmpd="sng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Espace réservé du contenu 4"/>
          <p:cNvSpPr>
            <a:spLocks noGrp="1"/>
          </p:cNvSpPr>
          <p:nvPr>
            <p:ph sz="quarter" idx="10"/>
          </p:nvPr>
        </p:nvSpPr>
        <p:spPr>
          <a:xfrm>
            <a:off x="438151" y="1812563"/>
            <a:ext cx="10972800" cy="3243986"/>
          </a:xfrm>
        </p:spPr>
        <p:txBody>
          <a:bodyPr anchor="ctr" anchorCtr="0"/>
          <a:lstStyle>
            <a:lvl1pPr marL="446077" indent="-446077">
              <a:buClr>
                <a:schemeClr val="accent1"/>
              </a:buClr>
              <a:buFont typeface="+mj-lt"/>
              <a:buAutoNum type="arabicPeriod"/>
              <a:tabLst/>
              <a:defRPr b="0"/>
            </a:lvl1pPr>
            <a:lvl2pPr marL="717533" indent="-182558">
              <a:tabLst/>
              <a:defRPr b="0">
                <a:solidFill>
                  <a:schemeClr val="accent4"/>
                </a:solidFill>
              </a:defRPr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25740920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cxnSp>
        <p:nvCxnSpPr>
          <p:cNvPr id="3" name="Connecteur droit 12"/>
          <p:cNvCxnSpPr>
            <a:cxnSpLocks noChangeShapeType="1"/>
          </p:cNvCxnSpPr>
          <p:nvPr userDrawn="1">
            <p:custDataLst>
              <p:tags r:id="rId1"/>
            </p:custDataLst>
          </p:nvPr>
        </p:nvCxnSpPr>
        <p:spPr bwMode="auto">
          <a:xfrm>
            <a:off x="0" y="887271"/>
            <a:ext cx="12192000" cy="0"/>
          </a:xfrm>
          <a:prstGeom prst="line">
            <a:avLst/>
          </a:prstGeom>
          <a:noFill/>
          <a:ln w="76200" cmpd="sng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Espace réservé du pied de page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Internal use only (Confidential C2)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0244150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522" y="337363"/>
            <a:ext cx="10245828" cy="446276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cxnSp>
        <p:nvCxnSpPr>
          <p:cNvPr id="4" name="Connecteur droit 12"/>
          <p:cNvCxnSpPr>
            <a:cxnSpLocks noChangeShapeType="1"/>
          </p:cNvCxnSpPr>
          <p:nvPr userDrawn="1">
            <p:custDataLst>
              <p:tags r:id="rId1"/>
            </p:custDataLst>
          </p:nvPr>
        </p:nvCxnSpPr>
        <p:spPr bwMode="auto">
          <a:xfrm>
            <a:off x="0" y="887271"/>
            <a:ext cx="12192000" cy="0"/>
          </a:xfrm>
          <a:prstGeom prst="line">
            <a:avLst/>
          </a:prstGeom>
          <a:noFill/>
          <a:ln w="76200" cmpd="sng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338039793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47B2EE8-3A6A-6F4E-924D-906B29354BF1}"/>
              </a:ext>
            </a:extLst>
          </p:cNvPr>
          <p:cNvSpPr/>
          <p:nvPr userDrawn="1"/>
        </p:nvSpPr>
        <p:spPr>
          <a:xfrm>
            <a:off x="1" y="4"/>
            <a:ext cx="4079875" cy="680447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A0EB3A2-82A8-46C7-821A-D59837315B5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72000 w 9144000"/>
              <a:gd name="connsiteY0" fmla="*/ 83718 h 5143500"/>
              <a:gd name="connsiteX1" fmla="*/ 72000 w 9144000"/>
              <a:gd name="connsiteY1" fmla="*/ 4952999 h 5143500"/>
              <a:gd name="connsiteX2" fmla="*/ 9072000 w 9144000"/>
              <a:gd name="connsiteY2" fmla="*/ 4952999 h 5143500"/>
              <a:gd name="connsiteX3" fmla="*/ 9072000 w 9144000"/>
              <a:gd name="connsiteY3" fmla="*/ 83718 h 5143500"/>
              <a:gd name="connsiteX4" fmla="*/ 0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5143500 h 5143500"/>
              <a:gd name="connsiteX7" fmla="*/ 0 w 914400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72000" y="83718"/>
                </a:moveTo>
                <a:lnTo>
                  <a:pt x="72000" y="4952999"/>
                </a:lnTo>
                <a:lnTo>
                  <a:pt x="9072000" y="4952999"/>
                </a:lnTo>
                <a:lnTo>
                  <a:pt x="9072000" y="83718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00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ED52B5-4A68-4D02-9B01-877F2D0BE0C1}"/>
              </a:ext>
            </a:extLst>
          </p:cNvPr>
          <p:cNvSpPr/>
          <p:nvPr userDrawn="1"/>
        </p:nvSpPr>
        <p:spPr>
          <a:xfrm>
            <a:off x="3992723" y="2661666"/>
            <a:ext cx="174308" cy="1384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3AB8FB62-8EA0-4D4C-B72E-64C3B7B6F9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4240" y="2419135"/>
            <a:ext cx="2420239" cy="186936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7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 dirty="0"/>
              <a:t>#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3583E783-FAC1-41D7-99F2-9DC9B5F394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188" t="30067" r="6188" b="30067"/>
          <a:stretch/>
        </p:blipFill>
        <p:spPr>
          <a:xfrm>
            <a:off x="5436245" y="6667101"/>
            <a:ext cx="1319515" cy="137376"/>
          </a:xfrm>
          <a:prstGeom prst="rect">
            <a:avLst/>
          </a:prstGeom>
        </p:spPr>
      </p:pic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5D334C99-4C27-4D1B-9B2A-433FA3A5A5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DF2A4E-5F90-C745-89C4-BF2989B3C191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CF54D93-6E8D-7C48-B0D2-FCB63D80F4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F7AE22-34CD-4D7F-8928-9C8FB6DEED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1800" y="2334446"/>
            <a:ext cx="7169609" cy="1426031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lnSpc>
                <a:spcPts val="5200"/>
              </a:lnSpc>
              <a:defRPr sz="48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noProof="0" dirty="0"/>
              <a:t>Name of the </a:t>
            </a:r>
            <a:br>
              <a:rPr lang="en-US" noProof="0" dirty="0"/>
            </a:br>
            <a:r>
              <a:rPr lang="en-US" noProof="0" dirty="0"/>
              <a:t>section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34C3DBC-4FDD-47A3-8E9C-D03A390952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51800" y="3884739"/>
            <a:ext cx="7169613" cy="49244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307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Sub-title of the section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8C6D1690-3F06-453F-B62B-C5F166ACCB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accent2"/>
                </a:solidFill>
              </a:defRPr>
            </a:lvl1pPr>
          </a:lstStyle>
          <a:p>
            <a:fld id="{A928F250-FA79-49A6-946C-26E92A114969}" type="datetime4">
              <a:rPr lang="fr-FR" smtClean="0"/>
              <a:t>3 novembre 2025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8077319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F874173-1FED-4915-911C-064B5E8A383E}"/>
              </a:ext>
            </a:extLst>
          </p:cNvPr>
          <p:cNvSpPr/>
          <p:nvPr userDrawn="1"/>
        </p:nvSpPr>
        <p:spPr>
          <a:xfrm>
            <a:off x="1" y="4"/>
            <a:ext cx="4079875" cy="6804477"/>
          </a:xfrm>
          <a:prstGeom prst="rect">
            <a:avLst/>
          </a:prstGeom>
          <a:solidFill>
            <a:srgbClr val="F885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0EA0DA-0C8C-4440-86AA-172EDE76E2D2}"/>
              </a:ext>
            </a:extLst>
          </p:cNvPr>
          <p:cNvSpPr/>
          <p:nvPr userDrawn="1"/>
        </p:nvSpPr>
        <p:spPr>
          <a:xfrm>
            <a:off x="3992723" y="2661666"/>
            <a:ext cx="174308" cy="1384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F2517460-A0D0-41B6-A31C-1EB767959B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4240" y="2419135"/>
            <a:ext cx="2420239" cy="186936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7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D4E9514-F884-4762-AF15-49CFED242A0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72000 w 9144000"/>
              <a:gd name="connsiteY0" fmla="*/ 83718 h 5143500"/>
              <a:gd name="connsiteX1" fmla="*/ 72000 w 9144000"/>
              <a:gd name="connsiteY1" fmla="*/ 4952999 h 5143500"/>
              <a:gd name="connsiteX2" fmla="*/ 9072000 w 9144000"/>
              <a:gd name="connsiteY2" fmla="*/ 4952999 h 5143500"/>
              <a:gd name="connsiteX3" fmla="*/ 9072000 w 9144000"/>
              <a:gd name="connsiteY3" fmla="*/ 83718 h 5143500"/>
              <a:gd name="connsiteX4" fmla="*/ 0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5143500 h 5143500"/>
              <a:gd name="connsiteX7" fmla="*/ 0 w 914400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72000" y="83718"/>
                </a:moveTo>
                <a:lnTo>
                  <a:pt x="72000" y="4952999"/>
                </a:lnTo>
                <a:lnTo>
                  <a:pt x="9072000" y="4952999"/>
                </a:lnTo>
                <a:lnTo>
                  <a:pt x="9072000" y="83718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00" noProof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1E0E5F2-D920-42AD-9EA9-701AA6DCFF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188" t="30067" r="6188" b="30067"/>
          <a:stretch/>
        </p:blipFill>
        <p:spPr>
          <a:xfrm>
            <a:off x="5436245" y="6667101"/>
            <a:ext cx="1319515" cy="137376"/>
          </a:xfrm>
          <a:prstGeom prst="rect">
            <a:avLst/>
          </a:prstGeom>
        </p:spPr>
      </p:pic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9B05C673-578B-4CB8-946E-3FAE37BDF3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2C8F7B-F898-E94A-88B5-A8451FDC1685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D7486E9-26C0-514E-83DA-8A7E3270D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9D840433-AC0E-42E3-8D4A-9DBC4C1DCF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51800" y="3884739"/>
            <a:ext cx="7169613" cy="49244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307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Sub-title of the section</a:t>
            </a:r>
          </a:p>
        </p:txBody>
      </p:sp>
      <p:sp>
        <p:nvSpPr>
          <p:cNvPr id="18" name="Title 2">
            <a:extLst>
              <a:ext uri="{FF2B5EF4-FFF2-40B4-BE49-F238E27FC236}">
                <a16:creationId xmlns:a16="http://schemas.microsoft.com/office/drawing/2014/main" id="{F1D6265E-C2F9-461B-9A96-06E157FEB5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1800" y="2334446"/>
            <a:ext cx="7169609" cy="1426031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lnSpc>
                <a:spcPts val="5200"/>
              </a:lnSpc>
              <a:defRPr sz="48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noProof="0" dirty="0"/>
              <a:t>Name of the </a:t>
            </a:r>
            <a:br>
              <a:rPr lang="en-US" noProof="0" dirty="0"/>
            </a:br>
            <a:r>
              <a:rPr lang="en-US" noProof="0" dirty="0"/>
              <a:t>section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6055FF3C-AB4F-4D31-B776-99A172DDF8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accent2"/>
                </a:solidFill>
              </a:defRPr>
            </a:lvl1pPr>
          </a:lstStyle>
          <a:p>
            <a:fld id="{4B592EB3-D748-4ABB-B128-43CCB15BC311}" type="datetime4">
              <a:rPr lang="fr-FR" smtClean="0"/>
              <a:t>3 novembre 2025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0652654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956EA80-F614-489A-BC61-62CA8692A161}"/>
              </a:ext>
            </a:extLst>
          </p:cNvPr>
          <p:cNvSpPr/>
          <p:nvPr userDrawn="1"/>
        </p:nvSpPr>
        <p:spPr>
          <a:xfrm>
            <a:off x="1" y="2"/>
            <a:ext cx="4079875" cy="6804479"/>
          </a:xfrm>
          <a:prstGeom prst="rect">
            <a:avLst/>
          </a:prstGeom>
          <a:solidFill>
            <a:srgbClr val="C8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6459DF9-77B7-4CB4-A0C9-A7AE571DF14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72000 w 9144000"/>
              <a:gd name="connsiteY0" fmla="*/ 83718 h 5143500"/>
              <a:gd name="connsiteX1" fmla="*/ 72000 w 9144000"/>
              <a:gd name="connsiteY1" fmla="*/ 4952999 h 5143500"/>
              <a:gd name="connsiteX2" fmla="*/ 9072000 w 9144000"/>
              <a:gd name="connsiteY2" fmla="*/ 4952999 h 5143500"/>
              <a:gd name="connsiteX3" fmla="*/ 9072000 w 9144000"/>
              <a:gd name="connsiteY3" fmla="*/ 83718 h 5143500"/>
              <a:gd name="connsiteX4" fmla="*/ 0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5143500 h 5143500"/>
              <a:gd name="connsiteX7" fmla="*/ 0 w 914400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72000" y="83718"/>
                </a:moveTo>
                <a:lnTo>
                  <a:pt x="72000" y="4952999"/>
                </a:lnTo>
                <a:lnTo>
                  <a:pt x="9072000" y="4952999"/>
                </a:lnTo>
                <a:lnTo>
                  <a:pt x="9072000" y="83718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00" noProof="0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4CC06624-FF40-4FDC-8BD9-B8A8BC909C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188" t="30067" r="6188" b="30067"/>
          <a:stretch/>
        </p:blipFill>
        <p:spPr>
          <a:xfrm>
            <a:off x="5436245" y="6667101"/>
            <a:ext cx="1319515" cy="137376"/>
          </a:xfrm>
          <a:prstGeom prst="rect">
            <a:avLst/>
          </a:prstGeom>
        </p:spPr>
      </p:pic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41000B73-08C1-4C30-9C5C-F5C2FBFADA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680B98-04A5-E049-9CB8-BDF87BD74D3D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7A14F0BE-9611-144B-98BB-2FF5FC4491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D4201A-014E-4192-BDA3-DC81FED838D2}"/>
              </a:ext>
            </a:extLst>
          </p:cNvPr>
          <p:cNvSpPr/>
          <p:nvPr userDrawn="1"/>
        </p:nvSpPr>
        <p:spPr>
          <a:xfrm>
            <a:off x="3992723" y="2661666"/>
            <a:ext cx="174308" cy="1384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8E52ADAC-EE8C-4BE7-8FF9-7A052B4A329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4240" y="2419135"/>
            <a:ext cx="2420239" cy="186936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7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9FFE46DE-477B-432A-A25A-0F6933CA25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51800" y="3884739"/>
            <a:ext cx="7169613" cy="49244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307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Sub-title of the section</a:t>
            </a:r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F88DF4C5-4566-45D4-8269-61CFDF0B0D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1800" y="2334446"/>
            <a:ext cx="7169609" cy="1426031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lnSpc>
                <a:spcPts val="5200"/>
              </a:lnSpc>
              <a:defRPr sz="48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noProof="0"/>
              <a:t>Name of the </a:t>
            </a:r>
            <a:br>
              <a:rPr lang="en-US" noProof="0"/>
            </a:br>
            <a:r>
              <a:rPr lang="en-US" noProof="0"/>
              <a:t>section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BD14C2AC-02F9-4B4B-AC68-1B94C00A75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accent2"/>
                </a:solidFill>
              </a:defRPr>
            </a:lvl1pPr>
          </a:lstStyle>
          <a:p>
            <a:fld id="{C4FCC7B2-87E4-44B5-A9E5-BB4A000BF743}" type="datetime4">
              <a:rPr lang="fr-FR" smtClean="0"/>
              <a:t>3 novembre 2025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3728893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AA72141-54DA-44DC-B290-30AA9641F502}"/>
              </a:ext>
            </a:extLst>
          </p:cNvPr>
          <p:cNvSpPr/>
          <p:nvPr userDrawn="1"/>
        </p:nvSpPr>
        <p:spPr>
          <a:xfrm>
            <a:off x="1" y="-1"/>
            <a:ext cx="4079875" cy="6821289"/>
          </a:xfrm>
          <a:prstGeom prst="rect">
            <a:avLst/>
          </a:prstGeom>
          <a:solidFill>
            <a:srgbClr val="2982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6136BC0-4177-4866-8693-48E494ABBE5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72000 w 9144000"/>
              <a:gd name="connsiteY0" fmla="*/ 83718 h 5143500"/>
              <a:gd name="connsiteX1" fmla="*/ 72000 w 9144000"/>
              <a:gd name="connsiteY1" fmla="*/ 4952999 h 5143500"/>
              <a:gd name="connsiteX2" fmla="*/ 9072000 w 9144000"/>
              <a:gd name="connsiteY2" fmla="*/ 4952999 h 5143500"/>
              <a:gd name="connsiteX3" fmla="*/ 9072000 w 9144000"/>
              <a:gd name="connsiteY3" fmla="*/ 83718 h 5143500"/>
              <a:gd name="connsiteX4" fmla="*/ 0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5143500 h 5143500"/>
              <a:gd name="connsiteX7" fmla="*/ 0 w 914400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72000" y="83718"/>
                </a:moveTo>
                <a:lnTo>
                  <a:pt x="72000" y="4952999"/>
                </a:lnTo>
                <a:lnTo>
                  <a:pt x="9072000" y="4952999"/>
                </a:lnTo>
                <a:lnTo>
                  <a:pt x="9072000" y="83718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00" noProof="0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DFC0A3BA-3488-4E5F-A13D-E329FB443E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188" t="30067" r="6188" b="30067"/>
          <a:stretch/>
        </p:blipFill>
        <p:spPr>
          <a:xfrm>
            <a:off x="5436245" y="6667101"/>
            <a:ext cx="1319515" cy="137376"/>
          </a:xfrm>
          <a:prstGeom prst="rect">
            <a:avLst/>
          </a:prstGeom>
        </p:spPr>
      </p:pic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349FB7CA-1B0F-4091-9336-52F6F98490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A59354-A21A-3F4F-AC90-E43C090325B0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2D70641-DE97-4B47-80B8-3EF93B02A0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E6BA53-71BF-48AF-8F93-1C80876AB4AD}"/>
              </a:ext>
            </a:extLst>
          </p:cNvPr>
          <p:cNvSpPr/>
          <p:nvPr userDrawn="1"/>
        </p:nvSpPr>
        <p:spPr>
          <a:xfrm>
            <a:off x="3992723" y="2661666"/>
            <a:ext cx="174308" cy="1384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448C6DD2-980D-4240-BA18-997E81BE4D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4240" y="2419135"/>
            <a:ext cx="2420239" cy="186936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7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BD04C0A3-13F8-44D5-829C-3809DF14BCC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51800" y="3884739"/>
            <a:ext cx="7169613" cy="49244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307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Sub-title of the section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49D928E3-8F56-47FF-8A98-F14BDDE38F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1800" y="2334446"/>
            <a:ext cx="7169609" cy="1426031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lnSpc>
                <a:spcPts val="5200"/>
              </a:lnSpc>
              <a:defRPr sz="48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noProof="0"/>
              <a:t>Name of the </a:t>
            </a:r>
            <a:br>
              <a:rPr lang="en-US" noProof="0"/>
            </a:br>
            <a:r>
              <a:rPr lang="en-US" noProof="0"/>
              <a:t>section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9F07E2EB-4EF2-4CCA-B17E-225FE38212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accent2"/>
                </a:solidFill>
              </a:defRPr>
            </a:lvl1pPr>
          </a:lstStyle>
          <a:p>
            <a:fld id="{BCFCF832-8D3A-4AFF-B468-4D3E972331B7}" type="datetime4">
              <a:rPr lang="fr-FR" smtClean="0"/>
              <a:t>3 novembre 2025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65553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27857E0-E38A-4B82-822C-6D622DF9F1EF}"/>
              </a:ext>
            </a:extLst>
          </p:cNvPr>
          <p:cNvSpPr/>
          <p:nvPr userDrawn="1"/>
        </p:nvSpPr>
        <p:spPr>
          <a:xfrm>
            <a:off x="1" y="-1"/>
            <a:ext cx="4079875" cy="6821289"/>
          </a:xfrm>
          <a:prstGeom prst="rect">
            <a:avLst/>
          </a:prstGeom>
          <a:solidFill>
            <a:srgbClr val="3595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75CC59F-C3B4-4A9E-8E0B-440B85EFEAF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72000 w 9144000"/>
              <a:gd name="connsiteY0" fmla="*/ 83718 h 5143500"/>
              <a:gd name="connsiteX1" fmla="*/ 72000 w 9144000"/>
              <a:gd name="connsiteY1" fmla="*/ 4952999 h 5143500"/>
              <a:gd name="connsiteX2" fmla="*/ 9072000 w 9144000"/>
              <a:gd name="connsiteY2" fmla="*/ 4952999 h 5143500"/>
              <a:gd name="connsiteX3" fmla="*/ 9072000 w 9144000"/>
              <a:gd name="connsiteY3" fmla="*/ 83718 h 5143500"/>
              <a:gd name="connsiteX4" fmla="*/ 0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5143500 h 5143500"/>
              <a:gd name="connsiteX7" fmla="*/ 0 w 914400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72000" y="83718"/>
                </a:moveTo>
                <a:lnTo>
                  <a:pt x="72000" y="4952999"/>
                </a:lnTo>
                <a:lnTo>
                  <a:pt x="9072000" y="4952999"/>
                </a:lnTo>
                <a:lnTo>
                  <a:pt x="9072000" y="83718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00" noProof="0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A1224F6E-C6A1-45CB-AFBC-A2BB8236B3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188" t="30067" r="6188" b="30067"/>
          <a:stretch/>
        </p:blipFill>
        <p:spPr>
          <a:xfrm>
            <a:off x="5436245" y="6667101"/>
            <a:ext cx="1319515" cy="137376"/>
          </a:xfrm>
          <a:prstGeom prst="rect">
            <a:avLst/>
          </a:prstGeom>
        </p:spPr>
      </p:pic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E25B54C5-41AF-4390-BFAB-2B1DEB9E8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BC6243-6499-2A49-8D36-03248EC980ED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3BFC67B0-8A1C-F047-9174-9A92F6F57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943B14-585D-4D97-A229-4825F6E874D0}"/>
              </a:ext>
            </a:extLst>
          </p:cNvPr>
          <p:cNvSpPr/>
          <p:nvPr userDrawn="1"/>
        </p:nvSpPr>
        <p:spPr>
          <a:xfrm>
            <a:off x="3992723" y="2661666"/>
            <a:ext cx="174308" cy="1384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6F530CF9-2718-4C50-9DF2-AD4FFFEE03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4240" y="2419135"/>
            <a:ext cx="2420239" cy="186936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7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26C30686-F3E1-4F24-BB02-DBEC44D083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51800" y="3884739"/>
            <a:ext cx="7169613" cy="49244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307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Sub-title of the section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E9200AB2-2DC7-4458-A00A-012F64EAA4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1802" y="2334446"/>
            <a:ext cx="7169609" cy="1426031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lnSpc>
                <a:spcPts val="5200"/>
              </a:lnSpc>
              <a:defRPr sz="48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noProof="0" dirty="0"/>
              <a:t>Name of the </a:t>
            </a:r>
            <a:br>
              <a:rPr lang="en-US" noProof="0" dirty="0"/>
            </a:br>
            <a:r>
              <a:rPr lang="en-US" noProof="0" dirty="0"/>
              <a:t>section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978D9031-6D0D-4F0A-B6CA-1C4C834E49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accent2"/>
                </a:solidFill>
              </a:defRPr>
            </a:lvl1pPr>
          </a:lstStyle>
          <a:p>
            <a:fld id="{FF074859-9253-4687-8C1A-5D8DEF16C666}" type="datetime4">
              <a:rPr lang="fr-FR" smtClean="0"/>
              <a:t>3 novembre 2025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1782201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2FE9775-2918-4FDC-8AB1-98A799AD9280}"/>
              </a:ext>
            </a:extLst>
          </p:cNvPr>
          <p:cNvSpPr/>
          <p:nvPr userDrawn="1"/>
        </p:nvSpPr>
        <p:spPr>
          <a:xfrm>
            <a:off x="1" y="-2"/>
            <a:ext cx="4079875" cy="6787859"/>
          </a:xfrm>
          <a:prstGeom prst="rect">
            <a:avLst/>
          </a:prstGeom>
          <a:solidFill>
            <a:srgbClr val="7A3B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ABA3B04-A729-4638-B054-8E82CA2849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72000 w 9144000"/>
              <a:gd name="connsiteY0" fmla="*/ 83718 h 5143500"/>
              <a:gd name="connsiteX1" fmla="*/ 72000 w 9144000"/>
              <a:gd name="connsiteY1" fmla="*/ 4952999 h 5143500"/>
              <a:gd name="connsiteX2" fmla="*/ 9072000 w 9144000"/>
              <a:gd name="connsiteY2" fmla="*/ 4952999 h 5143500"/>
              <a:gd name="connsiteX3" fmla="*/ 9072000 w 9144000"/>
              <a:gd name="connsiteY3" fmla="*/ 83718 h 5143500"/>
              <a:gd name="connsiteX4" fmla="*/ 0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5143500 h 5143500"/>
              <a:gd name="connsiteX7" fmla="*/ 0 w 914400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72000" y="83718"/>
                </a:moveTo>
                <a:lnTo>
                  <a:pt x="72000" y="4952999"/>
                </a:lnTo>
                <a:lnTo>
                  <a:pt x="9072000" y="4952999"/>
                </a:lnTo>
                <a:lnTo>
                  <a:pt x="9072000" y="83718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00" noProof="0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4D802188-4157-4F11-8141-8EC6E87594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188" t="30067" r="6188" b="30067"/>
          <a:stretch/>
        </p:blipFill>
        <p:spPr>
          <a:xfrm>
            <a:off x="5436245" y="6667101"/>
            <a:ext cx="1319515" cy="137376"/>
          </a:xfrm>
          <a:prstGeom prst="rect">
            <a:avLst/>
          </a:prstGeom>
        </p:spPr>
      </p:pic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4FCA93F6-10BD-4B7C-AB28-7AA17F814F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C9E945-E9D7-274F-9345-5410638C26E0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6B1BA06-22DD-E848-ADA0-CB9ADE50F9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D41BA9-B606-4A63-A690-CDF094E5B792}"/>
              </a:ext>
            </a:extLst>
          </p:cNvPr>
          <p:cNvSpPr/>
          <p:nvPr userDrawn="1"/>
        </p:nvSpPr>
        <p:spPr>
          <a:xfrm>
            <a:off x="3992723" y="2661666"/>
            <a:ext cx="174308" cy="1384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5EF8F5B-CBA4-417B-A3AE-1CFC77F680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4240" y="2419135"/>
            <a:ext cx="2420239" cy="186936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7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 dirty="0"/>
              <a:t>#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02E98C07-D328-4F09-85CF-E2C0A74BAF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51800" y="3884739"/>
            <a:ext cx="7169613" cy="49244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307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Sub-title of the section</a:t>
            </a:r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7157B258-1EA9-4435-8A62-6652B384E8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1800" y="2334446"/>
            <a:ext cx="7169609" cy="1426031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lnSpc>
                <a:spcPts val="5200"/>
              </a:lnSpc>
              <a:defRPr sz="48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noProof="0"/>
              <a:t>Name of the </a:t>
            </a:r>
            <a:br>
              <a:rPr lang="en-US" noProof="0"/>
            </a:br>
            <a:r>
              <a:rPr lang="en-US" noProof="0"/>
              <a:t>section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E29AA548-DBF0-404C-B341-8C64672F03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accent2"/>
                </a:solidFill>
              </a:defRPr>
            </a:lvl1pPr>
          </a:lstStyle>
          <a:p>
            <a:fld id="{575CED0C-EB74-46D6-BBB4-C29FE08484DE}" type="datetime4">
              <a:rPr lang="fr-FR" smtClean="0"/>
              <a:t>3 novembre 2025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624233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B490557-990D-4B21-A4FD-E68CFD7FC7B4}"/>
              </a:ext>
            </a:extLst>
          </p:cNvPr>
          <p:cNvSpPr/>
          <p:nvPr userDrawn="1"/>
        </p:nvSpPr>
        <p:spPr>
          <a:xfrm>
            <a:off x="1" y="-1"/>
            <a:ext cx="4079875" cy="6821289"/>
          </a:xfrm>
          <a:prstGeom prst="rect">
            <a:avLst/>
          </a:prstGeom>
          <a:solidFill>
            <a:srgbClr val="FFCC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E7874D0-80EC-42D5-B0C4-354A736791F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72000 w 9144000"/>
              <a:gd name="connsiteY0" fmla="*/ 83718 h 5143500"/>
              <a:gd name="connsiteX1" fmla="*/ 72000 w 9144000"/>
              <a:gd name="connsiteY1" fmla="*/ 4952999 h 5143500"/>
              <a:gd name="connsiteX2" fmla="*/ 9072000 w 9144000"/>
              <a:gd name="connsiteY2" fmla="*/ 4952999 h 5143500"/>
              <a:gd name="connsiteX3" fmla="*/ 9072000 w 9144000"/>
              <a:gd name="connsiteY3" fmla="*/ 83718 h 5143500"/>
              <a:gd name="connsiteX4" fmla="*/ 0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5143500 h 5143500"/>
              <a:gd name="connsiteX7" fmla="*/ 0 w 914400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72000" y="83718"/>
                </a:moveTo>
                <a:lnTo>
                  <a:pt x="72000" y="4952999"/>
                </a:lnTo>
                <a:lnTo>
                  <a:pt x="9072000" y="4952999"/>
                </a:lnTo>
                <a:lnTo>
                  <a:pt x="9072000" y="83718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00" noProof="0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62BCFBE6-6F8F-48EA-893C-1506E1C87F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188" t="30067" r="6188" b="30067"/>
          <a:stretch/>
        </p:blipFill>
        <p:spPr>
          <a:xfrm>
            <a:off x="5436245" y="6667101"/>
            <a:ext cx="1319515" cy="137376"/>
          </a:xfrm>
          <a:prstGeom prst="rect">
            <a:avLst/>
          </a:prstGeom>
        </p:spPr>
      </p:pic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EC561E0D-4C42-4824-9101-38759BF393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604" y="6675006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Internal use only (Confidential C2)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2DF038-7029-3449-8866-CE137CB82B7D}"/>
              </a:ext>
            </a:extLst>
          </p:cNvPr>
          <p:cNvSpPr/>
          <p:nvPr userDrawn="1"/>
        </p:nvSpPr>
        <p:spPr>
          <a:xfrm>
            <a:off x="11839788" y="6604001"/>
            <a:ext cx="256213" cy="25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82CA497-552C-4442-AEDA-176F2DF29F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9789" y="6640708"/>
            <a:ext cx="256215" cy="1805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>
                <a:solidFill>
                  <a:schemeClr val="bg1"/>
                </a:solidFill>
              </a:defRPr>
            </a:lvl1pPr>
          </a:lstStyle>
          <a:p>
            <a:fld id="{C70FABBA-02DF-4A9E-92FC-1792F7C8A55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F9FC11-689E-498F-8823-3C5AD59EC702}"/>
              </a:ext>
            </a:extLst>
          </p:cNvPr>
          <p:cNvSpPr/>
          <p:nvPr userDrawn="1"/>
        </p:nvSpPr>
        <p:spPr>
          <a:xfrm>
            <a:off x="3992723" y="2661666"/>
            <a:ext cx="174308" cy="1384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noProof="0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F8B36E8F-E80D-4C8D-8E92-EC59FED6BEB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4240" y="2419135"/>
            <a:ext cx="2420239" cy="186936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7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362C6A8A-D24E-4C18-897D-447D264F33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51800" y="3884739"/>
            <a:ext cx="7169613" cy="49244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307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Sub-title of the section</a:t>
            </a:r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DAB4D91C-EA0A-44DE-AA7F-E7F7AAA41E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1800" y="2334446"/>
            <a:ext cx="7169609" cy="1426031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lnSpc>
                <a:spcPts val="5200"/>
              </a:lnSpc>
              <a:defRPr sz="48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noProof="0" dirty="0"/>
              <a:t>Name of the </a:t>
            </a:r>
            <a:br>
              <a:rPr lang="en-US" noProof="0" dirty="0"/>
            </a:br>
            <a:r>
              <a:rPr lang="en-US" noProof="0" dirty="0"/>
              <a:t>section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FF4831B4-D1FD-4636-8CAE-D01DD46E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0789" y="6675006"/>
            <a:ext cx="1143000" cy="1231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sz="800">
                <a:solidFill>
                  <a:schemeClr val="accent2"/>
                </a:solidFill>
              </a:defRPr>
            </a:lvl1pPr>
          </a:lstStyle>
          <a:p>
            <a:fld id="{2E933F90-06D2-4542-9D43-DA366EB3090E}" type="datetime4">
              <a:rPr lang="fr-FR" smtClean="0"/>
              <a:t>3 novembre 2025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27707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10" Type="http://schemas.openxmlformats.org/officeDocument/2006/relationships/theme" Target="../theme/theme5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2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31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10" Type="http://schemas.openxmlformats.org/officeDocument/2006/relationships/theme" Target="../theme/theme11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theme" Target="../theme/theme12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7011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65" r:id="rId2"/>
    <p:sldLayoutId id="2147483791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536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24" r:id="rId2"/>
  </p:sldLayoutIdLst>
  <p:hf hdr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4923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17" r:id="rId2"/>
    <p:sldLayoutId id="2147483719" r:id="rId3"/>
    <p:sldLayoutId id="2147483720" r:id="rId4"/>
    <p:sldLayoutId id="2147483721" r:id="rId5"/>
    <p:sldLayoutId id="2147483722" r:id="rId6"/>
    <p:sldLayoutId id="2147483723" r:id="rId7"/>
  </p:sldLayoutIdLst>
  <p:hf hdr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800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788" r:id="rId2"/>
  </p:sldLayoutIdLst>
  <p:hf hdr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0316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85" r:id="rId2"/>
    <p:sldLayoutId id="2147483768" r:id="rId3"/>
    <p:sldLayoutId id="2147483786" r:id="rId4"/>
    <p:sldLayoutId id="2147483769" r:id="rId5"/>
    <p:sldLayoutId id="2147483772" r:id="rId6"/>
    <p:sldLayoutId id="2147483775" r:id="rId7"/>
    <p:sldLayoutId id="2147483776" r:id="rId8"/>
    <p:sldLayoutId id="2147483777" r:id="rId9"/>
  </p:sldLayoutIdLst>
  <p:hf hdr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2324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782" r:id="rId2"/>
    <p:sldLayoutId id="2147483783" r:id="rId3"/>
    <p:sldLayoutId id="2147483784" r:id="rId4"/>
  </p:sldLayoutIdLst>
  <p:hf hdr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2255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25" r:id="rId2"/>
    <p:sldLayoutId id="2147483780" r:id="rId3"/>
  </p:sldLayoutIdLst>
  <p:hf hdr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7432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hf hdr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4465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6" r:id="rId2"/>
  </p:sldLayoutIdLst>
  <p:hf hdr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9251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87" r:id="rId2"/>
    <p:sldLayoutId id="2147483790" r:id="rId3"/>
  </p:sldLayoutIdLst>
  <p:hf hdr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7551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</p:sldLayoutIdLst>
  <p:hf hdr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730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</p:sldLayoutIdLst>
  <p:hf hdr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/>
          <p:cNvSpPr>
            <a:spLocks noGrp="1"/>
          </p:cNvSpPr>
          <p:nvPr>
            <p:ph type="body" sz="quarter" idx="15"/>
          </p:nvPr>
        </p:nvSpPr>
        <p:spPr>
          <a:xfrm>
            <a:off x="399194" y="1484004"/>
            <a:ext cx="10982325" cy="977403"/>
          </a:xfrm>
        </p:spPr>
        <p:txBody>
          <a:bodyPr/>
          <a:lstStyle/>
          <a:p>
            <a:r>
              <a:rPr lang="fr-FR" dirty="0"/>
              <a:t> </a:t>
            </a:r>
            <a:r>
              <a:rPr lang="en-US" sz="2800" dirty="0"/>
              <a:t>Audit Operation – {APPLICATION NAME}</a:t>
            </a:r>
            <a:endParaRPr lang="en-US" sz="2800" b="1" dirty="0"/>
          </a:p>
          <a:p>
            <a:pPr algn="l"/>
            <a:r>
              <a:rPr lang="en-US" sz="1600" b="1" dirty="0"/>
              <a:t>	Agenda</a:t>
            </a:r>
            <a:r>
              <a:rPr lang="en-US" sz="1600" b="1" dirty="0">
                <a:solidFill>
                  <a:schemeClr val="accent2"/>
                </a:solidFill>
              </a:rPr>
              <a:t>:   </a:t>
            </a:r>
          </a:p>
          <a:p>
            <a:pPr algn="l"/>
            <a:r>
              <a:rPr lang="en-US" sz="1600" b="1" dirty="0">
                <a:solidFill>
                  <a:schemeClr val="accent2"/>
                </a:solidFill>
              </a:rPr>
              <a:t>	</a:t>
            </a:r>
            <a:r>
              <a:rPr lang="en-US" sz="14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1.</a:t>
            </a:r>
            <a:r>
              <a:rPr lang="en-US" sz="1400" b="1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Enhancement of Application Availability.</a:t>
            </a:r>
          </a:p>
          <a:p>
            <a:pPr algn="l"/>
            <a:r>
              <a:rPr lang="en-US" sz="14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2. Identify the Improvement Areas.</a:t>
            </a:r>
          </a:p>
          <a:p>
            <a:pPr algn="l"/>
            <a:r>
              <a:rPr lang="en-US" sz="14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      	3. Take proactive measures to avoid any major incidents </a:t>
            </a:r>
          </a:p>
          <a:p>
            <a:pPr algn="l"/>
            <a:r>
              <a:rPr lang="en-US" sz="14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4.  Daily monitoring &amp; Taking Ownership for Planned Activities</a:t>
            </a:r>
          </a:p>
        </p:txBody>
      </p:sp>
      <p:pic>
        <p:nvPicPr>
          <p:cNvPr id="8" name="Espace réservé pour une image 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29" b="2115"/>
          <a:stretch/>
        </p:blipFill>
        <p:spPr>
          <a:xfrm>
            <a:off x="9109915" y="5711965"/>
            <a:ext cx="1652334" cy="948982"/>
          </a:xfrm>
          <a:prstGeom prst="rect">
            <a:avLst/>
          </a:prstGeom>
        </p:spPr>
      </p:pic>
      <p:pic>
        <p:nvPicPr>
          <p:cNvPr id="9" name="Espace réservé pour une image 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43" t="-21312" r="443" b="-1081"/>
          <a:stretch/>
        </p:blipFill>
        <p:spPr>
          <a:xfrm>
            <a:off x="11002192" y="5791159"/>
            <a:ext cx="758655" cy="68114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F4FF91C-1895-BC75-D2CA-D646714966AB}"/>
              </a:ext>
            </a:extLst>
          </p:cNvPr>
          <p:cNvSpPr/>
          <p:nvPr/>
        </p:nvSpPr>
        <p:spPr>
          <a:xfrm>
            <a:off x="3669323" y="4192955"/>
            <a:ext cx="4919785" cy="390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356881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419D04E-6BA6-DE6A-DA12-88FB187FFB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Internal use only (Confidential C2)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97E4CF-289B-CAB2-3516-281EE2AED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70FABBA-02DF-4A9E-92FC-1792F7C8A55B}" type="slidenum">
              <a:rPr lang="en-US" noProof="0" smtClean="0"/>
              <a:pPr/>
              <a:t>2</a:t>
            </a:fld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8E1D56-0506-AFA1-0F4D-137120E97B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308" y="1452784"/>
            <a:ext cx="10523797" cy="4777863"/>
          </a:xfrm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chemeClr val="accent2"/>
              </a:solidFill>
            </a:endParaRP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7367D4B-5399-301A-AF5E-299734E07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786" y="1609556"/>
            <a:ext cx="10523797" cy="866586"/>
          </a:xfrm>
        </p:spPr>
        <p:txBody>
          <a:bodyPr/>
          <a:lstStyle/>
          <a:p>
            <a:r>
              <a:rPr lang="en-US" sz="2000" b="1" dirty="0">
                <a:solidFill>
                  <a:schemeClr val="accent2"/>
                </a:solidFill>
              </a:rPr>
              <a:t>	</a:t>
            </a:r>
            <a:br>
              <a:rPr lang="en-US" sz="2000" b="1" dirty="0">
                <a:solidFill>
                  <a:schemeClr val="accent2"/>
                </a:solidFill>
              </a:rPr>
            </a:br>
            <a:br>
              <a:rPr lang="en-US" sz="2000" b="1" dirty="0">
                <a:solidFill>
                  <a:schemeClr val="accent2"/>
                </a:solidFill>
              </a:rPr>
            </a:br>
            <a:br>
              <a:rPr lang="en-US" sz="2000" b="1" dirty="0">
                <a:solidFill>
                  <a:schemeClr val="accent2"/>
                </a:solidFill>
              </a:rPr>
            </a:br>
            <a:br>
              <a:rPr lang="en-US" sz="2000" b="1" dirty="0">
                <a:solidFill>
                  <a:schemeClr val="accent2"/>
                </a:solidFill>
              </a:rPr>
            </a:br>
            <a:br>
              <a:rPr lang="en-US" sz="2000" b="1" dirty="0">
                <a:solidFill>
                  <a:schemeClr val="accent2"/>
                </a:solidFill>
              </a:rPr>
            </a:br>
            <a:r>
              <a:rPr lang="en-US" sz="2000" b="1" dirty="0">
                <a:solidFill>
                  <a:schemeClr val="accent2"/>
                </a:solidFill>
              </a:rPr>
              <a:t>About {APPLICATION}:</a:t>
            </a:r>
            <a:br>
              <a:rPr lang="en-US" sz="1600" dirty="0">
                <a:solidFill>
                  <a:schemeClr val="accent2"/>
                </a:solidFill>
              </a:rPr>
            </a:br>
            <a:r>
              <a:rPr lang="en-US" sz="1600" dirty="0">
                <a:solidFill>
                  <a:schemeClr val="accent2"/>
                </a:solidFill>
              </a:rPr>
              <a:t>			</a:t>
            </a:r>
            <a:br>
              <a:rPr lang="en-US" sz="1600" dirty="0">
                <a:solidFill>
                  <a:schemeClr val="accent2"/>
                </a:solidFill>
              </a:rPr>
            </a:br>
            <a:endParaRPr lang="en-US" sz="16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05FF9A-AF92-CAA5-C92B-6FB6E5A72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21 September 2025</a:t>
            </a:r>
            <a:endParaRPr lang="fr-FR" dirty="0"/>
          </a:p>
          <a:p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600803-0E55-5F95-30E5-FDBDD496C009}"/>
              </a:ext>
            </a:extLst>
          </p:cNvPr>
          <p:cNvSpPr txBox="1"/>
          <p:nvPr/>
        </p:nvSpPr>
        <p:spPr>
          <a:xfrm>
            <a:off x="823786" y="2177998"/>
            <a:ext cx="841432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Front-office Treasury tool for Credit Agricole CIB group, {APPLICATION NAME} manages Treasury for around 12 international subsidiaries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200" dirty="0"/>
              <a:t>{APPLICATION NAME} is a Front-office Treasury tool for Credit Agricole CIB group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200" dirty="0"/>
              <a:t>{APPLICATION NAME} is a cash and financial risk management software edited by Finastra MYSIS.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200" dirty="0"/>
              <a:t>{APPLICATION NAME} is used by CA-CIB treasurers to keep their positions on markets.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200" dirty="0"/>
              <a:t>{APPLICATION NAME} is also used by middle office (MO) and front office (FO) users.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200" dirty="0"/>
              <a:t>{APPLICATION NAME} provides a lot of financial indicators : market risk, counterparty risk, liquidity risk, </a:t>
            </a:r>
            <a:r>
              <a:rPr lang="en-US" sz="1200" dirty="0" err="1"/>
              <a:t>PnL</a:t>
            </a:r>
            <a:r>
              <a:rPr lang="en-US" sz="1200" dirty="0"/>
              <a:t> …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200" dirty="0"/>
              <a:t>All risk indicators are calculated through night batches.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68089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047EFE-D1CA-845E-65A8-7094F4E568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Internal use only (Confidential C2)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E89810-4BE6-F5FF-CD66-07BEDF3AD4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70FABBA-02DF-4A9E-92FC-1792F7C8A55B}" type="slidenum">
              <a:rPr lang="en-US" noProof="0" smtClean="0"/>
              <a:pPr/>
              <a:t>3</a:t>
            </a:fld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841A6A-FC9E-9ACF-096C-A21792DB674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HPOMI Monitoring for all applicative processes</a:t>
            </a:r>
          </a:p>
          <a:p>
            <a:pPr marL="342900" indent="-342900"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Archiving and purge policies review.</a:t>
            </a:r>
          </a:p>
          <a:p>
            <a:pPr marL="342900" indent="-342900"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CFT setup with correct IDA review.</a:t>
            </a:r>
          </a:p>
          <a:p>
            <a:pPr marL="342900" indent="-342900"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Database Audit policies wherever applicable.</a:t>
            </a:r>
          </a:p>
          <a:p>
            <a:pPr marL="342900" indent="-342900"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CI/CD pipeline review and scope.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Process automation review and scope.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Repetitive incidents review and scope for reduction.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WIKI page review and updo date with latest information. A sperate page for KEDB of the application.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Vulnerability review and tentative fix dates.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Application certificates renewal.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9381928-33B8-FAC1-0560-BF0456BBE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308" y="782546"/>
            <a:ext cx="10523797" cy="430887"/>
          </a:xfrm>
        </p:spPr>
        <p:txBody>
          <a:bodyPr/>
          <a:lstStyle/>
          <a:p>
            <a:r>
              <a:rPr lang="en-US" dirty="0"/>
              <a:t>Metrics for Application Audit.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6EC8F6-4B17-C002-59DE-F117A7264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21 September 2025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09059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04F1394-3F86-753D-2BF6-6762A2CA2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Internal use only (Confidential C2)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3F194D-0202-C683-0CC2-5C41E67F50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70FABBA-02DF-4A9E-92FC-1792F7C8A55B}" type="slidenum">
              <a:rPr lang="en-US" noProof="0" smtClean="0"/>
              <a:pPr/>
              <a:t>4</a:t>
            </a:fld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D5631-BC17-4CC6-D0C2-112D2E9A9B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321" y="1474820"/>
            <a:ext cx="10523797" cy="458491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93548FA-9894-386F-3339-420467661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31" y="106094"/>
            <a:ext cx="10523797" cy="269997"/>
          </a:xfrm>
        </p:spPr>
        <p:txBody>
          <a:bodyPr/>
          <a:lstStyle/>
          <a:p>
            <a:r>
              <a:rPr lang="en-US" sz="2000" dirty="0"/>
              <a:t>  Action Plan: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EA01D5-F978-4B12-CB93-8B61ADC48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21 September 2025</a:t>
            </a:r>
            <a:endParaRPr lang="fr-FR" dirty="0"/>
          </a:p>
          <a:p>
            <a:endParaRPr lang="fr-FR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B1C453D-FFEE-B5E3-5BF2-D4B3764548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796989"/>
              </p:ext>
            </p:extLst>
          </p:nvPr>
        </p:nvGraphicFramePr>
        <p:xfrm>
          <a:off x="191331" y="384228"/>
          <a:ext cx="11602084" cy="5803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251">
                  <a:extLst>
                    <a:ext uri="{9D8B030D-6E8A-4147-A177-3AD203B41FA5}">
                      <a16:colId xmlns:a16="http://schemas.microsoft.com/office/drawing/2014/main" val="3452634515"/>
                    </a:ext>
                  </a:extLst>
                </a:gridCol>
                <a:gridCol w="3710691">
                  <a:extLst>
                    <a:ext uri="{9D8B030D-6E8A-4147-A177-3AD203B41FA5}">
                      <a16:colId xmlns:a16="http://schemas.microsoft.com/office/drawing/2014/main" val="2253751493"/>
                    </a:ext>
                  </a:extLst>
                </a:gridCol>
                <a:gridCol w="4167231">
                  <a:extLst>
                    <a:ext uri="{9D8B030D-6E8A-4147-A177-3AD203B41FA5}">
                      <a16:colId xmlns:a16="http://schemas.microsoft.com/office/drawing/2014/main" val="2756909157"/>
                    </a:ext>
                  </a:extLst>
                </a:gridCol>
                <a:gridCol w="1704911">
                  <a:extLst>
                    <a:ext uri="{9D8B030D-6E8A-4147-A177-3AD203B41FA5}">
                      <a16:colId xmlns:a16="http://schemas.microsoft.com/office/drawing/2014/main" val="2265906402"/>
                    </a:ext>
                  </a:extLst>
                </a:gridCol>
              </a:tblGrid>
              <a:tr h="509909">
                <a:tc>
                  <a:txBody>
                    <a:bodyPr/>
                    <a:lstStyle/>
                    <a:p>
                      <a:r>
                        <a:rPr lang="en-US" sz="1400" dirty="0"/>
                        <a:t>Topics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Previous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Action Taken For Improvement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Achievement and Current 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6825669"/>
                  </a:ext>
                </a:extLst>
              </a:tr>
              <a:tr h="1529726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HPOMI monitoring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Achievement</a:t>
                      </a: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: </a:t>
                      </a:r>
                    </a:p>
                    <a:p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Status</a:t>
                      </a: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:</a:t>
                      </a:r>
                      <a:endParaRPr lang="en-US" sz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7438611"/>
                  </a:ext>
                </a:extLst>
              </a:tr>
              <a:tr h="848310">
                <a:tc>
                  <a:txBody>
                    <a:bodyPr/>
                    <a:lstStyle/>
                    <a:p>
                      <a:pPr marL="0" marR="0" lvl="0" indent="0" algn="ctr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Archiving and Purging</a:t>
                      </a:r>
                    </a:p>
                    <a:p>
                      <a:pPr algn="ctr"/>
                      <a:endParaRPr lang="en-US" sz="12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Achievement</a:t>
                      </a: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: </a:t>
                      </a:r>
                    </a:p>
                    <a:p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Status</a:t>
                      </a: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:</a:t>
                      </a:r>
                      <a:endParaRPr lang="en-US" sz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8170624"/>
                  </a:ext>
                </a:extLst>
              </a:tr>
              <a:tr h="809855"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CFT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u="none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Achievement</a:t>
                      </a: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: </a:t>
                      </a:r>
                    </a:p>
                    <a:p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Status</a:t>
                      </a: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:</a:t>
                      </a:r>
                      <a:endParaRPr lang="en-US" sz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284559"/>
                  </a:ext>
                </a:extLst>
              </a:tr>
              <a:tr h="2097801">
                <a:tc>
                  <a:txBody>
                    <a:bodyPr/>
                    <a:lstStyle/>
                    <a:p>
                      <a:pPr marL="0" marR="0" lvl="0" indent="0" algn="ctr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Database Audit</a:t>
                      </a:r>
                    </a:p>
                    <a:p>
                      <a:pPr algn="ctr"/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Achievement</a:t>
                      </a: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: </a:t>
                      </a:r>
                    </a:p>
                    <a:p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Status</a:t>
                      </a: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:</a:t>
                      </a:r>
                      <a:endParaRPr lang="en-US" sz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416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1404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00536A-F4A2-8175-E847-B695C1D019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Internal use only (Confidential C2)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4B9820-5B18-97B2-6159-D7F1563B0D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70FABBA-02DF-4A9E-92FC-1792F7C8A55B}" type="slidenum">
              <a:rPr lang="en-US" noProof="0" smtClean="0"/>
              <a:pPr/>
              <a:t>5</a:t>
            </a:fld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B837AC-6258-53B1-C63F-280D17DBFC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8492" y="1389362"/>
            <a:ext cx="10523797" cy="458491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6437E2-C92C-9847-8EF1-8F5E0EC5C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21 September 2025</a:t>
            </a:r>
            <a:endParaRPr lang="fr-FR" dirty="0"/>
          </a:p>
          <a:p>
            <a:endParaRPr lang="fr-FR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F910D17-E40E-3BBF-34EC-A57574273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528511"/>
              </p:ext>
            </p:extLst>
          </p:nvPr>
        </p:nvGraphicFramePr>
        <p:xfrm>
          <a:off x="234463" y="187569"/>
          <a:ext cx="11777782" cy="5557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567">
                  <a:extLst>
                    <a:ext uri="{9D8B030D-6E8A-4147-A177-3AD203B41FA5}">
                      <a16:colId xmlns:a16="http://schemas.microsoft.com/office/drawing/2014/main" val="780919250"/>
                    </a:ext>
                  </a:extLst>
                </a:gridCol>
                <a:gridCol w="3554892">
                  <a:extLst>
                    <a:ext uri="{9D8B030D-6E8A-4147-A177-3AD203B41FA5}">
                      <a16:colId xmlns:a16="http://schemas.microsoft.com/office/drawing/2014/main" val="1542785717"/>
                    </a:ext>
                  </a:extLst>
                </a:gridCol>
                <a:gridCol w="3652877">
                  <a:extLst>
                    <a:ext uri="{9D8B030D-6E8A-4147-A177-3AD203B41FA5}">
                      <a16:colId xmlns:a16="http://schemas.microsoft.com/office/drawing/2014/main" val="1094726713"/>
                    </a:ext>
                  </a:extLst>
                </a:gridCol>
                <a:gridCol w="2555446">
                  <a:extLst>
                    <a:ext uri="{9D8B030D-6E8A-4147-A177-3AD203B41FA5}">
                      <a16:colId xmlns:a16="http://schemas.microsoft.com/office/drawing/2014/main" val="186356095"/>
                    </a:ext>
                  </a:extLst>
                </a:gridCol>
              </a:tblGrid>
              <a:tr h="498397">
                <a:tc>
                  <a:txBody>
                    <a:bodyPr/>
                    <a:lstStyle/>
                    <a:p>
                      <a:r>
                        <a:rPr lang="en-US" sz="1400" dirty="0"/>
                        <a:t>Topics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Previous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Action Taken For Improvement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Achievement and Current 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208922"/>
                  </a:ext>
                </a:extLst>
              </a:tr>
              <a:tr h="1244209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CI/CD Pipeline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Achievement</a:t>
                      </a: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: </a:t>
                      </a:r>
                    </a:p>
                    <a:p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Status</a:t>
                      </a: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:</a:t>
                      </a:r>
                      <a:endParaRPr lang="en-US" sz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633464"/>
                  </a:ext>
                </a:extLst>
              </a:tr>
              <a:tr h="1493390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RBA Setup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Achievement</a:t>
                      </a: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: </a:t>
                      </a:r>
                    </a:p>
                    <a:p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Status</a:t>
                      </a: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:</a:t>
                      </a:r>
                      <a:endParaRPr lang="en-US" sz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716277"/>
                  </a:ext>
                </a:extLst>
              </a:tr>
              <a:tr h="2301528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Achievement</a:t>
                      </a: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: </a:t>
                      </a:r>
                    </a:p>
                    <a:p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Status</a:t>
                      </a: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:</a:t>
                      </a:r>
                      <a:endParaRPr lang="en-US" sz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endParaRPr lang="en-US" sz="1200" b="0" i="0" kern="1200" dirty="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554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5609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ED54F-A231-B63D-BE72-93BC08AE4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DC05DE5-6A0A-E798-D4D3-4F87F2C3B5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Internal use only (Confidential C2)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CE6329-E3C9-30B3-DF59-5931D0C0FE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70FABBA-02DF-4A9E-92FC-1792F7C8A55B}" type="slidenum">
              <a:rPr lang="en-US" noProof="0" smtClean="0"/>
              <a:pPr/>
              <a:t>6</a:t>
            </a:fld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215D4E-4CC8-4923-8DB9-395869D5C1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8492" y="1389362"/>
            <a:ext cx="10523797" cy="458491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29A9FC-345F-91A6-C04E-8F366FC8A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21 September 2025</a:t>
            </a:r>
            <a:endParaRPr lang="fr-FR" dirty="0"/>
          </a:p>
          <a:p>
            <a:endParaRPr lang="fr-FR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8054EAA-6FB5-AFB7-6BB4-73AC3956D9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409073"/>
              </p:ext>
            </p:extLst>
          </p:nvPr>
        </p:nvGraphicFramePr>
        <p:xfrm>
          <a:off x="234463" y="187569"/>
          <a:ext cx="11742615" cy="58000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8768">
                  <a:extLst>
                    <a:ext uri="{9D8B030D-6E8A-4147-A177-3AD203B41FA5}">
                      <a16:colId xmlns:a16="http://schemas.microsoft.com/office/drawing/2014/main" val="780919250"/>
                    </a:ext>
                  </a:extLst>
                </a:gridCol>
                <a:gridCol w="3706671">
                  <a:extLst>
                    <a:ext uri="{9D8B030D-6E8A-4147-A177-3AD203B41FA5}">
                      <a16:colId xmlns:a16="http://schemas.microsoft.com/office/drawing/2014/main" val="1542785717"/>
                    </a:ext>
                  </a:extLst>
                </a:gridCol>
                <a:gridCol w="3577267">
                  <a:extLst>
                    <a:ext uri="{9D8B030D-6E8A-4147-A177-3AD203B41FA5}">
                      <a16:colId xmlns:a16="http://schemas.microsoft.com/office/drawing/2014/main" val="1094726713"/>
                    </a:ext>
                  </a:extLst>
                </a:gridCol>
                <a:gridCol w="2289909">
                  <a:extLst>
                    <a:ext uri="{9D8B030D-6E8A-4147-A177-3AD203B41FA5}">
                      <a16:colId xmlns:a16="http://schemas.microsoft.com/office/drawing/2014/main" val="186356095"/>
                    </a:ext>
                  </a:extLst>
                </a:gridCol>
              </a:tblGrid>
              <a:tr h="504776">
                <a:tc>
                  <a:txBody>
                    <a:bodyPr/>
                    <a:lstStyle/>
                    <a:p>
                      <a:r>
                        <a:rPr lang="en-US" sz="1400" dirty="0"/>
                        <a:t>Topics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Previous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Action Taken For Improvement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Achievement and Current Status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208922"/>
                  </a:ext>
                </a:extLst>
              </a:tr>
              <a:tr h="1207203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AS-WIKI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Achievement</a:t>
                      </a: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: </a:t>
                      </a:r>
                    </a:p>
                    <a:p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Status</a:t>
                      </a: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:</a:t>
                      </a:r>
                      <a:endParaRPr lang="en-US" sz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633464"/>
                  </a:ext>
                </a:extLst>
              </a:tr>
              <a:tr h="1743738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VUL SCANS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Achievement</a:t>
                      </a: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: </a:t>
                      </a:r>
                    </a:p>
                    <a:p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Status</a:t>
                      </a: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:</a:t>
                      </a:r>
                      <a:endParaRPr lang="en-US" sz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716277"/>
                  </a:ext>
                </a:extLst>
              </a:tr>
              <a:tr h="2330988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CERTIFICATES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Achievement</a:t>
                      </a: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: </a:t>
                      </a:r>
                    </a:p>
                    <a:p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Status</a:t>
                      </a: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:</a:t>
                      </a:r>
                      <a:endParaRPr lang="en-US" sz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554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3080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4311742"/>
      </p:ext>
    </p:extLst>
  </p:cSld>
  <p:clrMapOvr>
    <a:masterClrMapping/>
  </p:clrMapOvr>
  <p:transition spd="slow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_NlwngOIka70n8oqaXN7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eMCvK7S0Ey16wrinHlat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BpaEdydE0OSC3HMpODer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_NlwngOIka70n8oqaXN7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_NlwngOIka70n8oqaXN7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_NlwngOIka70n8oqaXN7Q"/>
</p:tagLst>
</file>

<file path=ppt/theme/theme1.xml><?xml version="1.0" encoding="utf-8"?>
<a:theme xmlns:a="http://schemas.openxmlformats.org/drawingml/2006/main" name="Cover with background image">
  <a:themeElements>
    <a:clrScheme name="Cacib Templates">
      <a:dk1>
        <a:sysClr val="windowText" lastClr="000000"/>
      </a:dk1>
      <a:lt1>
        <a:sysClr val="window" lastClr="FFFFFF"/>
      </a:lt1>
      <a:dk2>
        <a:srgbClr val="454545"/>
      </a:dk2>
      <a:lt2>
        <a:srgbClr val="607981"/>
      </a:lt2>
      <a:accent1>
        <a:srgbClr val="00818F"/>
      </a:accent1>
      <a:accent2>
        <a:srgbClr val="007D57"/>
      </a:accent2>
      <a:accent3>
        <a:srgbClr val="52A810"/>
      </a:accent3>
      <a:accent4>
        <a:srgbClr val="D14600"/>
      </a:accent4>
      <a:accent5>
        <a:srgbClr val="C81978"/>
      </a:accent5>
      <a:accent6>
        <a:srgbClr val="004B82"/>
      </a:accent6>
      <a:hlink>
        <a:srgbClr val="0531FF"/>
      </a:hlink>
      <a:folHlink>
        <a:srgbClr val="0531FF"/>
      </a:folHlink>
    </a:clrScheme>
    <a:fontScheme name="Custom 1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marL="172800" indent="-172800" algn="l" defTabSz="914400" rtl="0" eaLnBrk="1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>
            <a:schemeClr val="accent1"/>
          </a:buClr>
          <a:buFont typeface="Arial" panose="020B0604020202020204" pitchFamily="34" charset="0"/>
          <a:buChar char="•"/>
          <a:defRPr sz="1400" kern="1200" noProof="0" smtClean="0">
            <a:solidFill>
              <a:schemeClr val="tx2"/>
            </a:solidFill>
            <a:latin typeface="Arial" panose="020B0604020202020204" pitchFamily="34" charset="0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-ppt-EN-presentation-interne_Pokeslide_V21.5" id="{9C1B0E37-5A23-4721-81B8-480F7F1978C6}" vid="{7E527B3E-D1E0-4F96-8617-C427F3AC8BAB}"/>
    </a:ext>
  </a:extLst>
</a:theme>
</file>

<file path=ppt/theme/theme2.xml><?xml version="1.0" encoding="utf-8"?>
<a:theme xmlns:a="http://schemas.openxmlformats.org/drawingml/2006/main" name="Table of contents">
  <a:themeElements>
    <a:clrScheme name="Cacib Templates">
      <a:dk1>
        <a:sysClr val="windowText" lastClr="000000"/>
      </a:dk1>
      <a:lt1>
        <a:sysClr val="window" lastClr="FFFFFF"/>
      </a:lt1>
      <a:dk2>
        <a:srgbClr val="454545"/>
      </a:dk2>
      <a:lt2>
        <a:srgbClr val="607981"/>
      </a:lt2>
      <a:accent1>
        <a:srgbClr val="00818F"/>
      </a:accent1>
      <a:accent2>
        <a:srgbClr val="007D57"/>
      </a:accent2>
      <a:accent3>
        <a:srgbClr val="52A810"/>
      </a:accent3>
      <a:accent4>
        <a:srgbClr val="D14600"/>
      </a:accent4>
      <a:accent5>
        <a:srgbClr val="C81978"/>
      </a:accent5>
      <a:accent6>
        <a:srgbClr val="004B82"/>
      </a:accent6>
      <a:hlink>
        <a:srgbClr val="0531FF"/>
      </a:hlink>
      <a:folHlink>
        <a:srgbClr val="0531FF"/>
      </a:folHlink>
    </a:clrScheme>
    <a:fontScheme name="Custom 1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marL="172800" indent="-172800" algn="l" defTabSz="914400" rtl="0" eaLnBrk="1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>
            <a:schemeClr val="accent1"/>
          </a:buClr>
          <a:buFont typeface="Arial" panose="020B0604020202020204" pitchFamily="34" charset="0"/>
          <a:buChar char="•"/>
          <a:defRPr sz="1400" kern="1200" noProof="0" smtClean="0">
            <a:solidFill>
              <a:schemeClr val="tx2"/>
            </a:solidFill>
            <a:latin typeface="Arial" panose="020B0604020202020204" pitchFamily="34" charset="0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-ppt-EN-presentation-interne_Pokeslide_V21.5" id="{9C1B0E37-5A23-4721-81B8-480F7F1978C6}" vid="{A6121E55-5896-4CD4-A30F-9955690F0977}"/>
    </a:ext>
  </a:extLst>
</a:theme>
</file>

<file path=ppt/theme/theme3.xml><?xml version="1.0" encoding="utf-8"?>
<a:theme xmlns:a="http://schemas.openxmlformats.org/drawingml/2006/main" name="Chapter">
  <a:themeElements>
    <a:clrScheme name="Cacib Templates">
      <a:dk1>
        <a:sysClr val="windowText" lastClr="000000"/>
      </a:dk1>
      <a:lt1>
        <a:sysClr val="window" lastClr="FFFFFF"/>
      </a:lt1>
      <a:dk2>
        <a:srgbClr val="454545"/>
      </a:dk2>
      <a:lt2>
        <a:srgbClr val="607981"/>
      </a:lt2>
      <a:accent1>
        <a:srgbClr val="00818F"/>
      </a:accent1>
      <a:accent2>
        <a:srgbClr val="007D57"/>
      </a:accent2>
      <a:accent3>
        <a:srgbClr val="52A810"/>
      </a:accent3>
      <a:accent4>
        <a:srgbClr val="D14600"/>
      </a:accent4>
      <a:accent5>
        <a:srgbClr val="C81978"/>
      </a:accent5>
      <a:accent6>
        <a:srgbClr val="004B82"/>
      </a:accent6>
      <a:hlink>
        <a:srgbClr val="0531FF"/>
      </a:hlink>
      <a:folHlink>
        <a:srgbClr val="0531FF"/>
      </a:folHlink>
    </a:clrScheme>
    <a:fontScheme name="Custom 1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marL="172800" indent="-172800" algn="l" defTabSz="914400" rtl="0" eaLnBrk="1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>
            <a:schemeClr val="accent1"/>
          </a:buClr>
          <a:buFont typeface="Arial" panose="020B0604020202020204" pitchFamily="34" charset="0"/>
          <a:buChar char="•"/>
          <a:defRPr sz="1400" kern="1200" noProof="0" smtClean="0">
            <a:solidFill>
              <a:schemeClr val="tx2"/>
            </a:solidFill>
            <a:latin typeface="Arial" panose="020B0604020202020204" pitchFamily="34" charset="0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-ppt-EN-presentation-interne_Pokeslide_V21.5" id="{9C1B0E37-5A23-4721-81B8-480F7F1978C6}" vid="{D8B61CA2-B85F-44FF-8C44-39E1797C96EF}"/>
    </a:ext>
  </a:extLst>
</a:theme>
</file>

<file path=ppt/theme/theme4.xml><?xml version="1.0" encoding="utf-8"?>
<a:theme xmlns:a="http://schemas.openxmlformats.org/drawingml/2006/main" name="Text only">
  <a:themeElements>
    <a:clrScheme name="Cacib Templates">
      <a:dk1>
        <a:sysClr val="windowText" lastClr="000000"/>
      </a:dk1>
      <a:lt1>
        <a:sysClr val="window" lastClr="FFFFFF"/>
      </a:lt1>
      <a:dk2>
        <a:srgbClr val="454545"/>
      </a:dk2>
      <a:lt2>
        <a:srgbClr val="607981"/>
      </a:lt2>
      <a:accent1>
        <a:srgbClr val="00818F"/>
      </a:accent1>
      <a:accent2>
        <a:srgbClr val="007D57"/>
      </a:accent2>
      <a:accent3>
        <a:srgbClr val="52A810"/>
      </a:accent3>
      <a:accent4>
        <a:srgbClr val="D14600"/>
      </a:accent4>
      <a:accent5>
        <a:srgbClr val="C81978"/>
      </a:accent5>
      <a:accent6>
        <a:srgbClr val="004B82"/>
      </a:accent6>
      <a:hlink>
        <a:srgbClr val="0531FF"/>
      </a:hlink>
      <a:folHlink>
        <a:srgbClr val="0531FF"/>
      </a:folHlink>
    </a:clrScheme>
    <a:fontScheme name="Custom 1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marL="172800" indent="-172800" algn="l" defTabSz="914400" rtl="0" eaLnBrk="1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>
            <a:schemeClr val="accent1"/>
          </a:buClr>
          <a:buFont typeface="Arial" panose="020B0604020202020204" pitchFamily="34" charset="0"/>
          <a:buChar char="•"/>
          <a:defRPr sz="1400" kern="1200" noProof="0" smtClean="0">
            <a:solidFill>
              <a:schemeClr val="tx2"/>
            </a:solidFill>
            <a:latin typeface="Arial" panose="020B0604020202020204" pitchFamily="34" charset="0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-ppt-EN-presentation-interne_Pokeslide_V21.5" id="{9C1B0E37-5A23-4721-81B8-480F7F1978C6}" vid="{34D8696F-3EA5-4A58-A6F6-DBF378E35DAA}"/>
    </a:ext>
  </a:extLst>
</a:theme>
</file>

<file path=ppt/theme/theme5.xml><?xml version="1.0" encoding="utf-8"?>
<a:theme xmlns:a="http://schemas.openxmlformats.org/drawingml/2006/main" name="Text block">
  <a:themeElements>
    <a:clrScheme name="Cacib Templates">
      <a:dk1>
        <a:sysClr val="windowText" lastClr="000000"/>
      </a:dk1>
      <a:lt1>
        <a:sysClr val="window" lastClr="FFFFFF"/>
      </a:lt1>
      <a:dk2>
        <a:srgbClr val="454545"/>
      </a:dk2>
      <a:lt2>
        <a:srgbClr val="607981"/>
      </a:lt2>
      <a:accent1>
        <a:srgbClr val="00818F"/>
      </a:accent1>
      <a:accent2>
        <a:srgbClr val="007D57"/>
      </a:accent2>
      <a:accent3>
        <a:srgbClr val="52A810"/>
      </a:accent3>
      <a:accent4>
        <a:srgbClr val="D14600"/>
      </a:accent4>
      <a:accent5>
        <a:srgbClr val="C81978"/>
      </a:accent5>
      <a:accent6>
        <a:srgbClr val="004B82"/>
      </a:accent6>
      <a:hlink>
        <a:srgbClr val="0531FF"/>
      </a:hlink>
      <a:folHlink>
        <a:srgbClr val="0531FF"/>
      </a:folHlink>
    </a:clrScheme>
    <a:fontScheme name="Custom 1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marL="172800" indent="-172800" algn="l" defTabSz="914400" rtl="0" eaLnBrk="1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>
            <a:schemeClr val="accent1"/>
          </a:buClr>
          <a:buFont typeface="Arial" panose="020B0604020202020204" pitchFamily="34" charset="0"/>
          <a:buChar char="•"/>
          <a:defRPr sz="1400" kern="1200" noProof="0" smtClean="0">
            <a:solidFill>
              <a:schemeClr val="tx2"/>
            </a:solidFill>
            <a:latin typeface="Arial" panose="020B0604020202020204" pitchFamily="34" charset="0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-ppt-EN-presentation-interne_Pokeslide_V21.5" id="{9C1B0E37-5A23-4721-81B8-480F7F1978C6}" vid="{9C46EC11-56A3-4FCA-9B53-9554D49D8D63}"/>
    </a:ext>
  </a:extLst>
</a:theme>
</file>

<file path=ppt/theme/theme6.xml><?xml version="1.0" encoding="utf-8"?>
<a:theme xmlns:a="http://schemas.openxmlformats.org/drawingml/2006/main" name="Content blocks">
  <a:themeElements>
    <a:clrScheme name="Cacib Templates">
      <a:dk1>
        <a:sysClr val="windowText" lastClr="000000"/>
      </a:dk1>
      <a:lt1>
        <a:sysClr val="window" lastClr="FFFFFF"/>
      </a:lt1>
      <a:dk2>
        <a:srgbClr val="454545"/>
      </a:dk2>
      <a:lt2>
        <a:srgbClr val="607981"/>
      </a:lt2>
      <a:accent1>
        <a:srgbClr val="00818F"/>
      </a:accent1>
      <a:accent2>
        <a:srgbClr val="007D57"/>
      </a:accent2>
      <a:accent3>
        <a:srgbClr val="52A810"/>
      </a:accent3>
      <a:accent4>
        <a:srgbClr val="D14600"/>
      </a:accent4>
      <a:accent5>
        <a:srgbClr val="C81978"/>
      </a:accent5>
      <a:accent6>
        <a:srgbClr val="004B82"/>
      </a:accent6>
      <a:hlink>
        <a:srgbClr val="0531FF"/>
      </a:hlink>
      <a:folHlink>
        <a:srgbClr val="0531FF"/>
      </a:folHlink>
    </a:clrScheme>
    <a:fontScheme name="Custom 1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marL="172800" indent="-172800" algn="l" defTabSz="914400" rtl="0" eaLnBrk="1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>
            <a:schemeClr val="accent1"/>
          </a:buClr>
          <a:buFont typeface="Arial" panose="020B0604020202020204" pitchFamily="34" charset="0"/>
          <a:buChar char="•"/>
          <a:defRPr sz="1400" kern="1200" noProof="0" smtClean="0">
            <a:solidFill>
              <a:schemeClr val="tx2"/>
            </a:solidFill>
            <a:latin typeface="Arial" panose="020B0604020202020204" pitchFamily="34" charset="0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-ppt-EN-presentation-interne_Pokeslide_V21.5" id="{9C1B0E37-5A23-4721-81B8-480F7F1978C6}" vid="{B2B3C7AD-E9B4-482C-A2E9-8DA4285BFEF7}"/>
    </a:ext>
  </a:extLst>
</a:theme>
</file>

<file path=ppt/theme/theme7.xml><?xml version="1.0" encoding="utf-8"?>
<a:theme xmlns:a="http://schemas.openxmlformats.org/drawingml/2006/main" name="Chart">
  <a:themeElements>
    <a:clrScheme name="Cacib Templates">
      <a:dk1>
        <a:sysClr val="windowText" lastClr="000000"/>
      </a:dk1>
      <a:lt1>
        <a:sysClr val="window" lastClr="FFFFFF"/>
      </a:lt1>
      <a:dk2>
        <a:srgbClr val="454545"/>
      </a:dk2>
      <a:lt2>
        <a:srgbClr val="607981"/>
      </a:lt2>
      <a:accent1>
        <a:srgbClr val="00818F"/>
      </a:accent1>
      <a:accent2>
        <a:srgbClr val="007D57"/>
      </a:accent2>
      <a:accent3>
        <a:srgbClr val="52A810"/>
      </a:accent3>
      <a:accent4>
        <a:srgbClr val="D14600"/>
      </a:accent4>
      <a:accent5>
        <a:srgbClr val="C81978"/>
      </a:accent5>
      <a:accent6>
        <a:srgbClr val="004B82"/>
      </a:accent6>
      <a:hlink>
        <a:srgbClr val="0531FF"/>
      </a:hlink>
      <a:folHlink>
        <a:srgbClr val="0531FF"/>
      </a:folHlink>
    </a:clrScheme>
    <a:fontScheme name="Custom 1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marL="172800" indent="-172800" algn="l" defTabSz="914400" rtl="0" eaLnBrk="1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>
            <a:schemeClr val="accent1"/>
          </a:buClr>
          <a:buFont typeface="Arial" panose="020B0604020202020204" pitchFamily="34" charset="0"/>
          <a:buChar char="•"/>
          <a:defRPr sz="1400" kern="1200" noProof="0" smtClean="0">
            <a:solidFill>
              <a:schemeClr val="tx2"/>
            </a:solidFill>
            <a:latin typeface="Arial" panose="020B0604020202020204" pitchFamily="34" charset="0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-ppt-EN-presentation-interne_Pokeslide_V21.5" id="{9C1B0E37-5A23-4721-81B8-480F7F1978C6}" vid="{E9ADD8A3-3DFC-420F-8295-6C897FB5ECDF}"/>
    </a:ext>
  </a:extLst>
</a:theme>
</file>

<file path=ppt/theme/theme8.xml><?xml version="1.0" encoding="utf-8"?>
<a:theme xmlns:a="http://schemas.openxmlformats.org/drawingml/2006/main" name="Table">
  <a:themeElements>
    <a:clrScheme name="Cacib Templates">
      <a:dk1>
        <a:sysClr val="windowText" lastClr="000000"/>
      </a:dk1>
      <a:lt1>
        <a:sysClr val="window" lastClr="FFFFFF"/>
      </a:lt1>
      <a:dk2>
        <a:srgbClr val="454545"/>
      </a:dk2>
      <a:lt2>
        <a:srgbClr val="607981"/>
      </a:lt2>
      <a:accent1>
        <a:srgbClr val="00818F"/>
      </a:accent1>
      <a:accent2>
        <a:srgbClr val="007D57"/>
      </a:accent2>
      <a:accent3>
        <a:srgbClr val="52A810"/>
      </a:accent3>
      <a:accent4>
        <a:srgbClr val="D14600"/>
      </a:accent4>
      <a:accent5>
        <a:srgbClr val="C81978"/>
      </a:accent5>
      <a:accent6>
        <a:srgbClr val="004B82"/>
      </a:accent6>
      <a:hlink>
        <a:srgbClr val="0531FF"/>
      </a:hlink>
      <a:folHlink>
        <a:srgbClr val="0531FF"/>
      </a:folHlink>
    </a:clrScheme>
    <a:fontScheme name="Custom 1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marL="172800" indent="-172800" algn="l" defTabSz="914400" rtl="0" eaLnBrk="1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>
            <a:schemeClr val="accent1"/>
          </a:buClr>
          <a:buFont typeface="Arial" panose="020B0604020202020204" pitchFamily="34" charset="0"/>
          <a:buChar char="•"/>
          <a:defRPr sz="1400" kern="1200" noProof="0" smtClean="0">
            <a:solidFill>
              <a:schemeClr val="tx2"/>
            </a:solidFill>
            <a:latin typeface="Arial" panose="020B0604020202020204" pitchFamily="34" charset="0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-ppt-EN-presentation-interne_Pokeslide_V21.5" id="{9C1B0E37-5A23-4721-81B8-480F7F1978C6}" vid="{9A495BB6-E794-4DBD-9CB0-5BA29F015974}"/>
    </a:ext>
  </a:extLst>
</a:theme>
</file>

<file path=ppt/theme/theme9.xml><?xml version="1.0" encoding="utf-8"?>
<a:theme xmlns:a="http://schemas.openxmlformats.org/drawingml/2006/main" name="Thank you">
  <a:themeElements>
    <a:clrScheme name="Cacib Templates">
      <a:dk1>
        <a:sysClr val="windowText" lastClr="000000"/>
      </a:dk1>
      <a:lt1>
        <a:sysClr val="window" lastClr="FFFFFF"/>
      </a:lt1>
      <a:dk2>
        <a:srgbClr val="454545"/>
      </a:dk2>
      <a:lt2>
        <a:srgbClr val="607981"/>
      </a:lt2>
      <a:accent1>
        <a:srgbClr val="00818F"/>
      </a:accent1>
      <a:accent2>
        <a:srgbClr val="007D57"/>
      </a:accent2>
      <a:accent3>
        <a:srgbClr val="52A810"/>
      </a:accent3>
      <a:accent4>
        <a:srgbClr val="D14600"/>
      </a:accent4>
      <a:accent5>
        <a:srgbClr val="C81978"/>
      </a:accent5>
      <a:accent6>
        <a:srgbClr val="004B82"/>
      </a:accent6>
      <a:hlink>
        <a:srgbClr val="0531FF"/>
      </a:hlink>
      <a:folHlink>
        <a:srgbClr val="0531FF"/>
      </a:folHlink>
    </a:clrScheme>
    <a:fontScheme name="Custom 1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marL="172800" indent="-172800" algn="l" defTabSz="914400" rtl="0" eaLnBrk="1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>
            <a:schemeClr val="accent1"/>
          </a:buClr>
          <a:buFont typeface="Arial" panose="020B0604020202020204" pitchFamily="34" charset="0"/>
          <a:buChar char="•"/>
          <a:defRPr sz="1400" kern="1200" noProof="0" smtClean="0">
            <a:solidFill>
              <a:schemeClr val="tx2"/>
            </a:solidFill>
            <a:latin typeface="Arial" panose="020B0604020202020204" pitchFamily="34" charset="0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-ppt-EN-presentation-interne_Pokeslide_V21.5" id="{9C1B0E37-5A23-4721-81B8-480F7F1978C6}" vid="{4C4BE05A-980B-4C00-AB74-3A5B27496831}"/>
    </a:ext>
  </a:extLst>
</a:theme>
</file>

<file path=ppt/theme/theme10.xml><?xml version="1.0" encoding="utf-8"?>
<a:theme xmlns:a="http://schemas.openxmlformats.org/drawingml/2006/main" name="Blank">
  <a:themeElements>
    <a:clrScheme name="Cacib Templates">
      <a:dk1>
        <a:sysClr val="windowText" lastClr="000000"/>
      </a:dk1>
      <a:lt1>
        <a:sysClr val="window" lastClr="FFFFFF"/>
      </a:lt1>
      <a:dk2>
        <a:srgbClr val="454545"/>
      </a:dk2>
      <a:lt2>
        <a:srgbClr val="607981"/>
      </a:lt2>
      <a:accent1>
        <a:srgbClr val="00818F"/>
      </a:accent1>
      <a:accent2>
        <a:srgbClr val="007D57"/>
      </a:accent2>
      <a:accent3>
        <a:srgbClr val="52A810"/>
      </a:accent3>
      <a:accent4>
        <a:srgbClr val="D14600"/>
      </a:accent4>
      <a:accent5>
        <a:srgbClr val="C81978"/>
      </a:accent5>
      <a:accent6>
        <a:srgbClr val="004B82"/>
      </a:accent6>
      <a:hlink>
        <a:srgbClr val="0531FF"/>
      </a:hlink>
      <a:folHlink>
        <a:srgbClr val="0531FF"/>
      </a:folHlink>
    </a:clrScheme>
    <a:fontScheme name="Custom 1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marL="172800" indent="-172800" algn="l" defTabSz="914400" rtl="0" eaLnBrk="1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>
            <a:schemeClr val="accent1"/>
          </a:buClr>
          <a:buFont typeface="Arial" panose="020B0604020202020204" pitchFamily="34" charset="0"/>
          <a:buChar char="•"/>
          <a:defRPr sz="1400" kern="1200" noProof="0" smtClean="0">
            <a:solidFill>
              <a:schemeClr val="tx2"/>
            </a:solidFill>
            <a:latin typeface="Arial" panose="020B0604020202020204" pitchFamily="34" charset="0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-ppt-EN-presentation-interne_Pokeslide_V21.5" id="{9C1B0E37-5A23-4721-81B8-480F7F1978C6}" vid="{258023DC-9D8D-409D-BDAB-0A1B021F521D}"/>
    </a:ext>
  </a:extLst>
</a:theme>
</file>

<file path=ppt/theme/theme11.xml><?xml version="1.0" encoding="utf-8"?>
<a:theme xmlns:a="http://schemas.openxmlformats.org/drawingml/2006/main" name="1_Text only">
  <a:themeElements>
    <a:clrScheme name="CACIB">
      <a:dk1>
        <a:sysClr val="windowText" lastClr="000000"/>
      </a:dk1>
      <a:lt1>
        <a:sysClr val="window" lastClr="FFFFFF"/>
      </a:lt1>
      <a:dk2>
        <a:srgbClr val="454545"/>
      </a:dk2>
      <a:lt2>
        <a:srgbClr val="F5F5F5"/>
      </a:lt2>
      <a:accent1>
        <a:srgbClr val="008795"/>
      </a:accent1>
      <a:accent2>
        <a:srgbClr val="67838B"/>
      </a:accent2>
      <a:accent3>
        <a:srgbClr val="009257"/>
      </a:accent3>
      <a:accent4>
        <a:srgbClr val="006648"/>
      </a:accent4>
      <a:accent5>
        <a:srgbClr val="5E6A71"/>
      </a:accent5>
      <a:accent6>
        <a:srgbClr val="9AC01C"/>
      </a:accent6>
      <a:hlink>
        <a:srgbClr val="FFFFFF"/>
      </a:hlink>
      <a:folHlink>
        <a:srgbClr val="FFFFFF"/>
      </a:folHlink>
    </a:clrScheme>
    <a:fontScheme name="Custom 1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marL="172800" indent="-172800" algn="l" defTabSz="914400" rtl="0" eaLnBrk="1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>
            <a:schemeClr val="accent1"/>
          </a:buClr>
          <a:buFont typeface="Arial" panose="020B0604020202020204" pitchFamily="34" charset="0"/>
          <a:buChar char="•"/>
          <a:defRPr sz="1400" kern="1200" noProof="0" smtClean="0">
            <a:solidFill>
              <a:schemeClr val="tx2"/>
            </a:solidFill>
            <a:latin typeface="Arial" panose="020B0604020202020204" pitchFamily="34" charset="0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9" id="{4E8B4947-36A2-5E4A-9A88-CC64413A3D18}" vid="{7175F290-E3F5-634E-9C31-25C67E63BFF6}"/>
    </a:ext>
  </a:extLst>
</a:theme>
</file>

<file path=ppt/theme/theme12.xml><?xml version="1.0" encoding="utf-8"?>
<a:theme xmlns:a="http://schemas.openxmlformats.org/drawingml/2006/main" name="1_Chapter">
  <a:themeElements>
    <a:clrScheme name="CACIB">
      <a:dk1>
        <a:sysClr val="windowText" lastClr="000000"/>
      </a:dk1>
      <a:lt1>
        <a:sysClr val="window" lastClr="FFFFFF"/>
      </a:lt1>
      <a:dk2>
        <a:srgbClr val="454545"/>
      </a:dk2>
      <a:lt2>
        <a:srgbClr val="F5F5F5"/>
      </a:lt2>
      <a:accent1>
        <a:srgbClr val="008795"/>
      </a:accent1>
      <a:accent2>
        <a:srgbClr val="67838B"/>
      </a:accent2>
      <a:accent3>
        <a:srgbClr val="009257"/>
      </a:accent3>
      <a:accent4>
        <a:srgbClr val="006648"/>
      </a:accent4>
      <a:accent5>
        <a:srgbClr val="5E6A71"/>
      </a:accent5>
      <a:accent6>
        <a:srgbClr val="9AC01C"/>
      </a:accent6>
      <a:hlink>
        <a:srgbClr val="FFFFFF"/>
      </a:hlink>
      <a:folHlink>
        <a:srgbClr val="FFFFFF"/>
      </a:folHlink>
    </a:clrScheme>
    <a:fontScheme name="Custom 1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marL="172800" indent="-172800" algn="l" defTabSz="914400" rtl="0" eaLnBrk="1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>
            <a:schemeClr val="accent1"/>
          </a:buClr>
          <a:buFont typeface="Arial" panose="020B0604020202020204" pitchFamily="34" charset="0"/>
          <a:buChar char="•"/>
          <a:defRPr sz="1400" kern="1200" noProof="0" smtClean="0">
            <a:solidFill>
              <a:schemeClr val="tx2"/>
            </a:solidFill>
            <a:latin typeface="Arial" panose="020B0604020202020204" pitchFamily="34" charset="0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9" id="{4E8B4947-36A2-5E4A-9A88-CC64413A3D18}" vid="{590926EB-22CE-0548-B8F8-188D5F8F935E}"/>
    </a:ext>
  </a:extLst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7" row="4">
    <wetp:webextensionref xmlns:r="http://schemas.openxmlformats.org/officeDocument/2006/relationships" r:id="rId1"/>
  </wetp:taskpane>
  <wetp:taskpane dockstate="right" visibility="0" width="459" row="5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9D41AE6B-2B4F-41A2-B4F1-2812D8BC0428}">
  <we:reference id="wa104178141" version="4.3.3.0" store="en-US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01FFF63-7A8A-4F0C-A3A1-07F51D7D2DFB}">
  <we:reference id="wa104381063" version="1.0.0.1" store="en-US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1A85E1628F514B986AFE0E43D01CAD" ma:contentTypeVersion="0" ma:contentTypeDescription="Create a new document." ma:contentTypeScope="" ma:versionID="b0f237cab56c610410a36c1ea64ffcc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F0EDD11-82C9-46E9-8B00-20A33699EA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9ECE835-90A5-4877-9AB2-BD49B7690A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3E82F86-6632-4B27-A518-922EB8A0024D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Cover</Template>
  <TotalTime>0</TotalTime>
  <Words>419</Words>
  <Application>Microsoft Office PowerPoint</Application>
  <PresentationFormat>Widescreen</PresentationFormat>
  <Paragraphs>85</Paragraphs>
  <Slides>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Wingdings</vt:lpstr>
      <vt:lpstr>Cover with background image</vt:lpstr>
      <vt:lpstr>Table of contents</vt:lpstr>
      <vt:lpstr>Chapter</vt:lpstr>
      <vt:lpstr>Text only</vt:lpstr>
      <vt:lpstr>Text block</vt:lpstr>
      <vt:lpstr>Content blocks</vt:lpstr>
      <vt:lpstr>Chart</vt:lpstr>
      <vt:lpstr>Table</vt:lpstr>
      <vt:lpstr>Thank you</vt:lpstr>
      <vt:lpstr>Blank</vt:lpstr>
      <vt:lpstr>1_Text only</vt:lpstr>
      <vt:lpstr>1_Chapter</vt:lpstr>
      <vt:lpstr>Diapositive think-cell</vt:lpstr>
      <vt:lpstr>PowerPoint Presentation</vt:lpstr>
      <vt:lpstr>      About {APPLICATION}:     </vt:lpstr>
      <vt:lpstr>Metrics for Application Audit.</vt:lpstr>
      <vt:lpstr>  Action Plan: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Introduction</dc:title>
  <dc:creator>Etienne Do</dc:creator>
  <cp:lastModifiedBy>KHAN, Rameez Mahboob (CA-CIB)</cp:lastModifiedBy>
  <cp:revision>491</cp:revision>
  <dcterms:created xsi:type="dcterms:W3CDTF">2022-02-23T03:51:30Z</dcterms:created>
  <dcterms:modified xsi:type="dcterms:W3CDTF">2025-11-03T16:00:55Z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0x0101006A1A85E1628F514B986AFE0E43D01CAD</vt:lpwstr>
  </property>
</Properties>
</file>